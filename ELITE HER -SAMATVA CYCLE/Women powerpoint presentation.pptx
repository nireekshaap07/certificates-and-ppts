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70" d="100"/>
          <a:sy n="70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E1CF6-723B-44EB-A5FB-453A41487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7046B-0E52-4AC1-B747-946CB180F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7D158-B181-48D3-BEDD-F16B4676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1CBA-BEBF-4D89-BC04-21127E2BA9D5}" type="datetimeFigureOut">
              <a:rPr lang="en-IN" smtClean="0"/>
              <a:t>20-03-2021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DF27D-8689-4924-94BD-7B60E4B2C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545EA-9ACA-44F3-B9D6-85611DCD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78E8F-92D2-421F-A426-8666CEF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94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4DFA-0A54-4F74-A0FB-47644A9E6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864CC-20B0-46F1-AC08-DA2314422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1DA6F-B539-41D4-A538-E0E3A976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1CBA-BEBF-4D89-BC04-21127E2BA9D5}" type="datetimeFigureOut">
              <a:rPr lang="en-IN" smtClean="0"/>
              <a:t>20-03-2021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D330F-D94F-41CC-BEC7-21FAC76BF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A4AE2-F0F3-4F61-9B05-C1C4112C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78E8F-92D2-421F-A426-8666CEF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107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C10E-BA9E-49F2-81E4-FB7A2027B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366E6-CDA9-4CBE-AA75-68020C20F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EFD92-D470-4B98-96A6-7686BE19E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1CBA-BEBF-4D89-BC04-21127E2BA9D5}" type="datetimeFigureOut">
              <a:rPr lang="en-IN" smtClean="0"/>
              <a:t>20-03-2021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1D13A-BEB7-4507-86F4-B699CAAC7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334C6-FAD5-4D4E-902B-EC0B7A80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78E8F-92D2-421F-A426-8666CEF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207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5541-ABEF-4B09-958D-1A0D2338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5A1E5-D37F-44A0-A168-2B69FC388B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39589-061E-4E13-A8C9-20A7E279E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5CE48-C9FF-41A2-A249-0C8BD3612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1CBA-BEBF-4D89-BC04-21127E2BA9D5}" type="datetimeFigureOut">
              <a:rPr lang="en-IN" smtClean="0"/>
              <a:t>20-03-2021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9AC2E-27D8-4B55-988C-88CBC4398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42AF1-0C0F-4A45-A564-CE45498D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78E8F-92D2-421F-A426-8666CEF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824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B5254-8DFE-4AD8-A3B8-3CE52A52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D04B4-6F19-440A-ABDC-A1C9E2D25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266BC-7062-4A37-AADC-7F36B2970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DDB5AF-E0BF-4209-8664-C359F20AE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D5343-5B71-4E8D-86DB-DDD8CE75A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4471D4-DF2C-4AD1-8F75-E04DF5BA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1CBA-BEBF-4D89-BC04-21127E2BA9D5}" type="datetimeFigureOut">
              <a:rPr lang="en-IN" smtClean="0"/>
              <a:t>20-03-2021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7A233-C79B-4930-AB53-368CB232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28597-905C-435C-9549-30BD7BC4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78E8F-92D2-421F-A426-8666CEF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13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8CA9-DBBB-4F46-836B-B3679020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354B7-7229-49C2-8309-4D5EF133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1CBA-BEBF-4D89-BC04-21127E2BA9D5}" type="datetimeFigureOut">
              <a:rPr lang="en-IN" smtClean="0"/>
              <a:t>20-03-2021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E80741-3CE8-4A97-AF2F-87F7CF482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DE180-536B-41D9-AEEF-C581A814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78E8F-92D2-421F-A426-8666CEF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84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CB65D-1C00-456B-A872-BE72D2AB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1CBA-BEBF-4D89-BC04-21127E2BA9D5}" type="datetimeFigureOut">
              <a:rPr lang="en-IN" smtClean="0"/>
              <a:t>20-03-2021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50874-DD18-43F0-A7BB-AA50E04E3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ADD0C-9D6D-4D32-9608-ABB1F4D5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78E8F-92D2-421F-A426-8666CEF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04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A0C86-C5D0-4A13-8BAD-5F302203B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A5FB7-8E32-4E8F-B572-BC46FA779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450A8-3EE8-4E99-A9F5-D74081499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CF54D-0D91-488F-84A7-3FD9A71E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1CBA-BEBF-4D89-BC04-21127E2BA9D5}" type="datetimeFigureOut">
              <a:rPr lang="en-IN" smtClean="0"/>
              <a:t>20-03-2021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20F57-0D07-4C2C-9E39-3022A8A4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14B08-B403-4FF0-8822-254C9864A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78E8F-92D2-421F-A426-8666CEF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39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6EA3-58D7-404F-A74A-61A7E09A9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5532C-6845-4444-97F4-351B9B54D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FC4DE-10C5-4412-A0B2-41D18DFC1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E99BE-A8D3-469B-9DB1-723B74FF3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1CBA-BEBF-4D89-BC04-21127E2BA9D5}" type="datetimeFigureOut">
              <a:rPr lang="en-IN" smtClean="0"/>
              <a:t>20-03-2021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CA258-5487-4EA8-B3F7-8DD2C9036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57CF6-1CCE-462E-A15B-092BB233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78E8F-92D2-421F-A426-8666CEF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03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B769-4205-4809-AD92-639B4F0D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89E5D-A7D6-4597-A82D-F0015E91A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F578D-DB00-4D56-B7E2-0C7F73B70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1CBA-BEBF-4D89-BC04-21127E2BA9D5}" type="datetimeFigureOut">
              <a:rPr lang="en-IN" smtClean="0"/>
              <a:t>20-03-2021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44E52-10A4-49DC-90F4-D774A5092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1406-B21C-41FE-BF23-9A836D80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78E8F-92D2-421F-A426-8666CEF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59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ADCF4-136B-4B08-A884-0C32A25725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05BF3-EFEF-483E-99C7-6DCDD2A05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2030C-3812-48A1-A937-90F7C8BC1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C1CBA-BEBF-4D89-BC04-21127E2BA9D5}" type="datetimeFigureOut">
              <a:rPr lang="en-IN" smtClean="0"/>
              <a:t>20-03-2021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5379C-25E0-4C44-AB01-F63866A83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1205D-4C79-4E30-90C4-D851DACE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78E8F-92D2-421F-A426-8666CEF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79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3F17DD-92F3-4E3B-A481-51CB70B2B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540A0-3A80-44CB-944E-33B82B2F9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08819-0DFC-4780-9D15-BC87DBC71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C1CBA-BEBF-4D89-BC04-21127E2BA9D5}" type="datetimeFigureOut">
              <a:rPr lang="en-IN" smtClean="0"/>
              <a:t>20-03-2021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C6645-B30D-4B8E-8BAE-990D33C16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9A868-80E3-4A22-9113-E817D78FA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78E8F-92D2-421F-A426-8666CEFD9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836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DDCB211C-C113-40AC-9210-458A3CE4D1A4}"/>
              </a:ext>
            </a:extLst>
          </p:cNvPr>
          <p:cNvGrpSpPr/>
          <p:nvPr/>
        </p:nvGrpSpPr>
        <p:grpSpPr>
          <a:xfrm>
            <a:off x="5890160" y="1168476"/>
            <a:ext cx="6301839" cy="5689523"/>
            <a:chOff x="3716369" y="1513418"/>
            <a:chExt cx="4759261" cy="429683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3F6394-7598-4070-BCCD-0C4091B2D9FA}"/>
                </a:ext>
              </a:extLst>
            </p:cNvPr>
            <p:cNvSpPr/>
            <p:nvPr/>
          </p:nvSpPr>
          <p:spPr>
            <a:xfrm>
              <a:off x="3716369" y="1513418"/>
              <a:ext cx="4759261" cy="4296831"/>
            </a:xfrm>
            <a:custGeom>
              <a:avLst/>
              <a:gdLst>
                <a:gd name="connsiteX0" fmla="*/ 4759262 w 4759261"/>
                <a:gd name="connsiteY0" fmla="*/ 313572 h 4296831"/>
                <a:gd name="connsiteX1" fmla="*/ 4759262 w 4759261"/>
                <a:gd name="connsiteY1" fmla="*/ 4296832 h 4296831"/>
                <a:gd name="connsiteX2" fmla="*/ 0 w 4759261"/>
                <a:gd name="connsiteY2" fmla="*/ 4296832 h 4296831"/>
                <a:gd name="connsiteX3" fmla="*/ 0 w 4759261"/>
                <a:gd name="connsiteY3" fmla="*/ 3506733 h 4296831"/>
                <a:gd name="connsiteX4" fmla="*/ 4667 w 4759261"/>
                <a:gd name="connsiteY4" fmla="*/ 3495017 h 4296831"/>
                <a:gd name="connsiteX5" fmla="*/ 58293 w 4759261"/>
                <a:gd name="connsiteY5" fmla="*/ 3336807 h 4296831"/>
                <a:gd name="connsiteX6" fmla="*/ 190500 w 4759261"/>
                <a:gd name="connsiteY6" fmla="*/ 3120018 h 4296831"/>
                <a:gd name="connsiteX7" fmla="*/ 445675 w 4759261"/>
                <a:gd name="connsiteY7" fmla="*/ 2967618 h 4296831"/>
                <a:gd name="connsiteX8" fmla="*/ 668465 w 4759261"/>
                <a:gd name="connsiteY8" fmla="*/ 2930280 h 4296831"/>
                <a:gd name="connsiteX9" fmla="*/ 819626 w 4759261"/>
                <a:gd name="connsiteY9" fmla="*/ 2913706 h 4296831"/>
                <a:gd name="connsiteX10" fmla="*/ 870395 w 4759261"/>
                <a:gd name="connsiteY10" fmla="*/ 2905420 h 4296831"/>
                <a:gd name="connsiteX11" fmla="*/ 868490 w 4759261"/>
                <a:gd name="connsiteY11" fmla="*/ 2903133 h 4296831"/>
                <a:gd name="connsiteX12" fmla="*/ 860965 w 4759261"/>
                <a:gd name="connsiteY12" fmla="*/ 2900276 h 4296831"/>
                <a:gd name="connsiteX13" fmla="*/ 780860 w 4759261"/>
                <a:gd name="connsiteY13" fmla="*/ 2830363 h 4296831"/>
                <a:gd name="connsiteX14" fmla="*/ 750856 w 4759261"/>
                <a:gd name="connsiteY14" fmla="*/ 2753782 h 4296831"/>
                <a:gd name="connsiteX15" fmla="*/ 724281 w 4759261"/>
                <a:gd name="connsiteY15" fmla="*/ 2591857 h 4296831"/>
                <a:gd name="connsiteX16" fmla="*/ 718852 w 4759261"/>
                <a:gd name="connsiteY16" fmla="*/ 2577950 h 4296831"/>
                <a:gd name="connsiteX17" fmla="*/ 669322 w 4759261"/>
                <a:gd name="connsiteY17" fmla="*/ 2496607 h 4296831"/>
                <a:gd name="connsiteX18" fmla="*/ 662654 w 4759261"/>
                <a:gd name="connsiteY18" fmla="*/ 2442124 h 4296831"/>
                <a:gd name="connsiteX19" fmla="*/ 654653 w 4759261"/>
                <a:gd name="connsiteY19" fmla="*/ 2440885 h 4296831"/>
                <a:gd name="connsiteX20" fmla="*/ 593503 w 4759261"/>
                <a:gd name="connsiteY20" fmla="*/ 2407262 h 4296831"/>
                <a:gd name="connsiteX21" fmla="*/ 559594 w 4759261"/>
                <a:gd name="connsiteY21" fmla="*/ 2333158 h 4296831"/>
                <a:gd name="connsiteX22" fmla="*/ 561975 w 4759261"/>
                <a:gd name="connsiteY22" fmla="*/ 2300296 h 4296831"/>
                <a:gd name="connsiteX23" fmla="*/ 561308 w 4759261"/>
                <a:gd name="connsiteY23" fmla="*/ 2289724 h 4296831"/>
                <a:gd name="connsiteX24" fmla="*/ 550831 w 4759261"/>
                <a:gd name="connsiteY24" fmla="*/ 2252290 h 4296831"/>
                <a:gd name="connsiteX25" fmla="*/ 579406 w 4759261"/>
                <a:gd name="connsiteY25" fmla="*/ 2163803 h 4296831"/>
                <a:gd name="connsiteX26" fmla="*/ 598456 w 4759261"/>
                <a:gd name="connsiteY26" fmla="*/ 2138276 h 4296831"/>
                <a:gd name="connsiteX27" fmla="*/ 588931 w 4759261"/>
                <a:gd name="connsiteY27" fmla="*/ 2136085 h 4296831"/>
                <a:gd name="connsiteX28" fmla="*/ 487871 w 4759261"/>
                <a:gd name="connsiteY28" fmla="*/ 2083888 h 4296831"/>
                <a:gd name="connsiteX29" fmla="*/ 414242 w 4759261"/>
                <a:gd name="connsiteY29" fmla="*/ 1961206 h 4296831"/>
                <a:gd name="connsiteX30" fmla="*/ 391478 w 4759261"/>
                <a:gd name="connsiteY30" fmla="*/ 1878720 h 4296831"/>
                <a:gd name="connsiteX31" fmla="*/ 402336 w 4759261"/>
                <a:gd name="connsiteY31" fmla="*/ 1836619 h 4296831"/>
                <a:gd name="connsiteX32" fmla="*/ 438341 w 4759261"/>
                <a:gd name="connsiteY32" fmla="*/ 1808044 h 4296831"/>
                <a:gd name="connsiteX33" fmla="*/ 562737 w 4759261"/>
                <a:gd name="connsiteY33" fmla="*/ 1740417 h 4296831"/>
                <a:gd name="connsiteX34" fmla="*/ 675989 w 4759261"/>
                <a:gd name="connsiteY34" fmla="*/ 1660026 h 4296831"/>
                <a:gd name="connsiteX35" fmla="*/ 696849 w 4759261"/>
                <a:gd name="connsiteY35" fmla="*/ 1635261 h 4296831"/>
                <a:gd name="connsiteX36" fmla="*/ 677799 w 4759261"/>
                <a:gd name="connsiteY36" fmla="*/ 1609924 h 4296831"/>
                <a:gd name="connsiteX37" fmla="*/ 563499 w 4759261"/>
                <a:gd name="connsiteY37" fmla="*/ 1484099 h 4296831"/>
                <a:gd name="connsiteX38" fmla="*/ 416052 w 4759261"/>
                <a:gd name="connsiteY38" fmla="*/ 1369037 h 4296831"/>
                <a:gd name="connsiteX39" fmla="*/ 262985 w 4759261"/>
                <a:gd name="connsiteY39" fmla="*/ 1212922 h 4296831"/>
                <a:gd name="connsiteX40" fmla="*/ 181261 w 4759261"/>
                <a:gd name="connsiteY40" fmla="*/ 970892 h 4296831"/>
                <a:gd name="connsiteX41" fmla="*/ 265367 w 4759261"/>
                <a:gd name="connsiteY41" fmla="*/ 701334 h 4296831"/>
                <a:gd name="connsiteX42" fmla="*/ 432054 w 4759261"/>
                <a:gd name="connsiteY42" fmla="*/ 560555 h 4296831"/>
                <a:gd name="connsiteX43" fmla="*/ 722281 w 4759261"/>
                <a:gd name="connsiteY43" fmla="*/ 427205 h 4296831"/>
                <a:gd name="connsiteX44" fmla="*/ 1074706 w 4759261"/>
                <a:gd name="connsiteY44" fmla="*/ 262994 h 4296831"/>
                <a:gd name="connsiteX45" fmla="*/ 1266825 w 4759261"/>
                <a:gd name="connsiteY45" fmla="*/ 152409 h 4296831"/>
                <a:gd name="connsiteX46" fmla="*/ 2003965 w 4759261"/>
                <a:gd name="connsiteY46" fmla="*/ 9534 h 4296831"/>
                <a:gd name="connsiteX47" fmla="*/ 2358009 w 4759261"/>
                <a:gd name="connsiteY47" fmla="*/ 100307 h 4296831"/>
                <a:gd name="connsiteX48" fmla="*/ 2755011 w 4759261"/>
                <a:gd name="connsiteY48" fmla="*/ 369007 h 4296831"/>
                <a:gd name="connsiteX49" fmla="*/ 2971228 w 4759261"/>
                <a:gd name="connsiteY49" fmla="*/ 672759 h 4296831"/>
                <a:gd name="connsiteX50" fmla="*/ 3123628 w 4759261"/>
                <a:gd name="connsiteY50" fmla="*/ 947746 h 4296831"/>
                <a:gd name="connsiteX51" fmla="*/ 3400330 w 4759261"/>
                <a:gd name="connsiteY51" fmla="*/ 1181871 h 4296831"/>
                <a:gd name="connsiteX52" fmla="*/ 3724751 w 4759261"/>
                <a:gd name="connsiteY52" fmla="*/ 1135674 h 4296831"/>
                <a:gd name="connsiteX53" fmla="*/ 3792760 w 4759261"/>
                <a:gd name="connsiteY53" fmla="*/ 1077858 h 4296831"/>
                <a:gd name="connsiteX54" fmla="*/ 3970687 w 4759261"/>
                <a:gd name="connsiteY54" fmla="*/ 843543 h 4296831"/>
                <a:gd name="connsiteX55" fmla="*/ 4021265 w 4759261"/>
                <a:gd name="connsiteY55" fmla="*/ 756103 h 4296831"/>
                <a:gd name="connsiteX56" fmla="*/ 4201097 w 4759261"/>
                <a:gd name="connsiteY56" fmla="*/ 513406 h 4296831"/>
                <a:gd name="connsiteX57" fmla="*/ 4321397 w 4759261"/>
                <a:gd name="connsiteY57" fmla="*/ 422919 h 4296831"/>
                <a:gd name="connsiteX58" fmla="*/ 4759262 w 4759261"/>
                <a:gd name="connsiteY58" fmla="*/ 313572 h 4296831"/>
                <a:gd name="connsiteX59" fmla="*/ 748665 w 4759261"/>
                <a:gd name="connsiteY59" fmla="*/ 2585665 h 4296831"/>
                <a:gd name="connsiteX60" fmla="*/ 748665 w 4759261"/>
                <a:gd name="connsiteY60" fmla="*/ 2590618 h 4296831"/>
                <a:gd name="connsiteX61" fmla="*/ 764572 w 4759261"/>
                <a:gd name="connsiteY61" fmla="*/ 2678439 h 4296831"/>
                <a:gd name="connsiteX62" fmla="*/ 809435 w 4759261"/>
                <a:gd name="connsiteY62" fmla="*/ 2815599 h 4296831"/>
                <a:gd name="connsiteX63" fmla="*/ 905923 w 4759261"/>
                <a:gd name="connsiteY63" fmla="*/ 2873892 h 4296831"/>
                <a:gd name="connsiteX64" fmla="*/ 1045369 w 4759261"/>
                <a:gd name="connsiteY64" fmla="*/ 2841602 h 4296831"/>
                <a:gd name="connsiteX65" fmla="*/ 1070991 w 4759261"/>
                <a:gd name="connsiteY65" fmla="*/ 2821218 h 4296831"/>
                <a:gd name="connsiteX66" fmla="*/ 1285875 w 4759261"/>
                <a:gd name="connsiteY66" fmla="*/ 2521181 h 4296831"/>
                <a:gd name="connsiteX67" fmla="*/ 1696974 w 4759261"/>
                <a:gd name="connsiteY67" fmla="*/ 2168756 h 4296831"/>
                <a:gd name="connsiteX68" fmla="*/ 2197418 w 4759261"/>
                <a:gd name="connsiteY68" fmla="*/ 2004735 h 4296831"/>
                <a:gd name="connsiteX69" fmla="*/ 2381155 w 4759261"/>
                <a:gd name="connsiteY69" fmla="*/ 1971969 h 4296831"/>
                <a:gd name="connsiteX70" fmla="*/ 2592991 w 4759261"/>
                <a:gd name="connsiteY70" fmla="*/ 1876719 h 4296831"/>
                <a:gd name="connsiteX71" fmla="*/ 2702147 w 4759261"/>
                <a:gd name="connsiteY71" fmla="*/ 1592874 h 4296831"/>
                <a:gd name="connsiteX72" fmla="*/ 2625947 w 4759261"/>
                <a:gd name="connsiteY72" fmla="*/ 1451809 h 4296831"/>
                <a:gd name="connsiteX73" fmla="*/ 2442115 w 4759261"/>
                <a:gd name="connsiteY73" fmla="*/ 1409518 h 4296831"/>
                <a:gd name="connsiteX74" fmla="*/ 2270665 w 4759261"/>
                <a:gd name="connsiteY74" fmla="*/ 1488099 h 4296831"/>
                <a:gd name="connsiteX75" fmla="*/ 2146840 w 4759261"/>
                <a:gd name="connsiteY75" fmla="*/ 1681457 h 4296831"/>
                <a:gd name="connsiteX76" fmla="*/ 2138077 w 4759261"/>
                <a:gd name="connsiteY76" fmla="*/ 1765563 h 4296831"/>
                <a:gd name="connsiteX77" fmla="*/ 2124170 w 4759261"/>
                <a:gd name="connsiteY77" fmla="*/ 1787185 h 4296831"/>
                <a:gd name="connsiteX78" fmla="*/ 2104073 w 4759261"/>
                <a:gd name="connsiteY78" fmla="*/ 1770230 h 4296831"/>
                <a:gd name="connsiteX79" fmla="*/ 2098643 w 4759261"/>
                <a:gd name="connsiteY79" fmla="*/ 1735940 h 4296831"/>
                <a:gd name="connsiteX80" fmla="*/ 2144173 w 4759261"/>
                <a:gd name="connsiteY80" fmla="*/ 1565728 h 4296831"/>
                <a:gd name="connsiteX81" fmla="*/ 2149031 w 4759261"/>
                <a:gd name="connsiteY81" fmla="*/ 1556203 h 4296831"/>
                <a:gd name="connsiteX82" fmla="*/ 1963960 w 4759261"/>
                <a:gd name="connsiteY82" fmla="*/ 1460953 h 4296831"/>
                <a:gd name="connsiteX83" fmla="*/ 1499997 w 4759261"/>
                <a:gd name="connsiteY83" fmla="*/ 1110243 h 4296831"/>
                <a:gd name="connsiteX84" fmla="*/ 1196150 w 4759261"/>
                <a:gd name="connsiteY84" fmla="*/ 768486 h 4296831"/>
                <a:gd name="connsiteX85" fmla="*/ 981742 w 4759261"/>
                <a:gd name="connsiteY85" fmla="*/ 471020 h 4296831"/>
                <a:gd name="connsiteX86" fmla="*/ 960406 w 4759261"/>
                <a:gd name="connsiteY86" fmla="*/ 437397 h 4296831"/>
                <a:gd name="connsiteX87" fmla="*/ 957358 w 4759261"/>
                <a:gd name="connsiteY87" fmla="*/ 442540 h 4296831"/>
                <a:gd name="connsiteX88" fmla="*/ 859822 w 4759261"/>
                <a:gd name="connsiteY88" fmla="*/ 619515 h 4296831"/>
                <a:gd name="connsiteX89" fmla="*/ 778764 w 4759261"/>
                <a:gd name="connsiteY89" fmla="*/ 1012707 h 4296831"/>
                <a:gd name="connsiteX90" fmla="*/ 760952 w 4759261"/>
                <a:gd name="connsiteY90" fmla="*/ 1193682 h 4296831"/>
                <a:gd name="connsiteX91" fmla="*/ 748475 w 4759261"/>
                <a:gd name="connsiteY91" fmla="*/ 1391802 h 4296831"/>
                <a:gd name="connsiteX92" fmla="*/ 751999 w 4759261"/>
                <a:gd name="connsiteY92" fmla="*/ 1531152 h 4296831"/>
                <a:gd name="connsiteX93" fmla="*/ 650843 w 4759261"/>
                <a:gd name="connsiteY93" fmla="*/ 1726129 h 4296831"/>
                <a:gd name="connsiteX94" fmla="*/ 571500 w 4759261"/>
                <a:gd name="connsiteY94" fmla="*/ 1776516 h 4296831"/>
                <a:gd name="connsiteX95" fmla="*/ 429387 w 4759261"/>
                <a:gd name="connsiteY95" fmla="*/ 1852716 h 4296831"/>
                <a:gd name="connsiteX96" fmla="*/ 420624 w 4759261"/>
                <a:gd name="connsiteY96" fmla="*/ 1867385 h 4296831"/>
                <a:gd name="connsiteX97" fmla="*/ 422338 w 4759261"/>
                <a:gd name="connsiteY97" fmla="*/ 1878815 h 4296831"/>
                <a:gd name="connsiteX98" fmla="*/ 491109 w 4759261"/>
                <a:gd name="connsiteY98" fmla="*/ 2037692 h 4296831"/>
                <a:gd name="connsiteX99" fmla="*/ 582359 w 4759261"/>
                <a:gd name="connsiteY99" fmla="*/ 2103129 h 4296831"/>
                <a:gd name="connsiteX100" fmla="*/ 623411 w 4759261"/>
                <a:gd name="connsiteY100" fmla="*/ 2110558 h 4296831"/>
                <a:gd name="connsiteX101" fmla="*/ 638937 w 4759261"/>
                <a:gd name="connsiteY101" fmla="*/ 2134942 h 4296831"/>
                <a:gd name="connsiteX102" fmla="*/ 623221 w 4759261"/>
                <a:gd name="connsiteY102" fmla="*/ 2163517 h 4296831"/>
                <a:gd name="connsiteX103" fmla="*/ 607124 w 4759261"/>
                <a:gd name="connsiteY103" fmla="*/ 2184758 h 4296831"/>
                <a:gd name="connsiteX104" fmla="*/ 586550 w 4759261"/>
                <a:gd name="connsiteY104" fmla="*/ 2268959 h 4296831"/>
                <a:gd name="connsiteX105" fmla="*/ 658654 w 4759261"/>
                <a:gd name="connsiteY105" fmla="*/ 2254100 h 4296831"/>
                <a:gd name="connsiteX106" fmla="*/ 917829 w 4759261"/>
                <a:gd name="connsiteY106" fmla="*/ 2177900 h 4296831"/>
                <a:gd name="connsiteX107" fmla="*/ 940975 w 4759261"/>
                <a:gd name="connsiteY107" fmla="*/ 2179805 h 4296831"/>
                <a:gd name="connsiteX108" fmla="*/ 938403 w 4759261"/>
                <a:gd name="connsiteY108" fmla="*/ 2203046 h 4296831"/>
                <a:gd name="connsiteX109" fmla="*/ 918020 w 4759261"/>
                <a:gd name="connsiteY109" fmla="*/ 2239432 h 4296831"/>
                <a:gd name="connsiteX110" fmla="*/ 885539 w 4759261"/>
                <a:gd name="connsiteY110" fmla="*/ 2379068 h 4296831"/>
                <a:gd name="connsiteX111" fmla="*/ 831914 w 4759261"/>
                <a:gd name="connsiteY111" fmla="*/ 2525848 h 4296831"/>
                <a:gd name="connsiteX112" fmla="*/ 748665 w 4759261"/>
                <a:gd name="connsiteY112" fmla="*/ 2585665 h 4296831"/>
                <a:gd name="connsiteX113" fmla="*/ 68961 w 4759261"/>
                <a:gd name="connsiteY113" fmla="*/ 3501494 h 4296831"/>
                <a:gd name="connsiteX114" fmla="*/ 71628 w 4759261"/>
                <a:gd name="connsiteY114" fmla="*/ 3503494 h 4296831"/>
                <a:gd name="connsiteX115" fmla="*/ 79343 w 4759261"/>
                <a:gd name="connsiteY115" fmla="*/ 3493969 h 4296831"/>
                <a:gd name="connsiteX116" fmla="*/ 242792 w 4759261"/>
                <a:gd name="connsiteY116" fmla="*/ 3315471 h 4296831"/>
                <a:gd name="connsiteX117" fmla="*/ 529209 w 4759261"/>
                <a:gd name="connsiteY117" fmla="*/ 3163071 h 4296831"/>
                <a:gd name="connsiteX118" fmla="*/ 753999 w 4759261"/>
                <a:gd name="connsiteY118" fmla="*/ 3092967 h 4296831"/>
                <a:gd name="connsiteX119" fmla="*/ 973074 w 4759261"/>
                <a:gd name="connsiteY119" fmla="*/ 2961903 h 4296831"/>
                <a:gd name="connsiteX120" fmla="*/ 984695 w 4759261"/>
                <a:gd name="connsiteY120" fmla="*/ 2948377 h 4296831"/>
                <a:gd name="connsiteX121" fmla="*/ 946595 w 4759261"/>
                <a:gd name="connsiteY121" fmla="*/ 2968475 h 4296831"/>
                <a:gd name="connsiteX122" fmla="*/ 723614 w 4759261"/>
                <a:gd name="connsiteY122" fmla="*/ 3039913 h 4296831"/>
                <a:gd name="connsiteX123" fmla="*/ 509111 w 4759261"/>
                <a:gd name="connsiteY123" fmla="*/ 3093538 h 4296831"/>
                <a:gd name="connsiteX124" fmla="*/ 320802 w 4759261"/>
                <a:gd name="connsiteY124" fmla="*/ 3185074 h 4296831"/>
                <a:gd name="connsiteX125" fmla="*/ 110681 w 4759261"/>
                <a:gd name="connsiteY125" fmla="*/ 3422246 h 4296831"/>
                <a:gd name="connsiteX126" fmla="*/ 68961 w 4759261"/>
                <a:gd name="connsiteY126" fmla="*/ 3501494 h 4296831"/>
                <a:gd name="connsiteX127" fmla="*/ 85249 w 4759261"/>
                <a:gd name="connsiteY127" fmla="*/ 3377669 h 4296831"/>
                <a:gd name="connsiteX128" fmla="*/ 87916 w 4759261"/>
                <a:gd name="connsiteY128" fmla="*/ 3378812 h 4296831"/>
                <a:gd name="connsiteX129" fmla="*/ 89821 w 4759261"/>
                <a:gd name="connsiteY129" fmla="*/ 3377669 h 4296831"/>
                <a:gd name="connsiteX130" fmla="*/ 97822 w 4759261"/>
                <a:gd name="connsiteY130" fmla="*/ 3364906 h 4296831"/>
                <a:gd name="connsiteX131" fmla="*/ 210407 w 4759261"/>
                <a:gd name="connsiteY131" fmla="*/ 3225079 h 4296831"/>
                <a:gd name="connsiteX132" fmla="*/ 497300 w 4759261"/>
                <a:gd name="connsiteY132" fmla="*/ 3060677 h 4296831"/>
                <a:gd name="connsiteX133" fmla="*/ 752666 w 4759261"/>
                <a:gd name="connsiteY133" fmla="*/ 2997907 h 4296831"/>
                <a:gd name="connsiteX134" fmla="*/ 944499 w 4759261"/>
                <a:gd name="connsiteY134" fmla="*/ 2931232 h 4296831"/>
                <a:gd name="connsiteX135" fmla="*/ 973074 w 4759261"/>
                <a:gd name="connsiteY135" fmla="*/ 2913421 h 4296831"/>
                <a:gd name="connsiteX136" fmla="*/ 967740 w 4759261"/>
                <a:gd name="connsiteY136" fmla="*/ 2912849 h 4296831"/>
                <a:gd name="connsiteX137" fmla="*/ 742283 w 4759261"/>
                <a:gd name="connsiteY137" fmla="*/ 2958569 h 4296831"/>
                <a:gd name="connsiteX138" fmla="*/ 532733 w 4759261"/>
                <a:gd name="connsiteY138" fmla="*/ 2984667 h 4296831"/>
                <a:gd name="connsiteX139" fmla="*/ 131731 w 4759261"/>
                <a:gd name="connsiteY139" fmla="*/ 3274418 h 4296831"/>
                <a:gd name="connsiteX140" fmla="*/ 85249 w 4759261"/>
                <a:gd name="connsiteY140" fmla="*/ 3377383 h 4296831"/>
                <a:gd name="connsiteX141" fmla="*/ 451104 w 4759261"/>
                <a:gd name="connsiteY141" fmla="*/ 599226 h 4296831"/>
                <a:gd name="connsiteX142" fmla="*/ 446627 w 4759261"/>
                <a:gd name="connsiteY142" fmla="*/ 594178 h 4296831"/>
                <a:gd name="connsiteX143" fmla="*/ 367856 w 4759261"/>
                <a:gd name="connsiteY143" fmla="*/ 650376 h 4296831"/>
                <a:gd name="connsiteX144" fmla="*/ 221456 w 4759261"/>
                <a:gd name="connsiteY144" fmla="*/ 972226 h 4296831"/>
                <a:gd name="connsiteX145" fmla="*/ 291751 w 4759261"/>
                <a:gd name="connsiteY145" fmla="*/ 1178632 h 4296831"/>
                <a:gd name="connsiteX146" fmla="*/ 439198 w 4759261"/>
                <a:gd name="connsiteY146" fmla="*/ 1331890 h 4296831"/>
                <a:gd name="connsiteX147" fmla="*/ 438722 w 4759261"/>
                <a:gd name="connsiteY147" fmla="*/ 1331890 h 4296831"/>
                <a:gd name="connsiteX148" fmla="*/ 375857 w 4759261"/>
                <a:gd name="connsiteY148" fmla="*/ 1236640 h 4296831"/>
                <a:gd name="connsiteX149" fmla="*/ 316611 w 4759261"/>
                <a:gd name="connsiteY149" fmla="*/ 823064 h 4296831"/>
                <a:gd name="connsiteX150" fmla="*/ 436055 w 4759261"/>
                <a:gd name="connsiteY150" fmla="*/ 610942 h 4296831"/>
                <a:gd name="connsiteX151" fmla="*/ 451104 w 4759261"/>
                <a:gd name="connsiteY151" fmla="*/ 598941 h 4296831"/>
                <a:gd name="connsiteX152" fmla="*/ 589407 w 4759261"/>
                <a:gd name="connsiteY152" fmla="*/ 2301154 h 4296831"/>
                <a:gd name="connsiteX153" fmla="*/ 622935 w 4759261"/>
                <a:gd name="connsiteY153" fmla="*/ 2384307 h 4296831"/>
                <a:gd name="connsiteX154" fmla="*/ 668846 w 4759261"/>
                <a:gd name="connsiteY154" fmla="*/ 2404500 h 4296831"/>
                <a:gd name="connsiteX155" fmla="*/ 719042 w 4759261"/>
                <a:gd name="connsiteY155" fmla="*/ 2388593 h 4296831"/>
                <a:gd name="connsiteX156" fmla="*/ 769525 w 4759261"/>
                <a:gd name="connsiteY156" fmla="*/ 2349636 h 4296831"/>
                <a:gd name="connsiteX157" fmla="*/ 867537 w 4759261"/>
                <a:gd name="connsiteY157" fmla="*/ 2238193 h 4296831"/>
                <a:gd name="connsiteX158" fmla="*/ 866489 w 4759261"/>
                <a:gd name="connsiteY158" fmla="*/ 2235526 h 4296831"/>
                <a:gd name="connsiteX159" fmla="*/ 663893 w 4759261"/>
                <a:gd name="connsiteY159" fmla="*/ 2286961 h 4296831"/>
                <a:gd name="connsiteX160" fmla="*/ 589407 w 4759261"/>
                <a:gd name="connsiteY160" fmla="*/ 2301154 h 4296831"/>
                <a:gd name="connsiteX161" fmla="*/ 865156 w 4759261"/>
                <a:gd name="connsiteY161" fmla="*/ 2297534 h 4296831"/>
                <a:gd name="connsiteX162" fmla="*/ 855631 w 4759261"/>
                <a:gd name="connsiteY162" fmla="*/ 2308202 h 4296831"/>
                <a:gd name="connsiteX163" fmla="*/ 819245 w 4759261"/>
                <a:gd name="connsiteY163" fmla="*/ 2350493 h 4296831"/>
                <a:gd name="connsiteX164" fmla="*/ 705993 w 4759261"/>
                <a:gd name="connsiteY164" fmla="*/ 2435551 h 4296831"/>
                <a:gd name="connsiteX165" fmla="*/ 700278 w 4759261"/>
                <a:gd name="connsiteY165" fmla="*/ 2442885 h 4296831"/>
                <a:gd name="connsiteX166" fmla="*/ 723329 w 4759261"/>
                <a:gd name="connsiteY166" fmla="*/ 2532706 h 4296831"/>
                <a:gd name="connsiteX167" fmla="*/ 770954 w 4759261"/>
                <a:gd name="connsiteY167" fmla="*/ 2538231 h 4296831"/>
                <a:gd name="connsiteX168" fmla="*/ 809720 w 4759261"/>
                <a:gd name="connsiteY168" fmla="*/ 2494035 h 4296831"/>
                <a:gd name="connsiteX169" fmla="*/ 865156 w 4759261"/>
                <a:gd name="connsiteY169" fmla="*/ 2297534 h 429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4759261" h="4296831">
                  <a:moveTo>
                    <a:pt x="4759262" y="313572"/>
                  </a:moveTo>
                  <a:lnTo>
                    <a:pt x="4759262" y="4296832"/>
                  </a:lnTo>
                  <a:lnTo>
                    <a:pt x="0" y="4296832"/>
                  </a:lnTo>
                  <a:lnTo>
                    <a:pt x="0" y="3506733"/>
                  </a:lnTo>
                  <a:cubicBezTo>
                    <a:pt x="1619" y="3502828"/>
                    <a:pt x="3334" y="3498922"/>
                    <a:pt x="4667" y="3495017"/>
                  </a:cubicBezTo>
                  <a:cubicBezTo>
                    <a:pt x="22479" y="3442249"/>
                    <a:pt x="38767" y="3388908"/>
                    <a:pt x="58293" y="3336807"/>
                  </a:cubicBezTo>
                  <a:cubicBezTo>
                    <a:pt x="87396" y="3256416"/>
                    <a:pt x="132355" y="3182692"/>
                    <a:pt x="190500" y="3120018"/>
                  </a:cubicBezTo>
                  <a:cubicBezTo>
                    <a:pt x="260985" y="3045151"/>
                    <a:pt x="347758" y="2996764"/>
                    <a:pt x="445675" y="2967618"/>
                  </a:cubicBezTo>
                  <a:cubicBezTo>
                    <a:pt x="518351" y="2946091"/>
                    <a:pt x="593598" y="2939043"/>
                    <a:pt x="668465" y="2930280"/>
                  </a:cubicBezTo>
                  <a:cubicBezTo>
                    <a:pt x="718852" y="2924374"/>
                    <a:pt x="769239" y="2919516"/>
                    <a:pt x="819626" y="2913706"/>
                  </a:cubicBezTo>
                  <a:cubicBezTo>
                    <a:pt x="836295" y="2911706"/>
                    <a:pt x="852869" y="2908277"/>
                    <a:pt x="870395" y="2905420"/>
                  </a:cubicBezTo>
                  <a:cubicBezTo>
                    <a:pt x="868966" y="2903610"/>
                    <a:pt x="868775" y="2903229"/>
                    <a:pt x="868490" y="2903133"/>
                  </a:cubicBezTo>
                  <a:lnTo>
                    <a:pt x="860965" y="2900276"/>
                  </a:lnTo>
                  <a:cubicBezTo>
                    <a:pt x="825883" y="2888808"/>
                    <a:pt x="796969" y="2863567"/>
                    <a:pt x="780860" y="2830363"/>
                  </a:cubicBezTo>
                  <a:cubicBezTo>
                    <a:pt x="768863" y="2805664"/>
                    <a:pt x="758831" y="2780061"/>
                    <a:pt x="750856" y="2753782"/>
                  </a:cubicBezTo>
                  <a:cubicBezTo>
                    <a:pt x="734759" y="2701108"/>
                    <a:pt x="729234" y="2646340"/>
                    <a:pt x="724281" y="2591857"/>
                  </a:cubicBezTo>
                  <a:cubicBezTo>
                    <a:pt x="724249" y="2586713"/>
                    <a:pt x="722315" y="2581760"/>
                    <a:pt x="718852" y="2577950"/>
                  </a:cubicBezTo>
                  <a:cubicBezTo>
                    <a:pt x="692662" y="2558062"/>
                    <a:pt x="674967" y="2529001"/>
                    <a:pt x="669322" y="2496607"/>
                  </a:cubicBezTo>
                  <a:cubicBezTo>
                    <a:pt x="665988" y="2478890"/>
                    <a:pt x="664845" y="2460792"/>
                    <a:pt x="662654" y="2442124"/>
                  </a:cubicBezTo>
                  <a:cubicBezTo>
                    <a:pt x="660017" y="2441533"/>
                    <a:pt x="657344" y="2441123"/>
                    <a:pt x="654653" y="2440885"/>
                  </a:cubicBezTo>
                  <a:cubicBezTo>
                    <a:pt x="630257" y="2439418"/>
                    <a:pt x="607808" y="2427074"/>
                    <a:pt x="593503" y="2407262"/>
                  </a:cubicBezTo>
                  <a:cubicBezTo>
                    <a:pt x="575938" y="2385936"/>
                    <a:pt x="564249" y="2360390"/>
                    <a:pt x="559594" y="2333158"/>
                  </a:cubicBezTo>
                  <a:cubicBezTo>
                    <a:pt x="559262" y="2322147"/>
                    <a:pt x="560061" y="2311136"/>
                    <a:pt x="561975" y="2300296"/>
                  </a:cubicBezTo>
                  <a:cubicBezTo>
                    <a:pt x="562283" y="2296763"/>
                    <a:pt x="562058" y="2293191"/>
                    <a:pt x="561308" y="2289724"/>
                  </a:cubicBezTo>
                  <a:cubicBezTo>
                    <a:pt x="556693" y="2277589"/>
                    <a:pt x="553186" y="2265063"/>
                    <a:pt x="550831" y="2252290"/>
                  </a:cubicBezTo>
                  <a:cubicBezTo>
                    <a:pt x="547592" y="2219143"/>
                    <a:pt x="560356" y="2190187"/>
                    <a:pt x="579406" y="2163803"/>
                  </a:cubicBezTo>
                  <a:cubicBezTo>
                    <a:pt x="585407" y="2155421"/>
                    <a:pt x="591788" y="2147420"/>
                    <a:pt x="598456" y="2138276"/>
                  </a:cubicBezTo>
                  <a:cubicBezTo>
                    <a:pt x="594074" y="2137228"/>
                    <a:pt x="591503" y="2136466"/>
                    <a:pt x="588931" y="2136085"/>
                  </a:cubicBezTo>
                  <a:cubicBezTo>
                    <a:pt x="550309" y="2130618"/>
                    <a:pt x="514682" y="2112216"/>
                    <a:pt x="487871" y="2083888"/>
                  </a:cubicBezTo>
                  <a:cubicBezTo>
                    <a:pt x="453676" y="2048646"/>
                    <a:pt x="432530" y="2005498"/>
                    <a:pt x="414242" y="1961206"/>
                  </a:cubicBezTo>
                  <a:cubicBezTo>
                    <a:pt x="404554" y="1934336"/>
                    <a:pt x="396944" y="1906761"/>
                    <a:pt x="391478" y="1878720"/>
                  </a:cubicBezTo>
                  <a:cubicBezTo>
                    <a:pt x="387246" y="1863756"/>
                    <a:pt x="391394" y="1847668"/>
                    <a:pt x="402336" y="1836619"/>
                  </a:cubicBezTo>
                  <a:cubicBezTo>
                    <a:pt x="413025" y="1825551"/>
                    <a:pt x="425131" y="1815940"/>
                    <a:pt x="438341" y="1808044"/>
                  </a:cubicBezTo>
                  <a:cubicBezTo>
                    <a:pt x="479488" y="1784803"/>
                    <a:pt x="521684" y="1763658"/>
                    <a:pt x="562737" y="1740417"/>
                  </a:cubicBezTo>
                  <a:cubicBezTo>
                    <a:pt x="603934" y="1718843"/>
                    <a:pt x="642029" y="1691801"/>
                    <a:pt x="675989" y="1660026"/>
                  </a:cubicBezTo>
                  <a:cubicBezTo>
                    <a:pt x="683355" y="1652130"/>
                    <a:pt x="690317" y="1643862"/>
                    <a:pt x="696849" y="1635261"/>
                  </a:cubicBezTo>
                  <a:cubicBezTo>
                    <a:pt x="689610" y="1625736"/>
                    <a:pt x="683133" y="1618116"/>
                    <a:pt x="677799" y="1609924"/>
                  </a:cubicBezTo>
                  <a:cubicBezTo>
                    <a:pt x="647866" y="1561232"/>
                    <a:pt x="609101" y="1518560"/>
                    <a:pt x="563499" y="1484099"/>
                  </a:cubicBezTo>
                  <a:cubicBezTo>
                    <a:pt x="514064" y="1445999"/>
                    <a:pt x="464534" y="1407899"/>
                    <a:pt x="416052" y="1369037"/>
                  </a:cubicBezTo>
                  <a:cubicBezTo>
                    <a:pt x="358902" y="1322936"/>
                    <a:pt x="304038" y="1275025"/>
                    <a:pt x="262985" y="1212922"/>
                  </a:cubicBezTo>
                  <a:cubicBezTo>
                    <a:pt x="214313" y="1139199"/>
                    <a:pt x="183928" y="1059284"/>
                    <a:pt x="181261" y="970892"/>
                  </a:cubicBezTo>
                  <a:cubicBezTo>
                    <a:pt x="177350" y="874023"/>
                    <a:pt x="207065" y="778792"/>
                    <a:pt x="265367" y="701334"/>
                  </a:cubicBezTo>
                  <a:cubicBezTo>
                    <a:pt x="309848" y="641232"/>
                    <a:pt x="370142" y="599322"/>
                    <a:pt x="432054" y="560555"/>
                  </a:cubicBezTo>
                  <a:cubicBezTo>
                    <a:pt x="522827" y="503405"/>
                    <a:pt x="621887" y="463590"/>
                    <a:pt x="722281" y="427205"/>
                  </a:cubicBezTo>
                  <a:cubicBezTo>
                    <a:pt x="845006" y="384525"/>
                    <a:pt x="963082" y="329507"/>
                    <a:pt x="1074706" y="262994"/>
                  </a:cubicBezTo>
                  <a:cubicBezTo>
                    <a:pt x="1137761" y="224894"/>
                    <a:pt x="1201388" y="186794"/>
                    <a:pt x="1266825" y="152409"/>
                  </a:cubicBezTo>
                  <a:cubicBezTo>
                    <a:pt x="1498092" y="31822"/>
                    <a:pt x="1743075" y="-23804"/>
                    <a:pt x="2003965" y="9534"/>
                  </a:cubicBezTo>
                  <a:cubicBezTo>
                    <a:pt x="2125504" y="23823"/>
                    <a:pt x="2244585" y="54354"/>
                    <a:pt x="2358009" y="100307"/>
                  </a:cubicBezTo>
                  <a:cubicBezTo>
                    <a:pt x="2507828" y="160842"/>
                    <a:pt x="2643130" y="252417"/>
                    <a:pt x="2755011" y="369007"/>
                  </a:cubicBezTo>
                  <a:cubicBezTo>
                    <a:pt x="2840736" y="459809"/>
                    <a:pt x="2913498" y="562031"/>
                    <a:pt x="2971228" y="672759"/>
                  </a:cubicBezTo>
                  <a:cubicBezTo>
                    <a:pt x="3020187" y="765438"/>
                    <a:pt x="3070003" y="857926"/>
                    <a:pt x="3123628" y="947746"/>
                  </a:cubicBezTo>
                  <a:cubicBezTo>
                    <a:pt x="3186170" y="1055303"/>
                    <a:pt x="3283896" y="1137999"/>
                    <a:pt x="3400330" y="1181871"/>
                  </a:cubicBezTo>
                  <a:cubicBezTo>
                    <a:pt x="3516440" y="1225781"/>
                    <a:pt x="3625406" y="1211779"/>
                    <a:pt x="3724751" y="1135674"/>
                  </a:cubicBezTo>
                  <a:cubicBezTo>
                    <a:pt x="3748621" y="1117863"/>
                    <a:pt x="3771338" y="1098546"/>
                    <a:pt x="3792760" y="1077858"/>
                  </a:cubicBezTo>
                  <a:cubicBezTo>
                    <a:pt x="3862149" y="1007944"/>
                    <a:pt x="3921976" y="929153"/>
                    <a:pt x="3970687" y="843543"/>
                  </a:cubicBezTo>
                  <a:cubicBezTo>
                    <a:pt x="3987546" y="814396"/>
                    <a:pt x="4004310" y="785155"/>
                    <a:pt x="4021265" y="756103"/>
                  </a:cubicBezTo>
                  <a:cubicBezTo>
                    <a:pt x="4072319" y="668568"/>
                    <a:pt x="4126040" y="583510"/>
                    <a:pt x="4201097" y="513406"/>
                  </a:cubicBezTo>
                  <a:cubicBezTo>
                    <a:pt x="4236863" y="477875"/>
                    <a:pt x="4277344" y="447427"/>
                    <a:pt x="4321397" y="422919"/>
                  </a:cubicBezTo>
                  <a:cubicBezTo>
                    <a:pt x="4456348" y="351565"/>
                    <a:pt x="4606605" y="314041"/>
                    <a:pt x="4759262" y="313572"/>
                  </a:cubicBezTo>
                  <a:close/>
                  <a:moveTo>
                    <a:pt x="748665" y="2585665"/>
                  </a:moveTo>
                  <a:cubicBezTo>
                    <a:pt x="748516" y="2587313"/>
                    <a:pt x="748516" y="2588970"/>
                    <a:pt x="748665" y="2590618"/>
                  </a:cubicBezTo>
                  <a:cubicBezTo>
                    <a:pt x="753904" y="2619860"/>
                    <a:pt x="759047" y="2649197"/>
                    <a:pt x="764572" y="2678439"/>
                  </a:cubicBezTo>
                  <a:cubicBezTo>
                    <a:pt x="772102" y="2726264"/>
                    <a:pt x="787249" y="2772565"/>
                    <a:pt x="809435" y="2815599"/>
                  </a:cubicBezTo>
                  <a:cubicBezTo>
                    <a:pt x="830009" y="2852746"/>
                    <a:pt x="860489" y="2877035"/>
                    <a:pt x="905923" y="2873892"/>
                  </a:cubicBezTo>
                  <a:cubicBezTo>
                    <a:pt x="953795" y="2870425"/>
                    <a:pt x="1000839" y="2859528"/>
                    <a:pt x="1045369" y="2841602"/>
                  </a:cubicBezTo>
                  <a:cubicBezTo>
                    <a:pt x="1055856" y="2837687"/>
                    <a:pt x="1064819" y="2830553"/>
                    <a:pt x="1070991" y="2821218"/>
                  </a:cubicBezTo>
                  <a:cubicBezTo>
                    <a:pt x="1140047" y="2719396"/>
                    <a:pt x="1209389" y="2617955"/>
                    <a:pt x="1285875" y="2521181"/>
                  </a:cubicBezTo>
                  <a:cubicBezTo>
                    <a:pt x="1398375" y="2377792"/>
                    <a:pt x="1538078" y="2258034"/>
                    <a:pt x="1696974" y="2168756"/>
                  </a:cubicBezTo>
                  <a:cubicBezTo>
                    <a:pt x="1852327" y="2081316"/>
                    <a:pt x="2020824" y="2030167"/>
                    <a:pt x="2197418" y="2004735"/>
                  </a:cubicBezTo>
                  <a:cubicBezTo>
                    <a:pt x="2258949" y="1995877"/>
                    <a:pt x="2320481" y="1985685"/>
                    <a:pt x="2381155" y="1971969"/>
                  </a:cubicBezTo>
                  <a:cubicBezTo>
                    <a:pt x="2458022" y="1954920"/>
                    <a:pt x="2531174" y="1927297"/>
                    <a:pt x="2592991" y="1876719"/>
                  </a:cubicBezTo>
                  <a:cubicBezTo>
                    <a:pt x="2682811" y="1802806"/>
                    <a:pt x="2722340" y="1708984"/>
                    <a:pt x="2702147" y="1592874"/>
                  </a:cubicBezTo>
                  <a:cubicBezTo>
                    <a:pt x="2694394" y="1538268"/>
                    <a:pt x="2667372" y="1488233"/>
                    <a:pt x="2625947" y="1451809"/>
                  </a:cubicBezTo>
                  <a:cubicBezTo>
                    <a:pt x="2572417" y="1406089"/>
                    <a:pt x="2508885" y="1398850"/>
                    <a:pt x="2442115" y="1409518"/>
                  </a:cubicBezTo>
                  <a:cubicBezTo>
                    <a:pt x="2377916" y="1419805"/>
                    <a:pt x="2322195" y="1449714"/>
                    <a:pt x="2270665" y="1488099"/>
                  </a:cubicBezTo>
                  <a:cubicBezTo>
                    <a:pt x="2207209" y="1535305"/>
                    <a:pt x="2163175" y="1604066"/>
                    <a:pt x="2146840" y="1681457"/>
                  </a:cubicBezTo>
                  <a:cubicBezTo>
                    <a:pt x="2142144" y="1709280"/>
                    <a:pt x="2139220" y="1737369"/>
                    <a:pt x="2138077" y="1765563"/>
                  </a:cubicBezTo>
                  <a:cubicBezTo>
                    <a:pt x="2137220" y="1775088"/>
                    <a:pt x="2135029" y="1784613"/>
                    <a:pt x="2124170" y="1787185"/>
                  </a:cubicBezTo>
                  <a:cubicBezTo>
                    <a:pt x="2115788" y="1789280"/>
                    <a:pt x="2107216" y="1782517"/>
                    <a:pt x="2104073" y="1770230"/>
                  </a:cubicBezTo>
                  <a:cubicBezTo>
                    <a:pt x="2101167" y="1759000"/>
                    <a:pt x="2099348" y="1747513"/>
                    <a:pt x="2098643" y="1735940"/>
                  </a:cubicBezTo>
                  <a:cubicBezTo>
                    <a:pt x="2094833" y="1674218"/>
                    <a:pt x="2114360" y="1618592"/>
                    <a:pt x="2144173" y="1565728"/>
                  </a:cubicBezTo>
                  <a:cubicBezTo>
                    <a:pt x="2146364" y="1561918"/>
                    <a:pt x="2148173" y="1557918"/>
                    <a:pt x="2149031" y="1556203"/>
                  </a:cubicBezTo>
                  <a:cubicBezTo>
                    <a:pt x="2086356" y="1524294"/>
                    <a:pt x="2023967" y="1494957"/>
                    <a:pt x="1963960" y="1460953"/>
                  </a:cubicBezTo>
                  <a:cubicBezTo>
                    <a:pt x="1793176" y="1365703"/>
                    <a:pt x="1641729" y="1244260"/>
                    <a:pt x="1499997" y="1110243"/>
                  </a:cubicBezTo>
                  <a:cubicBezTo>
                    <a:pt x="1388840" y="1005468"/>
                    <a:pt x="1290447" y="888501"/>
                    <a:pt x="1196150" y="768486"/>
                  </a:cubicBezTo>
                  <a:cubicBezTo>
                    <a:pt x="1119578" y="673112"/>
                    <a:pt x="1048017" y="573814"/>
                    <a:pt x="981742" y="471020"/>
                  </a:cubicBezTo>
                  <a:lnTo>
                    <a:pt x="960406" y="437397"/>
                  </a:lnTo>
                  <a:cubicBezTo>
                    <a:pt x="959491" y="439167"/>
                    <a:pt x="958472" y="440885"/>
                    <a:pt x="957358" y="442540"/>
                  </a:cubicBezTo>
                  <a:cubicBezTo>
                    <a:pt x="915537" y="495899"/>
                    <a:pt x="882603" y="555659"/>
                    <a:pt x="859822" y="619515"/>
                  </a:cubicBezTo>
                  <a:cubicBezTo>
                    <a:pt x="814197" y="746769"/>
                    <a:pt x="794766" y="879357"/>
                    <a:pt x="778764" y="1012707"/>
                  </a:cubicBezTo>
                  <a:cubicBezTo>
                    <a:pt x="771652" y="1072971"/>
                    <a:pt x="765715" y="1133293"/>
                    <a:pt x="760952" y="1193682"/>
                  </a:cubicBezTo>
                  <a:cubicBezTo>
                    <a:pt x="755618" y="1259690"/>
                    <a:pt x="750665" y="1325698"/>
                    <a:pt x="748475" y="1391802"/>
                  </a:cubicBezTo>
                  <a:cubicBezTo>
                    <a:pt x="747046" y="1438189"/>
                    <a:pt x="750284" y="1484670"/>
                    <a:pt x="751999" y="1531152"/>
                  </a:cubicBezTo>
                  <a:cubicBezTo>
                    <a:pt x="755047" y="1615353"/>
                    <a:pt x="721805" y="1680505"/>
                    <a:pt x="650843" y="1726129"/>
                  </a:cubicBezTo>
                  <a:cubicBezTo>
                    <a:pt x="624459" y="1743084"/>
                    <a:pt x="598742" y="1761086"/>
                    <a:pt x="571500" y="1776516"/>
                  </a:cubicBezTo>
                  <a:cubicBezTo>
                    <a:pt x="524732" y="1802996"/>
                    <a:pt x="477107" y="1828142"/>
                    <a:pt x="429387" y="1852716"/>
                  </a:cubicBezTo>
                  <a:cubicBezTo>
                    <a:pt x="422053" y="1856527"/>
                    <a:pt x="419862" y="1860051"/>
                    <a:pt x="420624" y="1867385"/>
                  </a:cubicBezTo>
                  <a:cubicBezTo>
                    <a:pt x="421196" y="1871195"/>
                    <a:pt x="421577" y="1875100"/>
                    <a:pt x="422338" y="1878815"/>
                  </a:cubicBezTo>
                  <a:cubicBezTo>
                    <a:pt x="435363" y="1935527"/>
                    <a:pt x="458672" y="1989381"/>
                    <a:pt x="491109" y="2037692"/>
                  </a:cubicBezTo>
                  <a:cubicBezTo>
                    <a:pt x="511696" y="2070696"/>
                    <a:pt x="544498" y="2094213"/>
                    <a:pt x="582359" y="2103129"/>
                  </a:cubicBezTo>
                  <a:cubicBezTo>
                    <a:pt x="595789" y="2106463"/>
                    <a:pt x="609600" y="2108367"/>
                    <a:pt x="623411" y="2110558"/>
                  </a:cubicBezTo>
                  <a:cubicBezTo>
                    <a:pt x="637223" y="2112749"/>
                    <a:pt x="644271" y="2121512"/>
                    <a:pt x="638937" y="2134942"/>
                  </a:cubicBezTo>
                  <a:cubicBezTo>
                    <a:pt x="634657" y="2144963"/>
                    <a:pt x="629393" y="2154535"/>
                    <a:pt x="623221" y="2163517"/>
                  </a:cubicBezTo>
                  <a:cubicBezTo>
                    <a:pt x="618458" y="2170947"/>
                    <a:pt x="612553" y="2177709"/>
                    <a:pt x="607124" y="2184758"/>
                  </a:cubicBezTo>
                  <a:cubicBezTo>
                    <a:pt x="589195" y="2208904"/>
                    <a:pt x="581776" y="2239270"/>
                    <a:pt x="586550" y="2268959"/>
                  </a:cubicBezTo>
                  <a:cubicBezTo>
                    <a:pt x="610316" y="2262787"/>
                    <a:pt x="634382" y="2257824"/>
                    <a:pt x="658654" y="2254100"/>
                  </a:cubicBezTo>
                  <a:cubicBezTo>
                    <a:pt x="749808" y="2244575"/>
                    <a:pt x="834866" y="2214762"/>
                    <a:pt x="917829" y="2177900"/>
                  </a:cubicBezTo>
                  <a:cubicBezTo>
                    <a:pt x="926116" y="2174185"/>
                    <a:pt x="934402" y="2171614"/>
                    <a:pt x="940975" y="2179805"/>
                  </a:cubicBezTo>
                  <a:cubicBezTo>
                    <a:pt x="947547" y="2187997"/>
                    <a:pt x="943451" y="2195331"/>
                    <a:pt x="938403" y="2203046"/>
                  </a:cubicBezTo>
                  <a:cubicBezTo>
                    <a:pt x="930624" y="2214600"/>
                    <a:pt x="923806" y="2226763"/>
                    <a:pt x="918020" y="2239432"/>
                  </a:cubicBezTo>
                  <a:cubicBezTo>
                    <a:pt x="898970" y="2284008"/>
                    <a:pt x="893445" y="2331824"/>
                    <a:pt x="885539" y="2379068"/>
                  </a:cubicBezTo>
                  <a:cubicBezTo>
                    <a:pt x="876776" y="2431265"/>
                    <a:pt x="863060" y="2481843"/>
                    <a:pt x="831914" y="2525848"/>
                  </a:cubicBezTo>
                  <a:cubicBezTo>
                    <a:pt x="811149" y="2554995"/>
                    <a:pt x="787337" y="2580426"/>
                    <a:pt x="748665" y="2585665"/>
                  </a:cubicBezTo>
                  <a:close/>
                  <a:moveTo>
                    <a:pt x="68961" y="3501494"/>
                  </a:moveTo>
                  <a:lnTo>
                    <a:pt x="71628" y="3503494"/>
                  </a:lnTo>
                  <a:cubicBezTo>
                    <a:pt x="74200" y="3500160"/>
                    <a:pt x="76867" y="3496922"/>
                    <a:pt x="79343" y="3493969"/>
                  </a:cubicBezTo>
                  <a:cubicBezTo>
                    <a:pt x="125868" y="3427647"/>
                    <a:pt x="180810" y="3367639"/>
                    <a:pt x="242792" y="3315471"/>
                  </a:cubicBezTo>
                  <a:cubicBezTo>
                    <a:pt x="327752" y="3246996"/>
                    <a:pt x="424947" y="3195275"/>
                    <a:pt x="529209" y="3163071"/>
                  </a:cubicBezTo>
                  <a:cubicBezTo>
                    <a:pt x="603885" y="3138973"/>
                    <a:pt x="679323" y="3117160"/>
                    <a:pt x="753999" y="3092967"/>
                  </a:cubicBezTo>
                  <a:cubicBezTo>
                    <a:pt x="836180" y="3066811"/>
                    <a:pt x="911171" y="3021948"/>
                    <a:pt x="973074" y="2961903"/>
                  </a:cubicBezTo>
                  <a:cubicBezTo>
                    <a:pt x="977265" y="2957712"/>
                    <a:pt x="980885" y="2952854"/>
                    <a:pt x="984695" y="2948377"/>
                  </a:cubicBezTo>
                  <a:cubicBezTo>
                    <a:pt x="971607" y="2954321"/>
                    <a:pt x="958891" y="2961036"/>
                    <a:pt x="946595" y="2968475"/>
                  </a:cubicBezTo>
                  <a:cubicBezTo>
                    <a:pt x="877443" y="3008575"/>
                    <a:pt x="800767" y="3025149"/>
                    <a:pt x="723614" y="3039913"/>
                  </a:cubicBezTo>
                  <a:cubicBezTo>
                    <a:pt x="650870" y="3052381"/>
                    <a:pt x="579167" y="3070307"/>
                    <a:pt x="509111" y="3093538"/>
                  </a:cubicBezTo>
                  <a:cubicBezTo>
                    <a:pt x="443104" y="3116884"/>
                    <a:pt x="379936" y="3147593"/>
                    <a:pt x="320802" y="3185074"/>
                  </a:cubicBezTo>
                  <a:cubicBezTo>
                    <a:pt x="227743" y="3243938"/>
                    <a:pt x="161925" y="3326520"/>
                    <a:pt x="110681" y="3422246"/>
                  </a:cubicBezTo>
                  <a:cubicBezTo>
                    <a:pt x="97060" y="3448345"/>
                    <a:pt x="83058" y="3475015"/>
                    <a:pt x="68961" y="3501494"/>
                  </a:cubicBezTo>
                  <a:close/>
                  <a:moveTo>
                    <a:pt x="85249" y="3377669"/>
                  </a:moveTo>
                  <a:lnTo>
                    <a:pt x="87916" y="3378812"/>
                  </a:lnTo>
                  <a:cubicBezTo>
                    <a:pt x="88583" y="3378812"/>
                    <a:pt x="89440" y="3378241"/>
                    <a:pt x="89821" y="3377669"/>
                  </a:cubicBezTo>
                  <a:cubicBezTo>
                    <a:pt x="92583" y="3373383"/>
                    <a:pt x="95250" y="3369192"/>
                    <a:pt x="97822" y="3364906"/>
                  </a:cubicBezTo>
                  <a:cubicBezTo>
                    <a:pt x="128630" y="3313261"/>
                    <a:pt x="166528" y="3266198"/>
                    <a:pt x="210407" y="3225079"/>
                  </a:cubicBezTo>
                  <a:cubicBezTo>
                    <a:pt x="293656" y="3148879"/>
                    <a:pt x="391382" y="3096872"/>
                    <a:pt x="497300" y="3060677"/>
                  </a:cubicBezTo>
                  <a:cubicBezTo>
                    <a:pt x="580549" y="3032102"/>
                    <a:pt x="666750" y="3015433"/>
                    <a:pt x="752666" y="2997907"/>
                  </a:cubicBezTo>
                  <a:cubicBezTo>
                    <a:pt x="819341" y="2984191"/>
                    <a:pt x="884777" y="2965237"/>
                    <a:pt x="944499" y="2931232"/>
                  </a:cubicBezTo>
                  <a:cubicBezTo>
                    <a:pt x="954024" y="2925613"/>
                    <a:pt x="963549" y="2919421"/>
                    <a:pt x="973074" y="2913421"/>
                  </a:cubicBezTo>
                  <a:cubicBezTo>
                    <a:pt x="971493" y="2912373"/>
                    <a:pt x="969502" y="2912154"/>
                    <a:pt x="967740" y="2912849"/>
                  </a:cubicBezTo>
                  <a:cubicBezTo>
                    <a:pt x="894969" y="2939900"/>
                    <a:pt x="818674" y="2949425"/>
                    <a:pt x="742283" y="2958569"/>
                  </a:cubicBezTo>
                  <a:cubicBezTo>
                    <a:pt x="672465" y="2967046"/>
                    <a:pt x="602266" y="2973142"/>
                    <a:pt x="532733" y="2984667"/>
                  </a:cubicBezTo>
                  <a:cubicBezTo>
                    <a:pt x="351568" y="3014100"/>
                    <a:pt x="216503" y="3110207"/>
                    <a:pt x="131731" y="3274418"/>
                  </a:cubicBezTo>
                  <a:cubicBezTo>
                    <a:pt x="114490" y="3307851"/>
                    <a:pt x="100679" y="3342998"/>
                    <a:pt x="85249" y="3377383"/>
                  </a:cubicBezTo>
                  <a:close/>
                  <a:moveTo>
                    <a:pt x="451104" y="599226"/>
                  </a:moveTo>
                  <a:lnTo>
                    <a:pt x="446627" y="594178"/>
                  </a:lnTo>
                  <a:cubicBezTo>
                    <a:pt x="420338" y="613228"/>
                    <a:pt x="393002" y="630183"/>
                    <a:pt x="367856" y="650376"/>
                  </a:cubicBezTo>
                  <a:cubicBezTo>
                    <a:pt x="265081" y="732862"/>
                    <a:pt x="215932" y="840876"/>
                    <a:pt x="221456" y="972226"/>
                  </a:cubicBezTo>
                  <a:cubicBezTo>
                    <a:pt x="224504" y="1047092"/>
                    <a:pt x="251365" y="1115101"/>
                    <a:pt x="291751" y="1178632"/>
                  </a:cubicBezTo>
                  <a:cubicBezTo>
                    <a:pt x="330803" y="1239687"/>
                    <a:pt x="384334" y="1286265"/>
                    <a:pt x="439198" y="1331890"/>
                  </a:cubicBezTo>
                  <a:cubicBezTo>
                    <a:pt x="439865" y="1332461"/>
                    <a:pt x="440912" y="1332366"/>
                    <a:pt x="438722" y="1331890"/>
                  </a:cubicBezTo>
                  <a:cubicBezTo>
                    <a:pt x="418338" y="1301219"/>
                    <a:pt x="394811" y="1270358"/>
                    <a:pt x="375857" y="1236640"/>
                  </a:cubicBezTo>
                  <a:cubicBezTo>
                    <a:pt x="302324" y="1106719"/>
                    <a:pt x="281464" y="968701"/>
                    <a:pt x="316611" y="823064"/>
                  </a:cubicBezTo>
                  <a:cubicBezTo>
                    <a:pt x="336328" y="741054"/>
                    <a:pt x="380143" y="672569"/>
                    <a:pt x="436055" y="610942"/>
                  </a:cubicBezTo>
                  <a:cubicBezTo>
                    <a:pt x="440707" y="606504"/>
                    <a:pt x="445743" y="602494"/>
                    <a:pt x="451104" y="598941"/>
                  </a:cubicBezTo>
                  <a:close/>
                  <a:moveTo>
                    <a:pt x="589407" y="2301154"/>
                  </a:moveTo>
                  <a:cubicBezTo>
                    <a:pt x="589407" y="2324490"/>
                    <a:pt x="606266" y="2364400"/>
                    <a:pt x="622935" y="2384307"/>
                  </a:cubicBezTo>
                  <a:cubicBezTo>
                    <a:pt x="633954" y="2398223"/>
                    <a:pt x="651143" y="2405786"/>
                    <a:pt x="668846" y="2404500"/>
                  </a:cubicBezTo>
                  <a:cubicBezTo>
                    <a:pt x="686797" y="2404376"/>
                    <a:pt x="704293" y="2398832"/>
                    <a:pt x="719042" y="2388593"/>
                  </a:cubicBezTo>
                  <a:cubicBezTo>
                    <a:pt x="736975" y="2377106"/>
                    <a:pt x="753867" y="2364066"/>
                    <a:pt x="769525" y="2349636"/>
                  </a:cubicBezTo>
                  <a:cubicBezTo>
                    <a:pt x="803339" y="2313631"/>
                    <a:pt x="834962" y="2275531"/>
                    <a:pt x="867537" y="2238193"/>
                  </a:cubicBezTo>
                  <a:cubicBezTo>
                    <a:pt x="867244" y="2237279"/>
                    <a:pt x="866893" y="2236393"/>
                    <a:pt x="866489" y="2235526"/>
                  </a:cubicBezTo>
                  <a:cubicBezTo>
                    <a:pt x="802862" y="2268197"/>
                    <a:pt x="733139" y="2276960"/>
                    <a:pt x="663893" y="2286961"/>
                  </a:cubicBezTo>
                  <a:cubicBezTo>
                    <a:pt x="638747" y="2290581"/>
                    <a:pt x="613982" y="2296582"/>
                    <a:pt x="589407" y="2301154"/>
                  </a:cubicBezTo>
                  <a:close/>
                  <a:moveTo>
                    <a:pt x="865156" y="2297534"/>
                  </a:moveTo>
                  <a:cubicBezTo>
                    <a:pt x="860489" y="2302678"/>
                    <a:pt x="857917" y="2305440"/>
                    <a:pt x="855631" y="2308202"/>
                  </a:cubicBezTo>
                  <a:cubicBezTo>
                    <a:pt x="843534" y="2322299"/>
                    <a:pt x="832104" y="2336777"/>
                    <a:pt x="819245" y="2350493"/>
                  </a:cubicBezTo>
                  <a:cubicBezTo>
                    <a:pt x="786194" y="2384878"/>
                    <a:pt x="751237" y="2417168"/>
                    <a:pt x="705993" y="2435551"/>
                  </a:cubicBezTo>
                  <a:cubicBezTo>
                    <a:pt x="703085" y="2437018"/>
                    <a:pt x="700987" y="2439704"/>
                    <a:pt x="700278" y="2442885"/>
                  </a:cubicBezTo>
                  <a:cubicBezTo>
                    <a:pt x="695617" y="2474708"/>
                    <a:pt x="703921" y="2507065"/>
                    <a:pt x="723329" y="2532706"/>
                  </a:cubicBezTo>
                  <a:cubicBezTo>
                    <a:pt x="738569" y="2551756"/>
                    <a:pt x="752856" y="2554804"/>
                    <a:pt x="770954" y="2538231"/>
                  </a:cubicBezTo>
                  <a:cubicBezTo>
                    <a:pt x="785578" y="2525086"/>
                    <a:pt x="798591" y="2510246"/>
                    <a:pt x="809720" y="2494035"/>
                  </a:cubicBezTo>
                  <a:cubicBezTo>
                    <a:pt x="849725" y="2435837"/>
                    <a:pt x="852107" y="2366876"/>
                    <a:pt x="865156" y="2297534"/>
                  </a:cubicBezTo>
                  <a:close/>
                </a:path>
              </a:pathLst>
            </a:custGeom>
            <a:solidFill>
              <a:srgbClr val="2719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A94688E-4074-43DB-8F78-120126BED712}"/>
                </a:ext>
              </a:extLst>
            </p:cNvPr>
            <p:cNvSpPr/>
            <p:nvPr/>
          </p:nvSpPr>
          <p:spPr>
            <a:xfrm>
              <a:off x="4136763" y="1950815"/>
              <a:ext cx="2286940" cy="2437244"/>
            </a:xfrm>
            <a:custGeom>
              <a:avLst/>
              <a:gdLst>
                <a:gd name="connsiteX0" fmla="*/ 328270 w 2286940"/>
                <a:gd name="connsiteY0" fmla="*/ 2148269 h 2437244"/>
                <a:gd name="connsiteX1" fmla="*/ 411519 w 2286940"/>
                <a:gd name="connsiteY1" fmla="*/ 2088166 h 2437244"/>
                <a:gd name="connsiteX2" fmla="*/ 465145 w 2286940"/>
                <a:gd name="connsiteY2" fmla="*/ 1941386 h 2437244"/>
                <a:gd name="connsiteX3" fmla="*/ 497625 w 2286940"/>
                <a:gd name="connsiteY3" fmla="*/ 1801749 h 2437244"/>
                <a:gd name="connsiteX4" fmla="*/ 518008 w 2286940"/>
                <a:gd name="connsiteY4" fmla="*/ 1765649 h 2437244"/>
                <a:gd name="connsiteX5" fmla="*/ 520580 w 2286940"/>
                <a:gd name="connsiteY5" fmla="*/ 1742408 h 2437244"/>
                <a:gd name="connsiteX6" fmla="*/ 497434 w 2286940"/>
                <a:gd name="connsiteY6" fmla="*/ 1740503 h 2437244"/>
                <a:gd name="connsiteX7" fmla="*/ 238259 w 2286940"/>
                <a:gd name="connsiteY7" fmla="*/ 1816703 h 2437244"/>
                <a:gd name="connsiteX8" fmla="*/ 166155 w 2286940"/>
                <a:gd name="connsiteY8" fmla="*/ 1831562 h 2437244"/>
                <a:gd name="connsiteX9" fmla="*/ 186729 w 2286940"/>
                <a:gd name="connsiteY9" fmla="*/ 1747361 h 2437244"/>
                <a:gd name="connsiteX10" fmla="*/ 202826 w 2286940"/>
                <a:gd name="connsiteY10" fmla="*/ 1726121 h 2437244"/>
                <a:gd name="connsiteX11" fmla="*/ 218542 w 2286940"/>
                <a:gd name="connsiteY11" fmla="*/ 1697546 h 2437244"/>
                <a:gd name="connsiteX12" fmla="*/ 203017 w 2286940"/>
                <a:gd name="connsiteY12" fmla="*/ 1673162 h 2437244"/>
                <a:gd name="connsiteX13" fmla="*/ 161964 w 2286940"/>
                <a:gd name="connsiteY13" fmla="*/ 1665732 h 2437244"/>
                <a:gd name="connsiteX14" fmla="*/ 70714 w 2286940"/>
                <a:gd name="connsiteY14" fmla="*/ 1600295 h 2437244"/>
                <a:gd name="connsiteX15" fmla="*/ 1944 w 2286940"/>
                <a:gd name="connsiteY15" fmla="*/ 1441418 h 2437244"/>
                <a:gd name="connsiteX16" fmla="*/ 229 w 2286940"/>
                <a:gd name="connsiteY16" fmla="*/ 1429988 h 2437244"/>
                <a:gd name="connsiteX17" fmla="*/ 8992 w 2286940"/>
                <a:gd name="connsiteY17" fmla="*/ 1415320 h 2437244"/>
                <a:gd name="connsiteX18" fmla="*/ 151105 w 2286940"/>
                <a:gd name="connsiteY18" fmla="*/ 1339120 h 2437244"/>
                <a:gd name="connsiteX19" fmla="*/ 230449 w 2286940"/>
                <a:gd name="connsiteY19" fmla="*/ 1288733 h 2437244"/>
                <a:gd name="connsiteX20" fmla="*/ 331604 w 2286940"/>
                <a:gd name="connsiteY20" fmla="*/ 1093756 h 2437244"/>
                <a:gd name="connsiteX21" fmla="*/ 328080 w 2286940"/>
                <a:gd name="connsiteY21" fmla="*/ 954405 h 2437244"/>
                <a:gd name="connsiteX22" fmla="*/ 340558 w 2286940"/>
                <a:gd name="connsiteY22" fmla="*/ 756285 h 2437244"/>
                <a:gd name="connsiteX23" fmla="*/ 358369 w 2286940"/>
                <a:gd name="connsiteY23" fmla="*/ 575310 h 2437244"/>
                <a:gd name="connsiteX24" fmla="*/ 439427 w 2286940"/>
                <a:gd name="connsiteY24" fmla="*/ 182118 h 2437244"/>
                <a:gd name="connsiteX25" fmla="*/ 536963 w 2286940"/>
                <a:gd name="connsiteY25" fmla="*/ 5144 h 2437244"/>
                <a:gd name="connsiteX26" fmla="*/ 540011 w 2286940"/>
                <a:gd name="connsiteY26" fmla="*/ 0 h 2437244"/>
                <a:gd name="connsiteX27" fmla="*/ 561347 w 2286940"/>
                <a:gd name="connsiteY27" fmla="*/ 34100 h 2437244"/>
                <a:gd name="connsiteX28" fmla="*/ 775755 w 2286940"/>
                <a:gd name="connsiteY28" fmla="*/ 331565 h 2437244"/>
                <a:gd name="connsiteX29" fmla="*/ 1079602 w 2286940"/>
                <a:gd name="connsiteY29" fmla="*/ 673322 h 2437244"/>
                <a:gd name="connsiteX30" fmla="*/ 1543565 w 2286940"/>
                <a:gd name="connsiteY30" fmla="*/ 1024033 h 2437244"/>
                <a:gd name="connsiteX31" fmla="*/ 1728636 w 2286940"/>
                <a:gd name="connsiteY31" fmla="*/ 1119283 h 2437244"/>
                <a:gd name="connsiteX32" fmla="*/ 1723778 w 2286940"/>
                <a:gd name="connsiteY32" fmla="*/ 1128808 h 2437244"/>
                <a:gd name="connsiteX33" fmla="*/ 1678249 w 2286940"/>
                <a:gd name="connsiteY33" fmla="*/ 1299020 h 2437244"/>
                <a:gd name="connsiteX34" fmla="*/ 1683678 w 2286940"/>
                <a:gd name="connsiteY34" fmla="*/ 1333310 h 2437244"/>
                <a:gd name="connsiteX35" fmla="*/ 1703776 w 2286940"/>
                <a:gd name="connsiteY35" fmla="*/ 1350264 h 2437244"/>
                <a:gd name="connsiteX36" fmla="*/ 1717682 w 2286940"/>
                <a:gd name="connsiteY36" fmla="*/ 1328642 h 2437244"/>
                <a:gd name="connsiteX37" fmla="*/ 1726445 w 2286940"/>
                <a:gd name="connsiteY37" fmla="*/ 1244537 h 2437244"/>
                <a:gd name="connsiteX38" fmla="*/ 1850270 w 2286940"/>
                <a:gd name="connsiteY38" fmla="*/ 1051179 h 2437244"/>
                <a:gd name="connsiteX39" fmla="*/ 2021720 w 2286940"/>
                <a:gd name="connsiteY39" fmla="*/ 972598 h 2437244"/>
                <a:gd name="connsiteX40" fmla="*/ 2205553 w 2286940"/>
                <a:gd name="connsiteY40" fmla="*/ 1014889 h 2437244"/>
                <a:gd name="connsiteX41" fmla="*/ 2281753 w 2286940"/>
                <a:gd name="connsiteY41" fmla="*/ 1155954 h 2437244"/>
                <a:gd name="connsiteX42" fmla="*/ 2172596 w 2286940"/>
                <a:gd name="connsiteY42" fmla="*/ 1439799 h 2437244"/>
                <a:gd name="connsiteX43" fmla="*/ 1960760 w 2286940"/>
                <a:gd name="connsiteY43" fmla="*/ 1535049 h 2437244"/>
                <a:gd name="connsiteX44" fmla="*/ 1777023 w 2286940"/>
                <a:gd name="connsiteY44" fmla="*/ 1567815 h 2437244"/>
                <a:gd name="connsiteX45" fmla="*/ 1276579 w 2286940"/>
                <a:gd name="connsiteY45" fmla="*/ 1731836 h 2437244"/>
                <a:gd name="connsiteX46" fmla="*/ 865480 w 2286940"/>
                <a:gd name="connsiteY46" fmla="*/ 2084261 h 2437244"/>
                <a:gd name="connsiteX47" fmla="*/ 650596 w 2286940"/>
                <a:gd name="connsiteY47" fmla="*/ 2384298 h 2437244"/>
                <a:gd name="connsiteX48" fmla="*/ 624974 w 2286940"/>
                <a:gd name="connsiteY48" fmla="*/ 2404682 h 2437244"/>
                <a:gd name="connsiteX49" fmla="*/ 485528 w 2286940"/>
                <a:gd name="connsiteY49" fmla="*/ 2436971 h 2437244"/>
                <a:gd name="connsiteX50" fmla="*/ 389040 w 2286940"/>
                <a:gd name="connsiteY50" fmla="*/ 2378678 h 2437244"/>
                <a:gd name="connsiteX51" fmla="*/ 344177 w 2286940"/>
                <a:gd name="connsiteY51" fmla="*/ 2241519 h 2437244"/>
                <a:gd name="connsiteX52" fmla="*/ 328270 w 2286940"/>
                <a:gd name="connsiteY52" fmla="*/ 2153698 h 2437244"/>
                <a:gd name="connsiteX53" fmla="*/ 328270 w 2286940"/>
                <a:gd name="connsiteY53" fmla="*/ 2148269 h 2437244"/>
                <a:gd name="connsiteX54" fmla="*/ 732130 w 2286940"/>
                <a:gd name="connsiteY54" fmla="*/ 502158 h 2437244"/>
                <a:gd name="connsiteX55" fmla="*/ 677933 w 2286940"/>
                <a:gd name="connsiteY55" fmla="*/ 508254 h 2437244"/>
                <a:gd name="connsiteX56" fmla="*/ 537439 w 2286940"/>
                <a:gd name="connsiteY56" fmla="*/ 561975 h 2437244"/>
                <a:gd name="connsiteX57" fmla="*/ 505340 w 2286940"/>
                <a:gd name="connsiteY57" fmla="*/ 592360 h 2437244"/>
                <a:gd name="connsiteX58" fmla="*/ 506897 w 2286940"/>
                <a:gd name="connsiteY58" fmla="*/ 612772 h 2437244"/>
                <a:gd name="connsiteX59" fmla="*/ 520961 w 2286940"/>
                <a:gd name="connsiteY59" fmla="*/ 615505 h 2437244"/>
                <a:gd name="connsiteX60" fmla="*/ 684029 w 2286940"/>
                <a:gd name="connsiteY60" fmla="*/ 610362 h 2437244"/>
                <a:gd name="connsiteX61" fmla="*/ 1004926 w 2286940"/>
                <a:gd name="connsiteY61" fmla="*/ 771430 h 2437244"/>
                <a:gd name="connsiteX62" fmla="*/ 1014451 w 2286940"/>
                <a:gd name="connsiteY62" fmla="*/ 779812 h 2437244"/>
                <a:gd name="connsiteX63" fmla="*/ 1028453 w 2286940"/>
                <a:gd name="connsiteY63" fmla="*/ 781050 h 2437244"/>
                <a:gd name="connsiteX64" fmla="*/ 1034073 w 2286940"/>
                <a:gd name="connsiteY64" fmla="*/ 769811 h 2437244"/>
                <a:gd name="connsiteX65" fmla="*/ 1029787 w 2286940"/>
                <a:gd name="connsiteY65" fmla="*/ 734568 h 2437244"/>
                <a:gd name="connsiteX66" fmla="*/ 963683 w 2286940"/>
                <a:gd name="connsiteY66" fmla="*/ 614553 h 2437244"/>
                <a:gd name="connsiteX67" fmla="*/ 732130 w 2286940"/>
                <a:gd name="connsiteY67" fmla="*/ 502158 h 2437244"/>
                <a:gd name="connsiteX68" fmla="*/ 995973 w 2286940"/>
                <a:gd name="connsiteY68" fmla="*/ 997458 h 2437244"/>
                <a:gd name="connsiteX69" fmla="*/ 981495 w 2286940"/>
                <a:gd name="connsiteY69" fmla="*/ 922782 h 2437244"/>
                <a:gd name="connsiteX70" fmla="*/ 700507 w 2286940"/>
                <a:gd name="connsiteY70" fmla="*/ 758285 h 2437244"/>
                <a:gd name="connsiteX71" fmla="*/ 523628 w 2286940"/>
                <a:gd name="connsiteY71" fmla="*/ 863060 h 2437244"/>
                <a:gd name="connsiteX72" fmla="*/ 520675 w 2286940"/>
                <a:gd name="connsiteY72" fmla="*/ 883063 h 2437244"/>
                <a:gd name="connsiteX73" fmla="*/ 539725 w 2286940"/>
                <a:gd name="connsiteY73" fmla="*/ 883825 h 2437244"/>
                <a:gd name="connsiteX74" fmla="*/ 722415 w 2286940"/>
                <a:gd name="connsiteY74" fmla="*/ 852202 h 2437244"/>
                <a:gd name="connsiteX75" fmla="*/ 840239 w 2286940"/>
                <a:gd name="connsiteY75" fmla="*/ 893731 h 2437244"/>
                <a:gd name="connsiteX76" fmla="*/ 934441 w 2286940"/>
                <a:gd name="connsiteY76" fmla="*/ 1033082 h 2437244"/>
                <a:gd name="connsiteX77" fmla="*/ 946538 w 2286940"/>
                <a:gd name="connsiteY77" fmla="*/ 1091851 h 2437244"/>
                <a:gd name="connsiteX78" fmla="*/ 957301 w 2286940"/>
                <a:gd name="connsiteY78" fmla="*/ 1105853 h 2437244"/>
                <a:gd name="connsiteX79" fmla="*/ 974066 w 2286940"/>
                <a:gd name="connsiteY79" fmla="*/ 1097090 h 2437244"/>
                <a:gd name="connsiteX80" fmla="*/ 977971 w 2286940"/>
                <a:gd name="connsiteY80" fmla="*/ 1088803 h 2437244"/>
                <a:gd name="connsiteX81" fmla="*/ 995973 w 2286940"/>
                <a:gd name="connsiteY81" fmla="*/ 997268 h 2437244"/>
                <a:gd name="connsiteX82" fmla="*/ 1841507 w 2286940"/>
                <a:gd name="connsiteY82" fmla="*/ 1234535 h 2437244"/>
                <a:gd name="connsiteX83" fmla="*/ 1844555 w 2286940"/>
                <a:gd name="connsiteY83" fmla="*/ 1225010 h 2437244"/>
                <a:gd name="connsiteX84" fmla="*/ 1914278 w 2286940"/>
                <a:gd name="connsiteY84" fmla="*/ 1119092 h 2437244"/>
                <a:gd name="connsiteX85" fmla="*/ 2068107 w 2286940"/>
                <a:gd name="connsiteY85" fmla="*/ 1054513 h 2437244"/>
                <a:gd name="connsiteX86" fmla="*/ 2160300 w 2286940"/>
                <a:gd name="connsiteY86" fmla="*/ 1150868 h 2437244"/>
                <a:gd name="connsiteX87" fmla="*/ 2159261 w 2286940"/>
                <a:gd name="connsiteY87" fmla="*/ 1162907 h 2437244"/>
                <a:gd name="connsiteX88" fmla="*/ 2146974 w 2286940"/>
                <a:gd name="connsiteY88" fmla="*/ 1214533 h 2437244"/>
                <a:gd name="connsiteX89" fmla="*/ 2150784 w 2286940"/>
                <a:gd name="connsiteY89" fmla="*/ 1229582 h 2437244"/>
                <a:gd name="connsiteX90" fmla="*/ 2166977 w 2286940"/>
                <a:gd name="connsiteY90" fmla="*/ 1227011 h 2437244"/>
                <a:gd name="connsiteX91" fmla="*/ 2189170 w 2286940"/>
                <a:gd name="connsiteY91" fmla="*/ 1195007 h 2437244"/>
                <a:gd name="connsiteX92" fmla="*/ 2104874 w 2286940"/>
                <a:gd name="connsiteY92" fmla="*/ 1017651 h 2437244"/>
                <a:gd name="connsiteX93" fmla="*/ 1966189 w 2286940"/>
                <a:gd name="connsiteY93" fmla="*/ 1034320 h 2437244"/>
                <a:gd name="connsiteX94" fmla="*/ 1787119 w 2286940"/>
                <a:gd name="connsiteY94" fmla="*/ 1271111 h 2437244"/>
                <a:gd name="connsiteX95" fmla="*/ 1782833 w 2286940"/>
                <a:gd name="connsiteY95" fmla="*/ 1302068 h 2437244"/>
                <a:gd name="connsiteX96" fmla="*/ 1796930 w 2286940"/>
                <a:gd name="connsiteY96" fmla="*/ 1322451 h 2437244"/>
                <a:gd name="connsiteX97" fmla="*/ 1820171 w 2286940"/>
                <a:gd name="connsiteY97" fmla="*/ 1313688 h 2437244"/>
                <a:gd name="connsiteX98" fmla="*/ 1829696 w 2286940"/>
                <a:gd name="connsiteY98" fmla="*/ 1299401 h 2437244"/>
                <a:gd name="connsiteX99" fmla="*/ 1936662 w 2286940"/>
                <a:gd name="connsiteY99" fmla="*/ 1268349 h 2437244"/>
                <a:gd name="connsiteX100" fmla="*/ 1968695 w 2286940"/>
                <a:gd name="connsiteY100" fmla="*/ 1349112 h 2437244"/>
                <a:gd name="connsiteX101" fmla="*/ 1954283 w 2286940"/>
                <a:gd name="connsiteY101" fmla="*/ 1369600 h 2437244"/>
                <a:gd name="connsiteX102" fmla="*/ 1879512 w 2286940"/>
                <a:gd name="connsiteY102" fmla="*/ 1390269 h 2437244"/>
                <a:gd name="connsiteX103" fmla="*/ 1828267 w 2286940"/>
                <a:gd name="connsiteY103" fmla="*/ 1380744 h 2437244"/>
                <a:gd name="connsiteX104" fmla="*/ 1805026 w 2286940"/>
                <a:gd name="connsiteY104" fmla="*/ 1389031 h 2437244"/>
                <a:gd name="connsiteX105" fmla="*/ 1811218 w 2286940"/>
                <a:gd name="connsiteY105" fmla="*/ 1412843 h 2437244"/>
                <a:gd name="connsiteX106" fmla="*/ 1841698 w 2286940"/>
                <a:gd name="connsiteY106" fmla="*/ 1431036 h 2437244"/>
                <a:gd name="connsiteX107" fmla="*/ 1949521 w 2286940"/>
                <a:gd name="connsiteY107" fmla="*/ 1426655 h 2437244"/>
                <a:gd name="connsiteX108" fmla="*/ 2008585 w 2286940"/>
                <a:gd name="connsiteY108" fmla="*/ 1285056 h 2437244"/>
                <a:gd name="connsiteX109" fmla="*/ 2004099 w 2286940"/>
                <a:gd name="connsiteY109" fmla="*/ 1275493 h 2437244"/>
                <a:gd name="connsiteX110" fmla="*/ 1887418 w 2286940"/>
                <a:gd name="connsiteY110" fmla="*/ 1220819 h 2437244"/>
                <a:gd name="connsiteX111" fmla="*/ 1841507 w 2286940"/>
                <a:gd name="connsiteY111" fmla="*/ 1234345 h 2437244"/>
                <a:gd name="connsiteX112" fmla="*/ 512008 w 2286940"/>
                <a:gd name="connsiteY112" fmla="*/ 1028319 h 2437244"/>
                <a:gd name="connsiteX113" fmla="*/ 544012 w 2286940"/>
                <a:gd name="connsiteY113" fmla="*/ 1202150 h 2437244"/>
                <a:gd name="connsiteX114" fmla="*/ 593542 w 2286940"/>
                <a:gd name="connsiteY114" fmla="*/ 1219391 h 2437244"/>
                <a:gd name="connsiteX115" fmla="*/ 663169 w 2286940"/>
                <a:gd name="connsiteY115" fmla="*/ 1134809 h 2437244"/>
                <a:gd name="connsiteX116" fmla="*/ 661074 w 2286940"/>
                <a:gd name="connsiteY116" fmla="*/ 958215 h 2437244"/>
                <a:gd name="connsiteX117" fmla="*/ 571539 w 2286940"/>
                <a:gd name="connsiteY117" fmla="*/ 898588 h 2437244"/>
                <a:gd name="connsiteX118" fmla="*/ 529438 w 2286940"/>
                <a:gd name="connsiteY118" fmla="*/ 929450 h 2437244"/>
                <a:gd name="connsiteX119" fmla="*/ 512008 w 2286940"/>
                <a:gd name="connsiteY119" fmla="*/ 1028319 h 2437244"/>
                <a:gd name="connsiteX120" fmla="*/ 620021 w 2286940"/>
                <a:gd name="connsiteY120" fmla="*/ 1331405 h 2437244"/>
                <a:gd name="connsiteX121" fmla="*/ 622307 w 2286940"/>
                <a:gd name="connsiteY121" fmla="*/ 1329500 h 2437244"/>
                <a:gd name="connsiteX122" fmla="*/ 638023 w 2286940"/>
                <a:gd name="connsiteY122" fmla="*/ 1325594 h 2437244"/>
                <a:gd name="connsiteX123" fmla="*/ 794710 w 2286940"/>
                <a:gd name="connsiteY123" fmla="*/ 1256538 h 2437244"/>
                <a:gd name="connsiteX124" fmla="*/ 909010 w 2286940"/>
                <a:gd name="connsiteY124" fmla="*/ 1167765 h 2437244"/>
                <a:gd name="connsiteX125" fmla="*/ 922059 w 2286940"/>
                <a:gd name="connsiteY125" fmla="*/ 1148715 h 2437244"/>
                <a:gd name="connsiteX126" fmla="*/ 919773 w 2286940"/>
                <a:gd name="connsiteY126" fmla="*/ 1129665 h 2437244"/>
                <a:gd name="connsiteX127" fmla="*/ 900723 w 2286940"/>
                <a:gd name="connsiteY127" fmla="*/ 1128998 h 2437244"/>
                <a:gd name="connsiteX128" fmla="*/ 879577 w 2286940"/>
                <a:gd name="connsiteY128" fmla="*/ 1144905 h 2437244"/>
                <a:gd name="connsiteX129" fmla="*/ 837953 w 2286940"/>
                <a:gd name="connsiteY129" fmla="*/ 1183577 h 2437244"/>
                <a:gd name="connsiteX130" fmla="*/ 631356 w 2286940"/>
                <a:gd name="connsiteY130" fmla="*/ 1294448 h 2437244"/>
                <a:gd name="connsiteX131" fmla="*/ 620974 w 2286940"/>
                <a:gd name="connsiteY131" fmla="*/ 1289114 h 2437244"/>
                <a:gd name="connsiteX132" fmla="*/ 603924 w 2286940"/>
                <a:gd name="connsiteY132" fmla="*/ 1256348 h 2437244"/>
                <a:gd name="connsiteX133" fmla="*/ 588398 w 2286940"/>
                <a:gd name="connsiteY133" fmla="*/ 1248632 h 2437244"/>
                <a:gd name="connsiteX134" fmla="*/ 582493 w 2286940"/>
                <a:gd name="connsiteY134" fmla="*/ 1265968 h 2437244"/>
                <a:gd name="connsiteX135" fmla="*/ 602114 w 2286940"/>
                <a:gd name="connsiteY135" fmla="*/ 1315403 h 2437244"/>
                <a:gd name="connsiteX136" fmla="*/ 620021 w 2286940"/>
                <a:gd name="connsiteY136" fmla="*/ 1331405 h 2437244"/>
                <a:gd name="connsiteX137" fmla="*/ 228448 w 2286940"/>
                <a:gd name="connsiteY137" fmla="*/ 1652588 h 2437244"/>
                <a:gd name="connsiteX138" fmla="*/ 279026 w 2286940"/>
                <a:gd name="connsiteY138" fmla="*/ 1641253 h 2437244"/>
                <a:gd name="connsiteX139" fmla="*/ 327223 w 2286940"/>
                <a:gd name="connsiteY139" fmla="*/ 1611344 h 2437244"/>
                <a:gd name="connsiteX140" fmla="*/ 330271 w 2286940"/>
                <a:gd name="connsiteY140" fmla="*/ 1596009 h 2437244"/>
                <a:gd name="connsiteX141" fmla="*/ 316555 w 2286940"/>
                <a:gd name="connsiteY141" fmla="*/ 1591342 h 2437244"/>
                <a:gd name="connsiteX142" fmla="*/ 171679 w 2286940"/>
                <a:gd name="connsiteY142" fmla="*/ 1589246 h 2437244"/>
                <a:gd name="connsiteX143" fmla="*/ 132341 w 2286940"/>
                <a:gd name="connsiteY143" fmla="*/ 1587532 h 2437244"/>
                <a:gd name="connsiteX144" fmla="*/ 116720 w 2286940"/>
                <a:gd name="connsiteY144" fmla="*/ 1592294 h 2437244"/>
                <a:gd name="connsiteX145" fmla="*/ 121959 w 2286940"/>
                <a:gd name="connsiteY145" fmla="*/ 1607820 h 2437244"/>
                <a:gd name="connsiteX146" fmla="*/ 125674 w 2286940"/>
                <a:gd name="connsiteY146" fmla="*/ 1612202 h 2437244"/>
                <a:gd name="connsiteX147" fmla="*/ 228448 w 2286940"/>
                <a:gd name="connsiteY147" fmla="*/ 1652588 h 2437244"/>
                <a:gd name="connsiteX148" fmla="*/ 1789691 w 2286940"/>
                <a:gd name="connsiteY148" fmla="*/ 1527334 h 2437244"/>
                <a:gd name="connsiteX149" fmla="*/ 1839526 w 2286940"/>
                <a:gd name="connsiteY149" fmla="*/ 1483443 h 2437244"/>
                <a:gd name="connsiteX150" fmla="*/ 1839602 w 2286940"/>
                <a:gd name="connsiteY150" fmla="*/ 1481900 h 2437244"/>
                <a:gd name="connsiteX151" fmla="*/ 1795787 w 2286940"/>
                <a:gd name="connsiteY151" fmla="*/ 1440180 h 2437244"/>
                <a:gd name="connsiteX152" fmla="*/ 1747410 w 2286940"/>
                <a:gd name="connsiteY152" fmla="*/ 1485671 h 2437244"/>
                <a:gd name="connsiteX153" fmla="*/ 1747400 w 2286940"/>
                <a:gd name="connsiteY153" fmla="*/ 1485995 h 2437244"/>
                <a:gd name="connsiteX154" fmla="*/ 1787958 w 2286940"/>
                <a:gd name="connsiteY154" fmla="*/ 1527353 h 2437244"/>
                <a:gd name="connsiteX155" fmla="*/ 1789691 w 2286940"/>
                <a:gd name="connsiteY155" fmla="*/ 1527334 h 243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2286940" h="2437244">
                  <a:moveTo>
                    <a:pt x="328270" y="2148269"/>
                  </a:moveTo>
                  <a:cubicBezTo>
                    <a:pt x="366942" y="2143030"/>
                    <a:pt x="390754" y="2117598"/>
                    <a:pt x="411519" y="2088166"/>
                  </a:cubicBezTo>
                  <a:cubicBezTo>
                    <a:pt x="442666" y="2044160"/>
                    <a:pt x="456382" y="1993582"/>
                    <a:pt x="465145" y="1941386"/>
                  </a:cubicBezTo>
                  <a:cubicBezTo>
                    <a:pt x="473050" y="1893761"/>
                    <a:pt x="478765" y="1846136"/>
                    <a:pt x="497625" y="1801749"/>
                  </a:cubicBezTo>
                  <a:cubicBezTo>
                    <a:pt x="503426" y="1789186"/>
                    <a:pt x="510243" y="1777108"/>
                    <a:pt x="518008" y="1765649"/>
                  </a:cubicBezTo>
                  <a:cubicBezTo>
                    <a:pt x="523057" y="1757934"/>
                    <a:pt x="527533" y="1750409"/>
                    <a:pt x="520580" y="1742408"/>
                  </a:cubicBezTo>
                  <a:cubicBezTo>
                    <a:pt x="513627" y="1734407"/>
                    <a:pt x="505721" y="1736789"/>
                    <a:pt x="497434" y="1740503"/>
                  </a:cubicBezTo>
                  <a:cubicBezTo>
                    <a:pt x="414472" y="1777651"/>
                    <a:pt x="329413" y="1807178"/>
                    <a:pt x="238259" y="1816703"/>
                  </a:cubicBezTo>
                  <a:cubicBezTo>
                    <a:pt x="213988" y="1820428"/>
                    <a:pt x="189922" y="1825390"/>
                    <a:pt x="166155" y="1831562"/>
                  </a:cubicBezTo>
                  <a:cubicBezTo>
                    <a:pt x="161381" y="1801873"/>
                    <a:pt x="168800" y="1771507"/>
                    <a:pt x="186729" y="1747361"/>
                  </a:cubicBezTo>
                  <a:cubicBezTo>
                    <a:pt x="192158" y="1740313"/>
                    <a:pt x="198064" y="1733550"/>
                    <a:pt x="202826" y="1726121"/>
                  </a:cubicBezTo>
                  <a:cubicBezTo>
                    <a:pt x="208998" y="1717139"/>
                    <a:pt x="214263" y="1707566"/>
                    <a:pt x="218542" y="1697546"/>
                  </a:cubicBezTo>
                  <a:cubicBezTo>
                    <a:pt x="223876" y="1684115"/>
                    <a:pt x="217399" y="1675352"/>
                    <a:pt x="203017" y="1673162"/>
                  </a:cubicBezTo>
                  <a:cubicBezTo>
                    <a:pt x="188634" y="1670971"/>
                    <a:pt x="175394" y="1669066"/>
                    <a:pt x="161964" y="1665732"/>
                  </a:cubicBezTo>
                  <a:cubicBezTo>
                    <a:pt x="124103" y="1656817"/>
                    <a:pt x="91302" y="1633299"/>
                    <a:pt x="70714" y="1600295"/>
                  </a:cubicBezTo>
                  <a:cubicBezTo>
                    <a:pt x="38277" y="1551984"/>
                    <a:pt x="14968" y="1498130"/>
                    <a:pt x="1944" y="1441418"/>
                  </a:cubicBezTo>
                  <a:cubicBezTo>
                    <a:pt x="1182" y="1437704"/>
                    <a:pt x="801" y="1433798"/>
                    <a:pt x="229" y="1429988"/>
                  </a:cubicBezTo>
                  <a:cubicBezTo>
                    <a:pt x="-818" y="1422654"/>
                    <a:pt x="1658" y="1419130"/>
                    <a:pt x="8992" y="1415320"/>
                  </a:cubicBezTo>
                  <a:cubicBezTo>
                    <a:pt x="56617" y="1390555"/>
                    <a:pt x="104242" y="1365409"/>
                    <a:pt x="151105" y="1339120"/>
                  </a:cubicBezTo>
                  <a:cubicBezTo>
                    <a:pt x="178347" y="1323689"/>
                    <a:pt x="204064" y="1305687"/>
                    <a:pt x="230449" y="1288733"/>
                  </a:cubicBezTo>
                  <a:cubicBezTo>
                    <a:pt x="301410" y="1243108"/>
                    <a:pt x="334652" y="1177957"/>
                    <a:pt x="331604" y="1093756"/>
                  </a:cubicBezTo>
                  <a:cubicBezTo>
                    <a:pt x="329890" y="1047274"/>
                    <a:pt x="326651" y="1000792"/>
                    <a:pt x="328080" y="954405"/>
                  </a:cubicBezTo>
                  <a:cubicBezTo>
                    <a:pt x="330271" y="888302"/>
                    <a:pt x="335224" y="822293"/>
                    <a:pt x="340558" y="756285"/>
                  </a:cubicBezTo>
                  <a:cubicBezTo>
                    <a:pt x="345320" y="695706"/>
                    <a:pt x="351257" y="635384"/>
                    <a:pt x="358369" y="575310"/>
                  </a:cubicBezTo>
                  <a:cubicBezTo>
                    <a:pt x="374371" y="441960"/>
                    <a:pt x="393802" y="309372"/>
                    <a:pt x="439427" y="182118"/>
                  </a:cubicBezTo>
                  <a:cubicBezTo>
                    <a:pt x="462208" y="118262"/>
                    <a:pt x="495143" y="58503"/>
                    <a:pt x="536963" y="5144"/>
                  </a:cubicBezTo>
                  <a:cubicBezTo>
                    <a:pt x="538078" y="3488"/>
                    <a:pt x="539097" y="1771"/>
                    <a:pt x="540011" y="0"/>
                  </a:cubicBezTo>
                  <a:lnTo>
                    <a:pt x="561347" y="34100"/>
                  </a:lnTo>
                  <a:cubicBezTo>
                    <a:pt x="627622" y="136893"/>
                    <a:pt x="699183" y="236191"/>
                    <a:pt x="775755" y="331565"/>
                  </a:cubicBezTo>
                  <a:cubicBezTo>
                    <a:pt x="870243" y="451580"/>
                    <a:pt x="968446" y="568166"/>
                    <a:pt x="1079602" y="673322"/>
                  </a:cubicBezTo>
                  <a:cubicBezTo>
                    <a:pt x="1221334" y="807339"/>
                    <a:pt x="1372782" y="928592"/>
                    <a:pt x="1543565" y="1024033"/>
                  </a:cubicBezTo>
                  <a:cubicBezTo>
                    <a:pt x="1603573" y="1057561"/>
                    <a:pt x="1665962" y="1086898"/>
                    <a:pt x="1728636" y="1119283"/>
                  </a:cubicBezTo>
                  <a:cubicBezTo>
                    <a:pt x="1727779" y="1120902"/>
                    <a:pt x="1725969" y="1124903"/>
                    <a:pt x="1723778" y="1128808"/>
                  </a:cubicBezTo>
                  <a:cubicBezTo>
                    <a:pt x="1693965" y="1181672"/>
                    <a:pt x="1674439" y="1237298"/>
                    <a:pt x="1678249" y="1299020"/>
                  </a:cubicBezTo>
                  <a:cubicBezTo>
                    <a:pt x="1678954" y="1310602"/>
                    <a:pt x="1680773" y="1322080"/>
                    <a:pt x="1683678" y="1333310"/>
                  </a:cubicBezTo>
                  <a:cubicBezTo>
                    <a:pt x="1686821" y="1345597"/>
                    <a:pt x="1695394" y="1352360"/>
                    <a:pt x="1703776" y="1350264"/>
                  </a:cubicBezTo>
                  <a:cubicBezTo>
                    <a:pt x="1714634" y="1347502"/>
                    <a:pt x="1716825" y="1338358"/>
                    <a:pt x="1717682" y="1328642"/>
                  </a:cubicBezTo>
                  <a:cubicBezTo>
                    <a:pt x="1718825" y="1300448"/>
                    <a:pt x="1721749" y="1272359"/>
                    <a:pt x="1726445" y="1244537"/>
                  </a:cubicBezTo>
                  <a:cubicBezTo>
                    <a:pt x="1742781" y="1167146"/>
                    <a:pt x="1786815" y="1098385"/>
                    <a:pt x="1850270" y="1051179"/>
                  </a:cubicBezTo>
                  <a:cubicBezTo>
                    <a:pt x="1901705" y="1013079"/>
                    <a:pt x="1957426" y="982885"/>
                    <a:pt x="2021720" y="972598"/>
                  </a:cubicBezTo>
                  <a:cubicBezTo>
                    <a:pt x="2088395" y="961930"/>
                    <a:pt x="2152022" y="969169"/>
                    <a:pt x="2205553" y="1014889"/>
                  </a:cubicBezTo>
                  <a:cubicBezTo>
                    <a:pt x="2246977" y="1051312"/>
                    <a:pt x="2273999" y="1101347"/>
                    <a:pt x="2281753" y="1155954"/>
                  </a:cubicBezTo>
                  <a:cubicBezTo>
                    <a:pt x="2301946" y="1272064"/>
                    <a:pt x="2262703" y="1365504"/>
                    <a:pt x="2172596" y="1439799"/>
                  </a:cubicBezTo>
                  <a:cubicBezTo>
                    <a:pt x="2110779" y="1490758"/>
                    <a:pt x="2037627" y="1518380"/>
                    <a:pt x="1960760" y="1535049"/>
                  </a:cubicBezTo>
                  <a:cubicBezTo>
                    <a:pt x="1900086" y="1548575"/>
                    <a:pt x="1838554" y="1558957"/>
                    <a:pt x="1777023" y="1567815"/>
                  </a:cubicBezTo>
                  <a:cubicBezTo>
                    <a:pt x="1600429" y="1593247"/>
                    <a:pt x="1431932" y="1644015"/>
                    <a:pt x="1276579" y="1731836"/>
                  </a:cubicBezTo>
                  <a:cubicBezTo>
                    <a:pt x="1117683" y="1821113"/>
                    <a:pt x="977980" y="1940871"/>
                    <a:pt x="865480" y="2084261"/>
                  </a:cubicBezTo>
                  <a:cubicBezTo>
                    <a:pt x="789280" y="2181035"/>
                    <a:pt x="719653" y="2282476"/>
                    <a:pt x="650596" y="2384298"/>
                  </a:cubicBezTo>
                  <a:cubicBezTo>
                    <a:pt x="644424" y="2393633"/>
                    <a:pt x="635461" y="2400767"/>
                    <a:pt x="624974" y="2404682"/>
                  </a:cubicBezTo>
                  <a:cubicBezTo>
                    <a:pt x="580445" y="2422608"/>
                    <a:pt x="533401" y="2433504"/>
                    <a:pt x="485528" y="2436971"/>
                  </a:cubicBezTo>
                  <a:cubicBezTo>
                    <a:pt x="440094" y="2440115"/>
                    <a:pt x="409328" y="2415826"/>
                    <a:pt x="389040" y="2378678"/>
                  </a:cubicBezTo>
                  <a:cubicBezTo>
                    <a:pt x="366854" y="2335644"/>
                    <a:pt x="351708" y="2289344"/>
                    <a:pt x="344177" y="2241519"/>
                  </a:cubicBezTo>
                  <a:cubicBezTo>
                    <a:pt x="338653" y="2212277"/>
                    <a:pt x="333509" y="2182940"/>
                    <a:pt x="328270" y="2153698"/>
                  </a:cubicBezTo>
                  <a:cubicBezTo>
                    <a:pt x="328091" y="2151888"/>
                    <a:pt x="328091" y="2150078"/>
                    <a:pt x="328270" y="2148269"/>
                  </a:cubicBezTo>
                  <a:close/>
                  <a:moveTo>
                    <a:pt x="732130" y="502158"/>
                  </a:moveTo>
                  <a:cubicBezTo>
                    <a:pt x="715462" y="503968"/>
                    <a:pt x="696507" y="505111"/>
                    <a:pt x="677933" y="508254"/>
                  </a:cubicBezTo>
                  <a:cubicBezTo>
                    <a:pt x="627641" y="516922"/>
                    <a:pt x="579159" y="531209"/>
                    <a:pt x="537439" y="561975"/>
                  </a:cubicBezTo>
                  <a:cubicBezTo>
                    <a:pt x="525579" y="570805"/>
                    <a:pt x="514804" y="580997"/>
                    <a:pt x="505340" y="592360"/>
                  </a:cubicBezTo>
                  <a:cubicBezTo>
                    <a:pt x="500132" y="598427"/>
                    <a:pt x="500829" y="607571"/>
                    <a:pt x="506897" y="612772"/>
                  </a:cubicBezTo>
                  <a:cubicBezTo>
                    <a:pt x="510774" y="616106"/>
                    <a:pt x="516120" y="617144"/>
                    <a:pt x="520961" y="615505"/>
                  </a:cubicBezTo>
                  <a:cubicBezTo>
                    <a:pt x="574149" y="600913"/>
                    <a:pt x="630032" y="599151"/>
                    <a:pt x="684029" y="610362"/>
                  </a:cubicBezTo>
                  <a:cubicBezTo>
                    <a:pt x="806902" y="632270"/>
                    <a:pt x="916439" y="681038"/>
                    <a:pt x="1004926" y="771430"/>
                  </a:cubicBezTo>
                  <a:cubicBezTo>
                    <a:pt x="1007546" y="774802"/>
                    <a:pt x="1010775" y="777640"/>
                    <a:pt x="1014451" y="779812"/>
                  </a:cubicBezTo>
                  <a:cubicBezTo>
                    <a:pt x="1018814" y="781898"/>
                    <a:pt x="1023786" y="782336"/>
                    <a:pt x="1028453" y="781050"/>
                  </a:cubicBezTo>
                  <a:cubicBezTo>
                    <a:pt x="1032006" y="778412"/>
                    <a:pt x="1034092" y="774240"/>
                    <a:pt x="1034073" y="769811"/>
                  </a:cubicBezTo>
                  <a:cubicBezTo>
                    <a:pt x="1033997" y="757942"/>
                    <a:pt x="1032558" y="746112"/>
                    <a:pt x="1029787" y="734568"/>
                  </a:cubicBezTo>
                  <a:cubicBezTo>
                    <a:pt x="1016118" y="690496"/>
                    <a:pt x="993630" y="649662"/>
                    <a:pt x="963683" y="614553"/>
                  </a:cubicBezTo>
                  <a:cubicBezTo>
                    <a:pt x="904438" y="542354"/>
                    <a:pt x="826904" y="507206"/>
                    <a:pt x="732130" y="502158"/>
                  </a:cubicBezTo>
                  <a:close/>
                  <a:moveTo>
                    <a:pt x="995973" y="997458"/>
                  </a:moveTo>
                  <a:cubicBezTo>
                    <a:pt x="992449" y="972331"/>
                    <a:pt x="987619" y="947404"/>
                    <a:pt x="981495" y="922782"/>
                  </a:cubicBezTo>
                  <a:cubicBezTo>
                    <a:pt x="945805" y="802481"/>
                    <a:pt x="822885" y="730520"/>
                    <a:pt x="700507" y="758285"/>
                  </a:cubicBezTo>
                  <a:cubicBezTo>
                    <a:pt x="630499" y="774002"/>
                    <a:pt x="568681" y="804767"/>
                    <a:pt x="523628" y="863060"/>
                  </a:cubicBezTo>
                  <a:cubicBezTo>
                    <a:pt x="518866" y="869347"/>
                    <a:pt x="515341" y="875919"/>
                    <a:pt x="520675" y="883063"/>
                  </a:cubicBezTo>
                  <a:cubicBezTo>
                    <a:pt x="526009" y="890207"/>
                    <a:pt x="532963" y="886492"/>
                    <a:pt x="539725" y="883825"/>
                  </a:cubicBezTo>
                  <a:cubicBezTo>
                    <a:pt x="598209" y="859346"/>
                    <a:pt x="658026" y="843248"/>
                    <a:pt x="722415" y="852202"/>
                  </a:cubicBezTo>
                  <a:cubicBezTo>
                    <a:pt x="764611" y="858107"/>
                    <a:pt x="804711" y="868871"/>
                    <a:pt x="840239" y="893731"/>
                  </a:cubicBezTo>
                  <a:cubicBezTo>
                    <a:pt x="889483" y="928211"/>
                    <a:pt x="918154" y="976598"/>
                    <a:pt x="934441" y="1033082"/>
                  </a:cubicBezTo>
                  <a:cubicBezTo>
                    <a:pt x="939871" y="1052132"/>
                    <a:pt x="941776" y="1072420"/>
                    <a:pt x="946538" y="1091851"/>
                  </a:cubicBezTo>
                  <a:cubicBezTo>
                    <a:pt x="947872" y="1097375"/>
                    <a:pt x="953110" y="1105472"/>
                    <a:pt x="957301" y="1105853"/>
                  </a:cubicBezTo>
                  <a:cubicBezTo>
                    <a:pt x="961492" y="1106234"/>
                    <a:pt x="968827" y="1100900"/>
                    <a:pt x="974066" y="1097090"/>
                  </a:cubicBezTo>
                  <a:cubicBezTo>
                    <a:pt x="976075" y="1094718"/>
                    <a:pt x="977418" y="1091860"/>
                    <a:pt x="977971" y="1088803"/>
                  </a:cubicBezTo>
                  <a:cubicBezTo>
                    <a:pt x="987610" y="1059123"/>
                    <a:pt x="993649" y="1028386"/>
                    <a:pt x="995973" y="997268"/>
                  </a:cubicBezTo>
                  <a:close/>
                  <a:moveTo>
                    <a:pt x="1841507" y="1234535"/>
                  </a:moveTo>
                  <a:cubicBezTo>
                    <a:pt x="1842460" y="1231583"/>
                    <a:pt x="1843317" y="1228344"/>
                    <a:pt x="1844555" y="1225010"/>
                  </a:cubicBezTo>
                  <a:cubicBezTo>
                    <a:pt x="1860081" y="1185186"/>
                    <a:pt x="1883836" y="1149096"/>
                    <a:pt x="1914278" y="1119092"/>
                  </a:cubicBezTo>
                  <a:cubicBezTo>
                    <a:pt x="1956950" y="1077563"/>
                    <a:pt x="2006956" y="1052417"/>
                    <a:pt x="2068107" y="1054513"/>
                  </a:cubicBezTo>
                  <a:cubicBezTo>
                    <a:pt x="2120171" y="1055665"/>
                    <a:pt x="2161452" y="1098804"/>
                    <a:pt x="2160300" y="1150868"/>
                  </a:cubicBezTo>
                  <a:cubicBezTo>
                    <a:pt x="2160214" y="1154897"/>
                    <a:pt x="2159861" y="1158916"/>
                    <a:pt x="2159261" y="1162907"/>
                  </a:cubicBezTo>
                  <a:cubicBezTo>
                    <a:pt x="2156880" y="1180338"/>
                    <a:pt x="2150403" y="1197197"/>
                    <a:pt x="2146974" y="1214533"/>
                  </a:cubicBezTo>
                  <a:cubicBezTo>
                    <a:pt x="2146021" y="1219391"/>
                    <a:pt x="2147736" y="1228058"/>
                    <a:pt x="2150784" y="1229582"/>
                  </a:cubicBezTo>
                  <a:cubicBezTo>
                    <a:pt x="2156270" y="1231497"/>
                    <a:pt x="2162347" y="1230525"/>
                    <a:pt x="2166977" y="1227011"/>
                  </a:cubicBezTo>
                  <a:cubicBezTo>
                    <a:pt x="2175987" y="1217552"/>
                    <a:pt x="2183474" y="1206760"/>
                    <a:pt x="2189170" y="1195007"/>
                  </a:cubicBezTo>
                  <a:cubicBezTo>
                    <a:pt x="2214030" y="1137095"/>
                    <a:pt x="2193551" y="1042607"/>
                    <a:pt x="2104874" y="1017651"/>
                  </a:cubicBezTo>
                  <a:cubicBezTo>
                    <a:pt x="2058210" y="1005278"/>
                    <a:pt x="2008585" y="1011250"/>
                    <a:pt x="1966189" y="1034320"/>
                  </a:cubicBezTo>
                  <a:cubicBezTo>
                    <a:pt x="1867796" y="1083564"/>
                    <a:pt x="1811313" y="1165384"/>
                    <a:pt x="1787119" y="1271111"/>
                  </a:cubicBezTo>
                  <a:cubicBezTo>
                    <a:pt x="1784700" y="1281265"/>
                    <a:pt x="1783262" y="1291638"/>
                    <a:pt x="1782833" y="1302068"/>
                  </a:cubicBezTo>
                  <a:cubicBezTo>
                    <a:pt x="1781862" y="1311412"/>
                    <a:pt x="1787853" y="1320060"/>
                    <a:pt x="1796930" y="1322451"/>
                  </a:cubicBezTo>
                  <a:cubicBezTo>
                    <a:pt x="1805769" y="1325280"/>
                    <a:pt x="1815399" y="1321651"/>
                    <a:pt x="1820171" y="1313688"/>
                  </a:cubicBezTo>
                  <a:cubicBezTo>
                    <a:pt x="1823696" y="1309116"/>
                    <a:pt x="1826553" y="1304163"/>
                    <a:pt x="1829696" y="1299401"/>
                  </a:cubicBezTo>
                  <a:cubicBezTo>
                    <a:pt x="1857795" y="1263015"/>
                    <a:pt x="1897705" y="1251776"/>
                    <a:pt x="1936662" y="1268349"/>
                  </a:cubicBezTo>
                  <a:cubicBezTo>
                    <a:pt x="1967809" y="1281808"/>
                    <a:pt x="1982153" y="1317965"/>
                    <a:pt x="1968695" y="1349112"/>
                  </a:cubicBezTo>
                  <a:cubicBezTo>
                    <a:pt x="1965351" y="1356855"/>
                    <a:pt x="1960446" y="1363837"/>
                    <a:pt x="1954283" y="1369600"/>
                  </a:cubicBezTo>
                  <a:cubicBezTo>
                    <a:pt x="1933824" y="1387554"/>
                    <a:pt x="1906287" y="1395165"/>
                    <a:pt x="1879512" y="1390269"/>
                  </a:cubicBezTo>
                  <a:cubicBezTo>
                    <a:pt x="1862272" y="1388174"/>
                    <a:pt x="1845412" y="1383697"/>
                    <a:pt x="1828267" y="1380744"/>
                  </a:cubicBezTo>
                  <a:cubicBezTo>
                    <a:pt x="1819533" y="1377439"/>
                    <a:pt x="1809694" y="1380944"/>
                    <a:pt x="1805026" y="1389031"/>
                  </a:cubicBezTo>
                  <a:cubicBezTo>
                    <a:pt x="1800597" y="1397375"/>
                    <a:pt x="1803283" y="1407719"/>
                    <a:pt x="1811218" y="1412843"/>
                  </a:cubicBezTo>
                  <a:cubicBezTo>
                    <a:pt x="1820324" y="1420520"/>
                    <a:pt x="1830620" y="1426664"/>
                    <a:pt x="1841698" y="1431036"/>
                  </a:cubicBezTo>
                  <a:cubicBezTo>
                    <a:pt x="1876931" y="1443057"/>
                    <a:pt x="1915383" y="1441494"/>
                    <a:pt x="1949521" y="1426655"/>
                  </a:cubicBezTo>
                  <a:cubicBezTo>
                    <a:pt x="2004937" y="1403861"/>
                    <a:pt x="2031379" y="1340463"/>
                    <a:pt x="2008585" y="1285056"/>
                  </a:cubicBezTo>
                  <a:cubicBezTo>
                    <a:pt x="2007242" y="1281798"/>
                    <a:pt x="2005747" y="1278607"/>
                    <a:pt x="2004099" y="1275493"/>
                  </a:cubicBezTo>
                  <a:cubicBezTo>
                    <a:pt x="1981048" y="1230535"/>
                    <a:pt x="1922755" y="1214247"/>
                    <a:pt x="1887418" y="1220819"/>
                  </a:cubicBezTo>
                  <a:cubicBezTo>
                    <a:pt x="1871892" y="1224553"/>
                    <a:pt x="1856576" y="1229068"/>
                    <a:pt x="1841507" y="1234345"/>
                  </a:cubicBezTo>
                  <a:close/>
                  <a:moveTo>
                    <a:pt x="512008" y="1028319"/>
                  </a:moveTo>
                  <a:cubicBezTo>
                    <a:pt x="514389" y="1099185"/>
                    <a:pt x="523247" y="1152144"/>
                    <a:pt x="544012" y="1202150"/>
                  </a:cubicBezTo>
                  <a:cubicBezTo>
                    <a:pt x="554394" y="1227392"/>
                    <a:pt x="570301" y="1233107"/>
                    <a:pt x="593542" y="1219391"/>
                  </a:cubicBezTo>
                  <a:cubicBezTo>
                    <a:pt x="625431" y="1199626"/>
                    <a:pt x="649901" y="1169899"/>
                    <a:pt x="663169" y="1134809"/>
                  </a:cubicBezTo>
                  <a:cubicBezTo>
                    <a:pt x="687934" y="1075944"/>
                    <a:pt x="692983" y="1016318"/>
                    <a:pt x="661074" y="958215"/>
                  </a:cubicBezTo>
                  <a:cubicBezTo>
                    <a:pt x="642024" y="923258"/>
                    <a:pt x="612877" y="901065"/>
                    <a:pt x="571539" y="898588"/>
                  </a:cubicBezTo>
                  <a:cubicBezTo>
                    <a:pt x="544869" y="897065"/>
                    <a:pt x="535058" y="903065"/>
                    <a:pt x="529438" y="929450"/>
                  </a:cubicBezTo>
                  <a:cubicBezTo>
                    <a:pt x="520961" y="967550"/>
                    <a:pt x="515818" y="1006126"/>
                    <a:pt x="512008" y="1028319"/>
                  </a:cubicBezTo>
                  <a:close/>
                  <a:moveTo>
                    <a:pt x="620021" y="1331405"/>
                  </a:moveTo>
                  <a:lnTo>
                    <a:pt x="622307" y="1329500"/>
                  </a:lnTo>
                  <a:cubicBezTo>
                    <a:pt x="627546" y="1328166"/>
                    <a:pt x="632975" y="1327404"/>
                    <a:pt x="638023" y="1325594"/>
                  </a:cubicBezTo>
                  <a:cubicBezTo>
                    <a:pt x="692268" y="1307440"/>
                    <a:pt x="744713" y="1284323"/>
                    <a:pt x="794710" y="1256538"/>
                  </a:cubicBezTo>
                  <a:cubicBezTo>
                    <a:pt x="837210" y="1233097"/>
                    <a:pt x="875777" y="1203141"/>
                    <a:pt x="909010" y="1167765"/>
                  </a:cubicBezTo>
                  <a:cubicBezTo>
                    <a:pt x="914610" y="1162364"/>
                    <a:pt x="919049" y="1155887"/>
                    <a:pt x="922059" y="1148715"/>
                  </a:cubicBezTo>
                  <a:cubicBezTo>
                    <a:pt x="924278" y="1142352"/>
                    <a:pt x="923440" y="1135323"/>
                    <a:pt x="919773" y="1129665"/>
                  </a:cubicBezTo>
                  <a:cubicBezTo>
                    <a:pt x="913906" y="1126388"/>
                    <a:pt x="906809" y="1126141"/>
                    <a:pt x="900723" y="1128998"/>
                  </a:cubicBezTo>
                  <a:cubicBezTo>
                    <a:pt x="892865" y="1133132"/>
                    <a:pt x="885731" y="1138504"/>
                    <a:pt x="879577" y="1144905"/>
                  </a:cubicBezTo>
                  <a:cubicBezTo>
                    <a:pt x="865480" y="1157573"/>
                    <a:pt x="852622" y="1171670"/>
                    <a:pt x="837953" y="1183577"/>
                  </a:cubicBezTo>
                  <a:cubicBezTo>
                    <a:pt x="776136" y="1233488"/>
                    <a:pt x="704603" y="1266063"/>
                    <a:pt x="631356" y="1294448"/>
                  </a:cubicBezTo>
                  <a:cubicBezTo>
                    <a:pt x="624974" y="1296924"/>
                    <a:pt x="623260" y="1293686"/>
                    <a:pt x="620974" y="1289114"/>
                  </a:cubicBezTo>
                  <a:cubicBezTo>
                    <a:pt x="616068" y="1277798"/>
                    <a:pt x="610372" y="1266854"/>
                    <a:pt x="603924" y="1256348"/>
                  </a:cubicBezTo>
                  <a:cubicBezTo>
                    <a:pt x="600285" y="1251433"/>
                    <a:pt x="594513" y="1248566"/>
                    <a:pt x="588398" y="1248632"/>
                  </a:cubicBezTo>
                  <a:cubicBezTo>
                    <a:pt x="580492" y="1250442"/>
                    <a:pt x="579826" y="1258824"/>
                    <a:pt x="582493" y="1265968"/>
                  </a:cubicBezTo>
                  <a:cubicBezTo>
                    <a:pt x="588103" y="1282799"/>
                    <a:pt x="594647" y="1299305"/>
                    <a:pt x="602114" y="1315403"/>
                  </a:cubicBezTo>
                  <a:cubicBezTo>
                    <a:pt x="605448" y="1322451"/>
                    <a:pt x="613925" y="1326356"/>
                    <a:pt x="620021" y="1331405"/>
                  </a:cubicBezTo>
                  <a:close/>
                  <a:moveTo>
                    <a:pt x="228448" y="1652588"/>
                  </a:moveTo>
                  <a:cubicBezTo>
                    <a:pt x="245537" y="1649921"/>
                    <a:pt x="262432" y="1646130"/>
                    <a:pt x="279026" y="1641253"/>
                  </a:cubicBezTo>
                  <a:cubicBezTo>
                    <a:pt x="296933" y="1635157"/>
                    <a:pt x="315888" y="1628585"/>
                    <a:pt x="327223" y="1611344"/>
                  </a:cubicBezTo>
                  <a:cubicBezTo>
                    <a:pt x="330309" y="1606868"/>
                    <a:pt x="331412" y="1601324"/>
                    <a:pt x="330271" y="1596009"/>
                  </a:cubicBezTo>
                  <a:cubicBezTo>
                    <a:pt x="329032" y="1593056"/>
                    <a:pt x="321317" y="1591437"/>
                    <a:pt x="316555" y="1591342"/>
                  </a:cubicBezTo>
                  <a:cubicBezTo>
                    <a:pt x="268263" y="1590389"/>
                    <a:pt x="219971" y="1590008"/>
                    <a:pt x="171679" y="1589246"/>
                  </a:cubicBezTo>
                  <a:cubicBezTo>
                    <a:pt x="158630" y="1589246"/>
                    <a:pt x="145486" y="1587437"/>
                    <a:pt x="132341" y="1587532"/>
                  </a:cubicBezTo>
                  <a:cubicBezTo>
                    <a:pt x="126935" y="1588370"/>
                    <a:pt x="121675" y="1589970"/>
                    <a:pt x="116720" y="1592294"/>
                  </a:cubicBezTo>
                  <a:cubicBezTo>
                    <a:pt x="118435" y="1597438"/>
                    <a:pt x="119959" y="1602772"/>
                    <a:pt x="121959" y="1607820"/>
                  </a:cubicBezTo>
                  <a:cubicBezTo>
                    <a:pt x="122923" y="1609497"/>
                    <a:pt x="124181" y="1610973"/>
                    <a:pt x="125674" y="1612202"/>
                  </a:cubicBezTo>
                  <a:cubicBezTo>
                    <a:pt x="151677" y="1640110"/>
                    <a:pt x="184633" y="1650111"/>
                    <a:pt x="228448" y="1652588"/>
                  </a:cubicBezTo>
                  <a:close/>
                  <a:moveTo>
                    <a:pt x="1789691" y="1527334"/>
                  </a:moveTo>
                  <a:cubicBezTo>
                    <a:pt x="1815571" y="1528972"/>
                    <a:pt x="1837888" y="1509322"/>
                    <a:pt x="1839526" y="1483443"/>
                  </a:cubicBezTo>
                  <a:cubicBezTo>
                    <a:pt x="1839564" y="1482928"/>
                    <a:pt x="1839583" y="1482414"/>
                    <a:pt x="1839602" y="1481900"/>
                  </a:cubicBezTo>
                  <a:cubicBezTo>
                    <a:pt x="1838821" y="1458373"/>
                    <a:pt x="1819333" y="1439799"/>
                    <a:pt x="1795787" y="1440180"/>
                  </a:cubicBezTo>
                  <a:cubicBezTo>
                    <a:pt x="1769870" y="1439380"/>
                    <a:pt x="1748210" y="1459754"/>
                    <a:pt x="1747410" y="1485671"/>
                  </a:cubicBezTo>
                  <a:cubicBezTo>
                    <a:pt x="1747410" y="1485786"/>
                    <a:pt x="1747400" y="1485891"/>
                    <a:pt x="1747400" y="1485995"/>
                  </a:cubicBezTo>
                  <a:cubicBezTo>
                    <a:pt x="1747181" y="1508617"/>
                    <a:pt x="1765336" y="1527134"/>
                    <a:pt x="1787958" y="1527353"/>
                  </a:cubicBezTo>
                  <a:cubicBezTo>
                    <a:pt x="1788529" y="1527362"/>
                    <a:pt x="1789110" y="1527353"/>
                    <a:pt x="1789691" y="1527334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2CC9024-E395-4AA1-8590-A4B6AE544350}"/>
                </a:ext>
              </a:extLst>
            </p:cNvPr>
            <p:cNvSpPr/>
            <p:nvPr/>
          </p:nvSpPr>
          <p:spPr>
            <a:xfrm>
              <a:off x="4305776" y="3748944"/>
              <a:ext cx="278130" cy="169114"/>
            </a:xfrm>
            <a:custGeom>
              <a:avLst/>
              <a:gdLst>
                <a:gd name="connsiteX0" fmla="*/ 0 w 278130"/>
                <a:gd name="connsiteY0" fmla="*/ 65627 h 169114"/>
                <a:gd name="connsiteX1" fmla="*/ 74486 w 278130"/>
                <a:gd name="connsiteY1" fmla="*/ 51435 h 169114"/>
                <a:gd name="connsiteX2" fmla="*/ 277082 w 278130"/>
                <a:gd name="connsiteY2" fmla="*/ 0 h 169114"/>
                <a:gd name="connsiteX3" fmla="*/ 278130 w 278130"/>
                <a:gd name="connsiteY3" fmla="*/ 2667 h 169114"/>
                <a:gd name="connsiteX4" fmla="*/ 180118 w 278130"/>
                <a:gd name="connsiteY4" fmla="*/ 114110 h 169114"/>
                <a:gd name="connsiteX5" fmla="*/ 129635 w 278130"/>
                <a:gd name="connsiteY5" fmla="*/ 153067 h 169114"/>
                <a:gd name="connsiteX6" fmla="*/ 79439 w 278130"/>
                <a:gd name="connsiteY6" fmla="*/ 168973 h 169114"/>
                <a:gd name="connsiteX7" fmla="*/ 33528 w 278130"/>
                <a:gd name="connsiteY7" fmla="*/ 148780 h 169114"/>
                <a:gd name="connsiteX8" fmla="*/ 0 w 278130"/>
                <a:gd name="connsiteY8" fmla="*/ 65627 h 16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8130" h="169114">
                  <a:moveTo>
                    <a:pt x="0" y="65627"/>
                  </a:moveTo>
                  <a:cubicBezTo>
                    <a:pt x="24574" y="60865"/>
                    <a:pt x="49340" y="55054"/>
                    <a:pt x="74486" y="51435"/>
                  </a:cubicBezTo>
                  <a:cubicBezTo>
                    <a:pt x="143828" y="41434"/>
                    <a:pt x="213455" y="32385"/>
                    <a:pt x="277082" y="0"/>
                  </a:cubicBezTo>
                  <a:cubicBezTo>
                    <a:pt x="277486" y="867"/>
                    <a:pt x="277837" y="1753"/>
                    <a:pt x="278130" y="2667"/>
                  </a:cubicBezTo>
                  <a:cubicBezTo>
                    <a:pt x="245555" y="40005"/>
                    <a:pt x="213932" y="78105"/>
                    <a:pt x="180118" y="114110"/>
                  </a:cubicBezTo>
                  <a:cubicBezTo>
                    <a:pt x="164460" y="128540"/>
                    <a:pt x="147568" y="141580"/>
                    <a:pt x="129635" y="153067"/>
                  </a:cubicBezTo>
                  <a:cubicBezTo>
                    <a:pt x="114886" y="163306"/>
                    <a:pt x="97390" y="168850"/>
                    <a:pt x="79439" y="168973"/>
                  </a:cubicBezTo>
                  <a:cubicBezTo>
                    <a:pt x="61736" y="170259"/>
                    <a:pt x="44547" y="162696"/>
                    <a:pt x="33528" y="148780"/>
                  </a:cubicBezTo>
                  <a:cubicBezTo>
                    <a:pt x="16859" y="128873"/>
                    <a:pt x="0" y="88963"/>
                    <a:pt x="0" y="65627"/>
                  </a:cubicBezTo>
                  <a:close/>
                </a:path>
              </a:pathLst>
            </a:custGeom>
            <a:solidFill>
              <a:srgbClr val="D54C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1CDFAFD-26C7-4530-B278-755678273FA6}"/>
                </a:ext>
              </a:extLst>
            </p:cNvPr>
            <p:cNvSpPr/>
            <p:nvPr/>
          </p:nvSpPr>
          <p:spPr>
            <a:xfrm>
              <a:off x="4415760" y="3810952"/>
              <a:ext cx="165764" cy="251610"/>
            </a:xfrm>
            <a:custGeom>
              <a:avLst/>
              <a:gdLst>
                <a:gd name="connsiteX0" fmla="*/ 165764 w 165764"/>
                <a:gd name="connsiteY0" fmla="*/ 0 h 251610"/>
                <a:gd name="connsiteX1" fmla="*/ 110710 w 165764"/>
                <a:gd name="connsiteY1" fmla="*/ 196501 h 251610"/>
                <a:gd name="connsiteX2" fmla="*/ 71943 w 165764"/>
                <a:gd name="connsiteY2" fmla="*/ 240697 h 251610"/>
                <a:gd name="connsiteX3" fmla="*/ 24318 w 165764"/>
                <a:gd name="connsiteY3" fmla="*/ 235172 h 251610"/>
                <a:gd name="connsiteX4" fmla="*/ 1268 w 165764"/>
                <a:gd name="connsiteY4" fmla="*/ 145351 h 251610"/>
                <a:gd name="connsiteX5" fmla="*/ 6983 w 165764"/>
                <a:gd name="connsiteY5" fmla="*/ 138017 h 251610"/>
                <a:gd name="connsiteX6" fmla="*/ 120235 w 165764"/>
                <a:gd name="connsiteY6" fmla="*/ 52959 h 251610"/>
                <a:gd name="connsiteX7" fmla="*/ 156620 w 165764"/>
                <a:gd name="connsiteY7" fmla="*/ 10668 h 251610"/>
                <a:gd name="connsiteX8" fmla="*/ 165764 w 165764"/>
                <a:gd name="connsiteY8" fmla="*/ 0 h 251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764" h="251610">
                  <a:moveTo>
                    <a:pt x="165764" y="0"/>
                  </a:moveTo>
                  <a:cubicBezTo>
                    <a:pt x="152906" y="69342"/>
                    <a:pt x="150524" y="138303"/>
                    <a:pt x="110710" y="196501"/>
                  </a:cubicBezTo>
                  <a:cubicBezTo>
                    <a:pt x="99581" y="212712"/>
                    <a:pt x="86568" y="227552"/>
                    <a:pt x="71943" y="240697"/>
                  </a:cubicBezTo>
                  <a:cubicBezTo>
                    <a:pt x="53369" y="257270"/>
                    <a:pt x="39082" y="254603"/>
                    <a:pt x="24318" y="235172"/>
                  </a:cubicBezTo>
                  <a:cubicBezTo>
                    <a:pt x="4911" y="209531"/>
                    <a:pt x="-3393" y="177174"/>
                    <a:pt x="1268" y="145351"/>
                  </a:cubicBezTo>
                  <a:cubicBezTo>
                    <a:pt x="1976" y="142170"/>
                    <a:pt x="4075" y="139484"/>
                    <a:pt x="6983" y="138017"/>
                  </a:cubicBezTo>
                  <a:cubicBezTo>
                    <a:pt x="52226" y="119539"/>
                    <a:pt x="87183" y="87344"/>
                    <a:pt x="120235" y="52959"/>
                  </a:cubicBezTo>
                  <a:cubicBezTo>
                    <a:pt x="133094" y="39529"/>
                    <a:pt x="144524" y="24384"/>
                    <a:pt x="156620" y="10668"/>
                  </a:cubicBezTo>
                  <a:cubicBezTo>
                    <a:pt x="158335" y="7906"/>
                    <a:pt x="160907" y="5144"/>
                    <a:pt x="165764" y="0"/>
                  </a:cubicBezTo>
                  <a:close/>
                </a:path>
              </a:pathLst>
            </a:custGeom>
            <a:solidFill>
              <a:srgbClr val="D54C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5F0408-4FA3-4FE5-93C2-26B4C582E927}"/>
                </a:ext>
              </a:extLst>
            </p:cNvPr>
            <p:cNvSpPr/>
            <p:nvPr/>
          </p:nvSpPr>
          <p:spPr>
            <a:xfrm>
              <a:off x="4638571" y="2452973"/>
              <a:ext cx="532360" cy="279615"/>
            </a:xfrm>
            <a:custGeom>
              <a:avLst/>
              <a:gdLst>
                <a:gd name="connsiteX0" fmla="*/ 230323 w 532360"/>
                <a:gd name="connsiteY0" fmla="*/ 0 h 279615"/>
                <a:gd name="connsiteX1" fmla="*/ 461971 w 532360"/>
                <a:gd name="connsiteY1" fmla="*/ 112395 h 279615"/>
                <a:gd name="connsiteX2" fmla="*/ 528074 w 532360"/>
                <a:gd name="connsiteY2" fmla="*/ 232410 h 279615"/>
                <a:gd name="connsiteX3" fmla="*/ 532360 w 532360"/>
                <a:gd name="connsiteY3" fmla="*/ 267653 h 279615"/>
                <a:gd name="connsiteX4" fmla="*/ 526741 w 532360"/>
                <a:gd name="connsiteY4" fmla="*/ 278892 h 279615"/>
                <a:gd name="connsiteX5" fmla="*/ 512739 w 532360"/>
                <a:gd name="connsiteY5" fmla="*/ 277654 h 279615"/>
                <a:gd name="connsiteX6" fmla="*/ 503214 w 532360"/>
                <a:gd name="connsiteY6" fmla="*/ 269272 h 279615"/>
                <a:gd name="connsiteX7" fmla="*/ 182317 w 532360"/>
                <a:gd name="connsiteY7" fmla="*/ 108204 h 279615"/>
                <a:gd name="connsiteX8" fmla="*/ 19249 w 532360"/>
                <a:gd name="connsiteY8" fmla="*/ 113347 h 279615"/>
                <a:gd name="connsiteX9" fmla="*/ 809 w 532360"/>
                <a:gd name="connsiteY9" fmla="*/ 104451 h 279615"/>
                <a:gd name="connsiteX10" fmla="*/ 3532 w 532360"/>
                <a:gd name="connsiteY10" fmla="*/ 90202 h 279615"/>
                <a:gd name="connsiteX11" fmla="*/ 35632 w 532360"/>
                <a:gd name="connsiteY11" fmla="*/ 60293 h 279615"/>
                <a:gd name="connsiteX12" fmla="*/ 176125 w 532360"/>
                <a:gd name="connsiteY12" fmla="*/ 6572 h 279615"/>
                <a:gd name="connsiteX13" fmla="*/ 230323 w 532360"/>
                <a:gd name="connsiteY13" fmla="*/ 0 h 27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32360" h="279615">
                  <a:moveTo>
                    <a:pt x="230323" y="0"/>
                  </a:moveTo>
                  <a:cubicBezTo>
                    <a:pt x="325573" y="5048"/>
                    <a:pt x="402630" y="40196"/>
                    <a:pt x="461971" y="112395"/>
                  </a:cubicBezTo>
                  <a:cubicBezTo>
                    <a:pt x="491917" y="147504"/>
                    <a:pt x="514406" y="188338"/>
                    <a:pt x="528074" y="232410"/>
                  </a:cubicBezTo>
                  <a:cubicBezTo>
                    <a:pt x="530846" y="243954"/>
                    <a:pt x="532284" y="255784"/>
                    <a:pt x="532360" y="267653"/>
                  </a:cubicBezTo>
                  <a:cubicBezTo>
                    <a:pt x="532380" y="272082"/>
                    <a:pt x="530293" y="276254"/>
                    <a:pt x="526741" y="278892"/>
                  </a:cubicBezTo>
                  <a:cubicBezTo>
                    <a:pt x="522073" y="280178"/>
                    <a:pt x="517101" y="279740"/>
                    <a:pt x="512739" y="277654"/>
                  </a:cubicBezTo>
                  <a:cubicBezTo>
                    <a:pt x="509062" y="275482"/>
                    <a:pt x="505833" y="272644"/>
                    <a:pt x="503214" y="269272"/>
                  </a:cubicBezTo>
                  <a:cubicBezTo>
                    <a:pt x="414727" y="178879"/>
                    <a:pt x="305189" y="130112"/>
                    <a:pt x="182317" y="108204"/>
                  </a:cubicBezTo>
                  <a:cubicBezTo>
                    <a:pt x="128319" y="96993"/>
                    <a:pt x="72436" y="98755"/>
                    <a:pt x="19249" y="113347"/>
                  </a:cubicBezTo>
                  <a:cubicBezTo>
                    <a:pt x="11699" y="115986"/>
                    <a:pt x="3443" y="111995"/>
                    <a:pt x="809" y="104451"/>
                  </a:cubicBezTo>
                  <a:cubicBezTo>
                    <a:pt x="-900" y="99555"/>
                    <a:pt x="140" y="94116"/>
                    <a:pt x="3532" y="90202"/>
                  </a:cubicBezTo>
                  <a:cubicBezTo>
                    <a:pt x="13024" y="79010"/>
                    <a:pt x="23798" y="68971"/>
                    <a:pt x="35632" y="60293"/>
                  </a:cubicBezTo>
                  <a:cubicBezTo>
                    <a:pt x="77351" y="29528"/>
                    <a:pt x="125833" y="15240"/>
                    <a:pt x="176125" y="6572"/>
                  </a:cubicBezTo>
                  <a:cubicBezTo>
                    <a:pt x="194699" y="2953"/>
                    <a:pt x="213654" y="1810"/>
                    <a:pt x="230323" y="0"/>
                  </a:cubicBezTo>
                  <a:close/>
                </a:path>
              </a:pathLst>
            </a:custGeom>
            <a:solidFill>
              <a:srgbClr val="2719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9D8735-8894-404D-9DE0-2A8BD90FC3C8}"/>
                </a:ext>
              </a:extLst>
            </p:cNvPr>
            <p:cNvSpPr/>
            <p:nvPr/>
          </p:nvSpPr>
          <p:spPr>
            <a:xfrm>
              <a:off x="5920160" y="2962444"/>
              <a:ext cx="416234" cy="427316"/>
            </a:xfrm>
            <a:custGeom>
              <a:avLst/>
              <a:gdLst>
                <a:gd name="connsiteX0" fmla="*/ 58110 w 416234"/>
                <a:gd name="connsiteY0" fmla="*/ 222715 h 427316"/>
                <a:gd name="connsiteX1" fmla="*/ 104688 w 416234"/>
                <a:gd name="connsiteY1" fmla="*/ 209095 h 427316"/>
                <a:gd name="connsiteX2" fmla="*/ 221369 w 416234"/>
                <a:gd name="connsiteY2" fmla="*/ 263768 h 427316"/>
                <a:gd name="connsiteX3" fmla="*/ 176354 w 416234"/>
                <a:gd name="connsiteY3" fmla="*/ 410444 h 427316"/>
                <a:gd name="connsiteX4" fmla="*/ 166791 w 416234"/>
                <a:gd name="connsiteY4" fmla="*/ 414930 h 427316"/>
                <a:gd name="connsiteX5" fmla="*/ 58967 w 416234"/>
                <a:gd name="connsiteY5" fmla="*/ 419311 h 427316"/>
                <a:gd name="connsiteX6" fmla="*/ 28488 w 416234"/>
                <a:gd name="connsiteY6" fmla="*/ 401119 h 427316"/>
                <a:gd name="connsiteX7" fmla="*/ 22296 w 416234"/>
                <a:gd name="connsiteY7" fmla="*/ 377306 h 427316"/>
                <a:gd name="connsiteX8" fmla="*/ 45537 w 416234"/>
                <a:gd name="connsiteY8" fmla="*/ 369019 h 427316"/>
                <a:gd name="connsiteX9" fmla="*/ 96782 w 416234"/>
                <a:gd name="connsiteY9" fmla="*/ 378544 h 427316"/>
                <a:gd name="connsiteX10" fmla="*/ 171553 w 416234"/>
                <a:gd name="connsiteY10" fmla="*/ 357875 h 427316"/>
                <a:gd name="connsiteX11" fmla="*/ 173887 w 416234"/>
                <a:gd name="connsiteY11" fmla="*/ 271026 h 427316"/>
                <a:gd name="connsiteX12" fmla="*/ 153932 w 416234"/>
                <a:gd name="connsiteY12" fmla="*/ 257006 h 427316"/>
                <a:gd name="connsiteX13" fmla="*/ 46966 w 416234"/>
                <a:gd name="connsiteY13" fmla="*/ 288057 h 427316"/>
                <a:gd name="connsiteX14" fmla="*/ 37441 w 416234"/>
                <a:gd name="connsiteY14" fmla="*/ 302344 h 427316"/>
                <a:gd name="connsiteX15" fmla="*/ 14200 w 416234"/>
                <a:gd name="connsiteY15" fmla="*/ 311107 h 427316"/>
                <a:gd name="connsiteX16" fmla="*/ 103 w 416234"/>
                <a:gd name="connsiteY16" fmla="*/ 290724 h 427316"/>
                <a:gd name="connsiteX17" fmla="*/ 4389 w 416234"/>
                <a:gd name="connsiteY17" fmla="*/ 259768 h 427316"/>
                <a:gd name="connsiteX18" fmla="*/ 183459 w 416234"/>
                <a:gd name="connsiteY18" fmla="*/ 22976 h 427316"/>
                <a:gd name="connsiteX19" fmla="*/ 322143 w 416234"/>
                <a:gd name="connsiteY19" fmla="*/ 6307 h 427316"/>
                <a:gd name="connsiteX20" fmla="*/ 406439 w 416234"/>
                <a:gd name="connsiteY20" fmla="*/ 183663 h 427316"/>
                <a:gd name="connsiteX21" fmla="*/ 384246 w 416234"/>
                <a:gd name="connsiteY21" fmla="*/ 215667 h 427316"/>
                <a:gd name="connsiteX22" fmla="*/ 368054 w 416234"/>
                <a:gd name="connsiteY22" fmla="*/ 218239 h 427316"/>
                <a:gd name="connsiteX23" fmla="*/ 364244 w 416234"/>
                <a:gd name="connsiteY23" fmla="*/ 203189 h 427316"/>
                <a:gd name="connsiteX24" fmla="*/ 376531 w 416234"/>
                <a:gd name="connsiteY24" fmla="*/ 151564 h 427316"/>
                <a:gd name="connsiteX25" fmla="*/ 297302 w 416234"/>
                <a:gd name="connsiteY25" fmla="*/ 44293 h 427316"/>
                <a:gd name="connsiteX26" fmla="*/ 285091 w 416234"/>
                <a:gd name="connsiteY26" fmla="*/ 43264 h 427316"/>
                <a:gd name="connsiteX27" fmla="*/ 131262 w 416234"/>
                <a:gd name="connsiteY27" fmla="*/ 107844 h 427316"/>
                <a:gd name="connsiteX28" fmla="*/ 61539 w 416234"/>
                <a:gd name="connsiteY28" fmla="*/ 213476 h 427316"/>
                <a:gd name="connsiteX29" fmla="*/ 58110 w 416234"/>
                <a:gd name="connsiteY29" fmla="*/ 222715 h 42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16234" h="427316">
                  <a:moveTo>
                    <a:pt x="58110" y="222715"/>
                  </a:moveTo>
                  <a:cubicBezTo>
                    <a:pt x="73398" y="217381"/>
                    <a:pt x="88943" y="212838"/>
                    <a:pt x="104688" y="209095"/>
                  </a:cubicBezTo>
                  <a:cubicBezTo>
                    <a:pt x="140025" y="202522"/>
                    <a:pt x="198318" y="218620"/>
                    <a:pt x="221369" y="263768"/>
                  </a:cubicBezTo>
                  <a:cubicBezTo>
                    <a:pt x="249439" y="316699"/>
                    <a:pt x="229284" y="382374"/>
                    <a:pt x="176354" y="410444"/>
                  </a:cubicBezTo>
                  <a:cubicBezTo>
                    <a:pt x="173239" y="412092"/>
                    <a:pt x="170048" y="413587"/>
                    <a:pt x="166791" y="414930"/>
                  </a:cubicBezTo>
                  <a:cubicBezTo>
                    <a:pt x="132653" y="429770"/>
                    <a:pt x="94200" y="431332"/>
                    <a:pt x="58967" y="419311"/>
                  </a:cubicBezTo>
                  <a:cubicBezTo>
                    <a:pt x="47890" y="414939"/>
                    <a:pt x="37593" y="408796"/>
                    <a:pt x="28488" y="401119"/>
                  </a:cubicBezTo>
                  <a:cubicBezTo>
                    <a:pt x="20553" y="395994"/>
                    <a:pt x="17867" y="385650"/>
                    <a:pt x="22296" y="377306"/>
                  </a:cubicBezTo>
                  <a:cubicBezTo>
                    <a:pt x="26963" y="369220"/>
                    <a:pt x="36803" y="365714"/>
                    <a:pt x="45537" y="369019"/>
                  </a:cubicBezTo>
                  <a:cubicBezTo>
                    <a:pt x="62682" y="372068"/>
                    <a:pt x="79542" y="376544"/>
                    <a:pt x="96782" y="378544"/>
                  </a:cubicBezTo>
                  <a:cubicBezTo>
                    <a:pt x="123557" y="383440"/>
                    <a:pt x="151093" y="375830"/>
                    <a:pt x="171553" y="357875"/>
                  </a:cubicBezTo>
                  <a:cubicBezTo>
                    <a:pt x="196185" y="334539"/>
                    <a:pt x="197223" y="295649"/>
                    <a:pt x="173887" y="271026"/>
                  </a:cubicBezTo>
                  <a:cubicBezTo>
                    <a:pt x="168238" y="265064"/>
                    <a:pt x="161457" y="260301"/>
                    <a:pt x="153932" y="257006"/>
                  </a:cubicBezTo>
                  <a:cubicBezTo>
                    <a:pt x="114975" y="240146"/>
                    <a:pt x="75065" y="251672"/>
                    <a:pt x="46966" y="288057"/>
                  </a:cubicBezTo>
                  <a:cubicBezTo>
                    <a:pt x="43442" y="292629"/>
                    <a:pt x="40584" y="297582"/>
                    <a:pt x="37441" y="302344"/>
                  </a:cubicBezTo>
                  <a:cubicBezTo>
                    <a:pt x="32669" y="310307"/>
                    <a:pt x="23039" y="313936"/>
                    <a:pt x="14200" y="311107"/>
                  </a:cubicBezTo>
                  <a:cubicBezTo>
                    <a:pt x="5123" y="308717"/>
                    <a:pt x="-869" y="300068"/>
                    <a:pt x="103" y="290724"/>
                  </a:cubicBezTo>
                  <a:cubicBezTo>
                    <a:pt x="532" y="280294"/>
                    <a:pt x="1970" y="269921"/>
                    <a:pt x="4389" y="259768"/>
                  </a:cubicBezTo>
                  <a:cubicBezTo>
                    <a:pt x="28583" y="154040"/>
                    <a:pt x="85066" y="72221"/>
                    <a:pt x="183459" y="22976"/>
                  </a:cubicBezTo>
                  <a:cubicBezTo>
                    <a:pt x="225855" y="-93"/>
                    <a:pt x="275480" y="-6066"/>
                    <a:pt x="322143" y="6307"/>
                  </a:cubicBezTo>
                  <a:cubicBezTo>
                    <a:pt x="410821" y="31358"/>
                    <a:pt x="431300" y="125751"/>
                    <a:pt x="406439" y="183663"/>
                  </a:cubicBezTo>
                  <a:cubicBezTo>
                    <a:pt x="400744" y="195417"/>
                    <a:pt x="393257" y="206218"/>
                    <a:pt x="384246" y="215667"/>
                  </a:cubicBezTo>
                  <a:cubicBezTo>
                    <a:pt x="379617" y="219182"/>
                    <a:pt x="373540" y="220153"/>
                    <a:pt x="368054" y="218239"/>
                  </a:cubicBezTo>
                  <a:cubicBezTo>
                    <a:pt x="365006" y="216715"/>
                    <a:pt x="363291" y="208047"/>
                    <a:pt x="364244" y="203189"/>
                  </a:cubicBezTo>
                  <a:cubicBezTo>
                    <a:pt x="367673" y="185854"/>
                    <a:pt x="373769" y="168994"/>
                    <a:pt x="376531" y="151564"/>
                  </a:cubicBezTo>
                  <a:cubicBezTo>
                    <a:pt x="384275" y="100062"/>
                    <a:pt x="348804" y="52037"/>
                    <a:pt x="297302" y="44293"/>
                  </a:cubicBezTo>
                  <a:cubicBezTo>
                    <a:pt x="293254" y="43684"/>
                    <a:pt x="289177" y="43341"/>
                    <a:pt x="285091" y="43264"/>
                  </a:cubicBezTo>
                  <a:cubicBezTo>
                    <a:pt x="223941" y="41074"/>
                    <a:pt x="173934" y="66315"/>
                    <a:pt x="131262" y="107844"/>
                  </a:cubicBezTo>
                  <a:cubicBezTo>
                    <a:pt x="100859" y="137762"/>
                    <a:pt x="77094" y="173757"/>
                    <a:pt x="61539" y="213476"/>
                  </a:cubicBezTo>
                  <a:cubicBezTo>
                    <a:pt x="59920" y="216524"/>
                    <a:pt x="59063" y="219763"/>
                    <a:pt x="58110" y="222715"/>
                  </a:cubicBezTo>
                  <a:close/>
                </a:path>
              </a:pathLst>
            </a:custGeom>
            <a:solidFill>
              <a:srgbClr val="2719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B3D25A-2903-4F47-A3E7-157AEED80701}"/>
                </a:ext>
              </a:extLst>
            </p:cNvPr>
            <p:cNvSpPr/>
            <p:nvPr/>
          </p:nvSpPr>
          <p:spPr>
            <a:xfrm>
              <a:off x="4253484" y="3538347"/>
              <a:ext cx="213990" cy="65055"/>
            </a:xfrm>
            <a:custGeom>
              <a:avLst/>
              <a:gdLst>
                <a:gd name="connsiteX0" fmla="*/ 111728 w 213990"/>
                <a:gd name="connsiteY0" fmla="*/ 65056 h 65055"/>
                <a:gd name="connsiteX1" fmla="*/ 8953 w 213990"/>
                <a:gd name="connsiteY1" fmla="*/ 24670 h 65055"/>
                <a:gd name="connsiteX2" fmla="*/ 5239 w 213990"/>
                <a:gd name="connsiteY2" fmla="*/ 20288 h 65055"/>
                <a:gd name="connsiteX3" fmla="*/ 0 w 213990"/>
                <a:gd name="connsiteY3" fmla="*/ 4763 h 65055"/>
                <a:gd name="connsiteX4" fmla="*/ 15621 w 213990"/>
                <a:gd name="connsiteY4" fmla="*/ 0 h 65055"/>
                <a:gd name="connsiteX5" fmla="*/ 54959 w 213990"/>
                <a:gd name="connsiteY5" fmla="*/ 1714 h 65055"/>
                <a:gd name="connsiteX6" fmla="*/ 199835 w 213990"/>
                <a:gd name="connsiteY6" fmla="*/ 3810 h 65055"/>
                <a:gd name="connsiteX7" fmla="*/ 213551 w 213990"/>
                <a:gd name="connsiteY7" fmla="*/ 8477 h 65055"/>
                <a:gd name="connsiteX8" fmla="*/ 210503 w 213990"/>
                <a:gd name="connsiteY8" fmla="*/ 23813 h 65055"/>
                <a:gd name="connsiteX9" fmla="*/ 162306 w 213990"/>
                <a:gd name="connsiteY9" fmla="*/ 53721 h 65055"/>
                <a:gd name="connsiteX10" fmla="*/ 111728 w 213990"/>
                <a:gd name="connsiteY10" fmla="*/ 65056 h 65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3990" h="65055">
                  <a:moveTo>
                    <a:pt x="111728" y="65056"/>
                  </a:moveTo>
                  <a:cubicBezTo>
                    <a:pt x="67913" y="62579"/>
                    <a:pt x="34957" y="52102"/>
                    <a:pt x="8953" y="24670"/>
                  </a:cubicBezTo>
                  <a:cubicBezTo>
                    <a:pt x="7461" y="23441"/>
                    <a:pt x="6203" y="21965"/>
                    <a:pt x="5239" y="20288"/>
                  </a:cubicBezTo>
                  <a:cubicBezTo>
                    <a:pt x="3239" y="15240"/>
                    <a:pt x="1715" y="9906"/>
                    <a:pt x="0" y="4763"/>
                  </a:cubicBezTo>
                  <a:cubicBezTo>
                    <a:pt x="4955" y="2438"/>
                    <a:pt x="10215" y="838"/>
                    <a:pt x="15621" y="0"/>
                  </a:cubicBezTo>
                  <a:cubicBezTo>
                    <a:pt x="28766" y="0"/>
                    <a:pt x="41910" y="1524"/>
                    <a:pt x="54959" y="1714"/>
                  </a:cubicBezTo>
                  <a:cubicBezTo>
                    <a:pt x="103251" y="2476"/>
                    <a:pt x="151543" y="2857"/>
                    <a:pt x="199835" y="3810"/>
                  </a:cubicBezTo>
                  <a:cubicBezTo>
                    <a:pt x="204597" y="3810"/>
                    <a:pt x="212312" y="5524"/>
                    <a:pt x="213551" y="8477"/>
                  </a:cubicBezTo>
                  <a:cubicBezTo>
                    <a:pt x="214692" y="13792"/>
                    <a:pt x="213589" y="19336"/>
                    <a:pt x="210503" y="23813"/>
                  </a:cubicBezTo>
                  <a:cubicBezTo>
                    <a:pt x="199168" y="41053"/>
                    <a:pt x="180213" y="47625"/>
                    <a:pt x="162306" y="53721"/>
                  </a:cubicBezTo>
                  <a:cubicBezTo>
                    <a:pt x="145712" y="58598"/>
                    <a:pt x="128817" y="62389"/>
                    <a:pt x="111728" y="65056"/>
                  </a:cubicBezTo>
                  <a:close/>
                </a:path>
              </a:pathLst>
            </a:custGeom>
            <a:solidFill>
              <a:srgbClr val="2719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714607D-A9E2-49DF-971A-BD6066CF6ED0}"/>
                </a:ext>
              </a:extLst>
            </p:cNvPr>
            <p:cNvSpPr/>
            <p:nvPr/>
          </p:nvSpPr>
          <p:spPr>
            <a:xfrm>
              <a:off x="5884160" y="3390972"/>
              <a:ext cx="92205" cy="87275"/>
            </a:xfrm>
            <a:custGeom>
              <a:avLst/>
              <a:gdLst>
                <a:gd name="connsiteX0" fmla="*/ 42295 w 92205"/>
                <a:gd name="connsiteY0" fmla="*/ 87177 h 87275"/>
                <a:gd name="connsiteX1" fmla="*/ 23 w 92205"/>
                <a:gd name="connsiteY1" fmla="*/ 47582 h 87275"/>
                <a:gd name="connsiteX2" fmla="*/ 4 w 92205"/>
                <a:gd name="connsiteY2" fmla="*/ 45838 h 87275"/>
                <a:gd name="connsiteX3" fmla="*/ 48067 w 92205"/>
                <a:gd name="connsiteY3" fmla="*/ 14 h 87275"/>
                <a:gd name="connsiteX4" fmla="*/ 48391 w 92205"/>
                <a:gd name="connsiteY4" fmla="*/ 23 h 87275"/>
                <a:gd name="connsiteX5" fmla="*/ 92206 w 92205"/>
                <a:gd name="connsiteY5" fmla="*/ 41743 h 87275"/>
                <a:gd name="connsiteX6" fmla="*/ 43838 w 92205"/>
                <a:gd name="connsiteY6" fmla="*/ 87253 h 87275"/>
                <a:gd name="connsiteX7" fmla="*/ 42295 w 92205"/>
                <a:gd name="connsiteY7" fmla="*/ 87177 h 8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205" h="87275">
                  <a:moveTo>
                    <a:pt x="42295" y="87177"/>
                  </a:moveTo>
                  <a:cubicBezTo>
                    <a:pt x="19682" y="87910"/>
                    <a:pt x="766" y="70184"/>
                    <a:pt x="23" y="47582"/>
                  </a:cubicBezTo>
                  <a:cubicBezTo>
                    <a:pt x="4" y="47000"/>
                    <a:pt x="-6" y="46419"/>
                    <a:pt x="4" y="45838"/>
                  </a:cubicBezTo>
                  <a:cubicBezTo>
                    <a:pt x="623" y="19911"/>
                    <a:pt x="22140" y="-605"/>
                    <a:pt x="48067" y="14"/>
                  </a:cubicBezTo>
                  <a:cubicBezTo>
                    <a:pt x="48181" y="14"/>
                    <a:pt x="48286" y="23"/>
                    <a:pt x="48391" y="23"/>
                  </a:cubicBezTo>
                  <a:cubicBezTo>
                    <a:pt x="71937" y="-358"/>
                    <a:pt x="91425" y="18206"/>
                    <a:pt x="92206" y="41743"/>
                  </a:cubicBezTo>
                  <a:cubicBezTo>
                    <a:pt x="91415" y="67660"/>
                    <a:pt x="69765" y="88044"/>
                    <a:pt x="43838" y="87253"/>
                  </a:cubicBezTo>
                  <a:cubicBezTo>
                    <a:pt x="43323" y="87234"/>
                    <a:pt x="42809" y="87205"/>
                    <a:pt x="42295" y="87177"/>
                  </a:cubicBezTo>
                  <a:close/>
                </a:path>
              </a:pathLst>
            </a:custGeom>
            <a:solidFill>
              <a:srgbClr val="D54C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24D31DE-D63A-498B-8D2C-4EDCBEC0E280}"/>
                </a:ext>
              </a:extLst>
            </p:cNvPr>
            <p:cNvSpPr/>
            <p:nvPr/>
          </p:nvSpPr>
          <p:spPr>
            <a:xfrm>
              <a:off x="4664038" y="2755126"/>
              <a:ext cx="439370" cy="521617"/>
            </a:xfrm>
            <a:custGeom>
              <a:avLst/>
              <a:gdLst>
                <a:gd name="connsiteX0" fmla="*/ 414787 w 439370"/>
                <a:gd name="connsiteY0" fmla="*/ 323449 h 521617"/>
                <a:gd name="connsiteX1" fmla="*/ 262387 w 439370"/>
                <a:gd name="connsiteY1" fmla="*/ 17602 h 521617"/>
                <a:gd name="connsiteX2" fmla="*/ 24929 w 439370"/>
                <a:gd name="connsiteY2" fmla="*/ 58845 h 521617"/>
                <a:gd name="connsiteX3" fmla="*/ 10451 w 439370"/>
                <a:gd name="connsiteY3" fmla="*/ 323449 h 521617"/>
                <a:gd name="connsiteX4" fmla="*/ 111130 w 439370"/>
                <a:gd name="connsiteY4" fmla="*/ 521283 h 521617"/>
                <a:gd name="connsiteX5" fmla="*/ 414787 w 439370"/>
                <a:gd name="connsiteY5" fmla="*/ 323449 h 521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9370" h="521617">
                  <a:moveTo>
                    <a:pt x="414787" y="323449"/>
                  </a:moveTo>
                  <a:cubicBezTo>
                    <a:pt x="481462" y="222294"/>
                    <a:pt x="406500" y="37699"/>
                    <a:pt x="262387" y="17602"/>
                  </a:cubicBezTo>
                  <a:cubicBezTo>
                    <a:pt x="118274" y="-2496"/>
                    <a:pt x="50266" y="-21737"/>
                    <a:pt x="24929" y="58845"/>
                  </a:cubicBezTo>
                  <a:cubicBezTo>
                    <a:pt x="-2355" y="144370"/>
                    <a:pt x="-7339" y="235457"/>
                    <a:pt x="10451" y="323449"/>
                  </a:cubicBezTo>
                  <a:cubicBezTo>
                    <a:pt x="29501" y="416699"/>
                    <a:pt x="90842" y="528523"/>
                    <a:pt x="111130" y="521283"/>
                  </a:cubicBezTo>
                  <a:cubicBezTo>
                    <a:pt x="131418" y="514044"/>
                    <a:pt x="346683" y="426986"/>
                    <a:pt x="414787" y="32344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101D3F4-55AA-42FA-8061-35FA12CC1A48}"/>
                </a:ext>
              </a:extLst>
            </p:cNvPr>
            <p:cNvSpPr/>
            <p:nvPr/>
          </p:nvSpPr>
          <p:spPr>
            <a:xfrm>
              <a:off x="4654407" y="2703156"/>
              <a:ext cx="478329" cy="353580"/>
            </a:xfrm>
            <a:custGeom>
              <a:avLst/>
              <a:gdLst>
                <a:gd name="connsiteX0" fmla="*/ 478329 w 478329"/>
                <a:gd name="connsiteY0" fmla="*/ 244927 h 353580"/>
                <a:gd name="connsiteX1" fmla="*/ 460137 w 478329"/>
                <a:gd name="connsiteY1" fmla="*/ 336462 h 353580"/>
                <a:gd name="connsiteX2" fmla="*/ 456231 w 478329"/>
                <a:gd name="connsiteY2" fmla="*/ 344749 h 353580"/>
                <a:gd name="connsiteX3" fmla="*/ 439467 w 478329"/>
                <a:gd name="connsiteY3" fmla="*/ 353512 h 353580"/>
                <a:gd name="connsiteX4" fmla="*/ 428704 w 478329"/>
                <a:gd name="connsiteY4" fmla="*/ 339510 h 353580"/>
                <a:gd name="connsiteX5" fmla="*/ 416607 w 478329"/>
                <a:gd name="connsiteY5" fmla="*/ 280741 h 353580"/>
                <a:gd name="connsiteX6" fmla="*/ 322405 w 478329"/>
                <a:gd name="connsiteY6" fmla="*/ 141390 h 353580"/>
                <a:gd name="connsiteX7" fmla="*/ 204581 w 478329"/>
                <a:gd name="connsiteY7" fmla="*/ 99861 h 353580"/>
                <a:gd name="connsiteX8" fmla="*/ 21891 w 478329"/>
                <a:gd name="connsiteY8" fmla="*/ 131484 h 353580"/>
                <a:gd name="connsiteX9" fmla="*/ 2841 w 478329"/>
                <a:gd name="connsiteY9" fmla="*/ 130722 h 353580"/>
                <a:gd name="connsiteX10" fmla="*/ 5794 w 478329"/>
                <a:gd name="connsiteY10" fmla="*/ 110719 h 353580"/>
                <a:gd name="connsiteX11" fmla="*/ 182673 w 478329"/>
                <a:gd name="connsiteY11" fmla="*/ 5944 h 353580"/>
                <a:gd name="connsiteX12" fmla="*/ 463661 w 478329"/>
                <a:gd name="connsiteY12" fmla="*/ 170441 h 353580"/>
                <a:gd name="connsiteX13" fmla="*/ 478329 w 478329"/>
                <a:gd name="connsiteY13" fmla="*/ 244927 h 35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8329" h="353580">
                  <a:moveTo>
                    <a:pt x="478329" y="244927"/>
                  </a:moveTo>
                  <a:cubicBezTo>
                    <a:pt x="475948" y="276054"/>
                    <a:pt x="469843" y="306792"/>
                    <a:pt x="460137" y="336462"/>
                  </a:cubicBezTo>
                  <a:cubicBezTo>
                    <a:pt x="459584" y="339519"/>
                    <a:pt x="458241" y="342377"/>
                    <a:pt x="456231" y="344749"/>
                  </a:cubicBezTo>
                  <a:cubicBezTo>
                    <a:pt x="450993" y="348559"/>
                    <a:pt x="444706" y="354274"/>
                    <a:pt x="439467" y="353512"/>
                  </a:cubicBezTo>
                  <a:cubicBezTo>
                    <a:pt x="434229" y="352750"/>
                    <a:pt x="429942" y="345034"/>
                    <a:pt x="428704" y="339510"/>
                  </a:cubicBezTo>
                  <a:cubicBezTo>
                    <a:pt x="423942" y="320460"/>
                    <a:pt x="422037" y="299886"/>
                    <a:pt x="416607" y="280741"/>
                  </a:cubicBezTo>
                  <a:cubicBezTo>
                    <a:pt x="400320" y="224257"/>
                    <a:pt x="371649" y="175966"/>
                    <a:pt x="322405" y="141390"/>
                  </a:cubicBezTo>
                  <a:cubicBezTo>
                    <a:pt x="286877" y="116530"/>
                    <a:pt x="246777" y="105766"/>
                    <a:pt x="204581" y="99861"/>
                  </a:cubicBezTo>
                  <a:cubicBezTo>
                    <a:pt x="140192" y="90907"/>
                    <a:pt x="80756" y="107005"/>
                    <a:pt x="21891" y="131484"/>
                  </a:cubicBezTo>
                  <a:cubicBezTo>
                    <a:pt x="15319" y="134151"/>
                    <a:pt x="8556" y="137961"/>
                    <a:pt x="2841" y="130722"/>
                  </a:cubicBezTo>
                  <a:cubicBezTo>
                    <a:pt x="-2874" y="123483"/>
                    <a:pt x="1032" y="117006"/>
                    <a:pt x="5794" y="110719"/>
                  </a:cubicBezTo>
                  <a:cubicBezTo>
                    <a:pt x="50847" y="52236"/>
                    <a:pt x="112665" y="21470"/>
                    <a:pt x="182673" y="5944"/>
                  </a:cubicBezTo>
                  <a:cubicBezTo>
                    <a:pt x="305051" y="-21821"/>
                    <a:pt x="427971" y="50140"/>
                    <a:pt x="463661" y="170441"/>
                  </a:cubicBezTo>
                  <a:cubicBezTo>
                    <a:pt x="469843" y="194997"/>
                    <a:pt x="474738" y="219857"/>
                    <a:pt x="478329" y="244927"/>
                  </a:cubicBezTo>
                  <a:close/>
                </a:path>
              </a:pathLst>
            </a:custGeom>
            <a:solidFill>
              <a:srgbClr val="2719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892858C-7768-4460-9508-1BCC96A3FA37}"/>
                </a:ext>
              </a:extLst>
            </p:cNvPr>
            <p:cNvSpPr/>
            <p:nvPr/>
          </p:nvSpPr>
          <p:spPr>
            <a:xfrm>
              <a:off x="4648771" y="2849184"/>
              <a:ext cx="171381" cy="328278"/>
            </a:xfrm>
            <a:custGeom>
              <a:avLst/>
              <a:gdLst>
                <a:gd name="connsiteX0" fmla="*/ 0 w 171381"/>
                <a:gd name="connsiteY0" fmla="*/ 129950 h 328278"/>
                <a:gd name="connsiteX1" fmla="*/ 17431 w 171381"/>
                <a:gd name="connsiteY1" fmla="*/ 31081 h 328278"/>
                <a:gd name="connsiteX2" fmla="*/ 59531 w 171381"/>
                <a:gd name="connsiteY2" fmla="*/ 220 h 328278"/>
                <a:gd name="connsiteX3" fmla="*/ 149066 w 171381"/>
                <a:gd name="connsiteY3" fmla="*/ 59846 h 328278"/>
                <a:gd name="connsiteX4" fmla="*/ 151162 w 171381"/>
                <a:gd name="connsiteY4" fmla="*/ 236440 h 328278"/>
                <a:gd name="connsiteX5" fmla="*/ 81534 w 171381"/>
                <a:gd name="connsiteY5" fmla="*/ 321022 h 328278"/>
                <a:gd name="connsiteX6" fmla="*/ 32004 w 171381"/>
                <a:gd name="connsiteY6" fmla="*/ 303781 h 328278"/>
                <a:gd name="connsiteX7" fmla="*/ 0 w 171381"/>
                <a:gd name="connsiteY7" fmla="*/ 129950 h 32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381" h="328278">
                  <a:moveTo>
                    <a:pt x="0" y="129950"/>
                  </a:moveTo>
                  <a:cubicBezTo>
                    <a:pt x="3810" y="107757"/>
                    <a:pt x="9525" y="69181"/>
                    <a:pt x="17431" y="31081"/>
                  </a:cubicBezTo>
                  <a:cubicBezTo>
                    <a:pt x="23051" y="4696"/>
                    <a:pt x="32861" y="-1304"/>
                    <a:pt x="59531" y="220"/>
                  </a:cubicBezTo>
                  <a:cubicBezTo>
                    <a:pt x="100870" y="2601"/>
                    <a:pt x="129921" y="24889"/>
                    <a:pt x="149066" y="59846"/>
                  </a:cubicBezTo>
                  <a:cubicBezTo>
                    <a:pt x="180975" y="117949"/>
                    <a:pt x="175927" y="177575"/>
                    <a:pt x="151162" y="236440"/>
                  </a:cubicBezTo>
                  <a:cubicBezTo>
                    <a:pt x="137893" y="271530"/>
                    <a:pt x="113424" y="301257"/>
                    <a:pt x="81534" y="321022"/>
                  </a:cubicBezTo>
                  <a:cubicBezTo>
                    <a:pt x="58293" y="334738"/>
                    <a:pt x="42386" y="329023"/>
                    <a:pt x="32004" y="303781"/>
                  </a:cubicBezTo>
                  <a:cubicBezTo>
                    <a:pt x="11240" y="253489"/>
                    <a:pt x="2381" y="200816"/>
                    <a:pt x="0" y="129950"/>
                  </a:cubicBezTo>
                  <a:close/>
                </a:path>
              </a:pathLst>
            </a:custGeom>
            <a:solidFill>
              <a:srgbClr val="2719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5C1285B-9BA2-4C09-9D2C-A0285F587EA7}"/>
                </a:ext>
              </a:extLst>
            </p:cNvPr>
            <p:cNvSpPr/>
            <p:nvPr/>
          </p:nvSpPr>
          <p:spPr>
            <a:xfrm>
              <a:off x="4717940" y="3078405"/>
              <a:ext cx="342196" cy="203814"/>
            </a:xfrm>
            <a:custGeom>
              <a:avLst/>
              <a:gdLst>
                <a:gd name="connsiteX0" fmla="*/ 38844 w 342196"/>
                <a:gd name="connsiteY0" fmla="*/ 203814 h 203814"/>
                <a:gd name="connsiteX1" fmla="*/ 21033 w 342196"/>
                <a:gd name="connsiteY1" fmla="*/ 188384 h 203814"/>
                <a:gd name="connsiteX2" fmla="*/ 1411 w 342196"/>
                <a:gd name="connsiteY2" fmla="*/ 138949 h 203814"/>
                <a:gd name="connsiteX3" fmla="*/ 7317 w 342196"/>
                <a:gd name="connsiteY3" fmla="*/ 121614 h 203814"/>
                <a:gd name="connsiteX4" fmla="*/ 22842 w 342196"/>
                <a:gd name="connsiteY4" fmla="*/ 129329 h 203814"/>
                <a:gd name="connsiteX5" fmla="*/ 39892 w 342196"/>
                <a:gd name="connsiteY5" fmla="*/ 162095 h 203814"/>
                <a:gd name="connsiteX6" fmla="*/ 50274 w 342196"/>
                <a:gd name="connsiteY6" fmla="*/ 167429 h 203814"/>
                <a:gd name="connsiteX7" fmla="*/ 256872 w 342196"/>
                <a:gd name="connsiteY7" fmla="*/ 56558 h 203814"/>
                <a:gd name="connsiteX8" fmla="*/ 298496 w 342196"/>
                <a:gd name="connsiteY8" fmla="*/ 17886 h 203814"/>
                <a:gd name="connsiteX9" fmla="*/ 319641 w 342196"/>
                <a:gd name="connsiteY9" fmla="*/ 1980 h 203814"/>
                <a:gd name="connsiteX10" fmla="*/ 338691 w 342196"/>
                <a:gd name="connsiteY10" fmla="*/ 2646 h 203814"/>
                <a:gd name="connsiteX11" fmla="*/ 340977 w 342196"/>
                <a:gd name="connsiteY11" fmla="*/ 21696 h 203814"/>
                <a:gd name="connsiteX12" fmla="*/ 327928 w 342196"/>
                <a:gd name="connsiteY12" fmla="*/ 40746 h 203814"/>
                <a:gd name="connsiteX13" fmla="*/ 213628 w 342196"/>
                <a:gd name="connsiteY13" fmla="*/ 129519 h 203814"/>
                <a:gd name="connsiteX14" fmla="*/ 56847 w 342196"/>
                <a:gd name="connsiteY14" fmla="*/ 198195 h 203814"/>
                <a:gd name="connsiteX15" fmla="*/ 41130 w 342196"/>
                <a:gd name="connsiteY15" fmla="*/ 202100 h 203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2196" h="203814">
                  <a:moveTo>
                    <a:pt x="38844" y="203814"/>
                  </a:moveTo>
                  <a:cubicBezTo>
                    <a:pt x="32748" y="198766"/>
                    <a:pt x="24271" y="194861"/>
                    <a:pt x="21033" y="188384"/>
                  </a:cubicBezTo>
                  <a:cubicBezTo>
                    <a:pt x="13565" y="172287"/>
                    <a:pt x="7021" y="155780"/>
                    <a:pt x="1411" y="138949"/>
                  </a:cubicBezTo>
                  <a:cubicBezTo>
                    <a:pt x="-1256" y="131805"/>
                    <a:pt x="-589" y="123423"/>
                    <a:pt x="7317" y="121614"/>
                  </a:cubicBezTo>
                  <a:cubicBezTo>
                    <a:pt x="13432" y="121547"/>
                    <a:pt x="19204" y="124414"/>
                    <a:pt x="22842" y="129329"/>
                  </a:cubicBezTo>
                  <a:cubicBezTo>
                    <a:pt x="29291" y="139835"/>
                    <a:pt x="34987" y="150779"/>
                    <a:pt x="39892" y="162095"/>
                  </a:cubicBezTo>
                  <a:cubicBezTo>
                    <a:pt x="42178" y="166667"/>
                    <a:pt x="43893" y="169905"/>
                    <a:pt x="50274" y="167429"/>
                  </a:cubicBezTo>
                  <a:cubicBezTo>
                    <a:pt x="123712" y="138854"/>
                    <a:pt x="195054" y="106469"/>
                    <a:pt x="256872" y="56558"/>
                  </a:cubicBezTo>
                  <a:cubicBezTo>
                    <a:pt x="271540" y="44652"/>
                    <a:pt x="284399" y="30555"/>
                    <a:pt x="298496" y="17886"/>
                  </a:cubicBezTo>
                  <a:cubicBezTo>
                    <a:pt x="304649" y="11486"/>
                    <a:pt x="311783" y="6113"/>
                    <a:pt x="319641" y="1980"/>
                  </a:cubicBezTo>
                  <a:cubicBezTo>
                    <a:pt x="325728" y="-878"/>
                    <a:pt x="332824" y="-630"/>
                    <a:pt x="338691" y="2646"/>
                  </a:cubicBezTo>
                  <a:cubicBezTo>
                    <a:pt x="342358" y="8304"/>
                    <a:pt x="343197" y="15334"/>
                    <a:pt x="340977" y="21696"/>
                  </a:cubicBezTo>
                  <a:cubicBezTo>
                    <a:pt x="337967" y="28869"/>
                    <a:pt x="333529" y="35355"/>
                    <a:pt x="327928" y="40746"/>
                  </a:cubicBezTo>
                  <a:cubicBezTo>
                    <a:pt x="294695" y="76122"/>
                    <a:pt x="256129" y="106078"/>
                    <a:pt x="213628" y="129519"/>
                  </a:cubicBezTo>
                  <a:cubicBezTo>
                    <a:pt x="163593" y="157180"/>
                    <a:pt x="111111" y="180173"/>
                    <a:pt x="56847" y="198195"/>
                  </a:cubicBezTo>
                  <a:cubicBezTo>
                    <a:pt x="51798" y="200004"/>
                    <a:pt x="46369" y="200766"/>
                    <a:pt x="41130" y="202100"/>
                  </a:cubicBezTo>
                  <a:close/>
                </a:path>
              </a:pathLst>
            </a:custGeom>
            <a:solidFill>
              <a:srgbClr val="27193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C2F618-C699-4E75-8A67-4ED1CF001E4D}"/>
              </a:ext>
            </a:extLst>
          </p:cNvPr>
          <p:cNvGrpSpPr/>
          <p:nvPr/>
        </p:nvGrpSpPr>
        <p:grpSpPr>
          <a:xfrm>
            <a:off x="467198" y="1423487"/>
            <a:ext cx="5979615" cy="4011027"/>
            <a:chOff x="467198" y="794653"/>
            <a:chExt cx="5979615" cy="401102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296B082-EFC8-41FA-A53D-7C5F845F3D5C}"/>
                </a:ext>
              </a:extLst>
            </p:cNvPr>
            <p:cNvGrpSpPr/>
            <p:nvPr/>
          </p:nvGrpSpPr>
          <p:grpSpPr>
            <a:xfrm>
              <a:off x="621750" y="2200981"/>
              <a:ext cx="5038738" cy="2604699"/>
              <a:chOff x="5525368" y="1075378"/>
              <a:chExt cx="5522591" cy="2604699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D47873-4427-4452-A88B-73FF5B0F9CE0}"/>
                  </a:ext>
                </a:extLst>
              </p:cNvPr>
              <p:cNvSpPr txBox="1"/>
              <p:nvPr/>
            </p:nvSpPr>
            <p:spPr>
              <a:xfrm>
                <a:off x="5525368" y="1464086"/>
                <a:ext cx="5522591" cy="2215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  <a:latin typeface="Georgia Pro Light" panose="02040302050405020303" pitchFamily="18" charset="0"/>
                  </a:rPr>
                  <a:t>This slide is an editable slide with all your needs.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/>
                  </a:solidFill>
                  <a:latin typeface="Georgia Pro Light" panose="02040302050405020303" pitchFamily="18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  <a:latin typeface="Georgia Pro Light" panose="02040302050405020303" pitchFamily="18" charset="0"/>
                  </a:rPr>
                  <a:t>Adapt it with your needs and it will capture all the audience attention.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/>
                  </a:solidFill>
                  <a:latin typeface="Georgia Pro Light" panose="02040302050405020303" pitchFamily="18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  <a:latin typeface="Georgia Pro Light" panose="02040302050405020303" pitchFamily="18" charset="0"/>
                  </a:rPr>
                  <a:t>Capture your audience attention .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/>
                  </a:solidFill>
                  <a:latin typeface="Georgia Pro Light" panose="02040302050405020303" pitchFamily="18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  <a:latin typeface="Georgia Pro Light" panose="02040302050405020303" pitchFamily="18" charset="0"/>
                  </a:rPr>
                  <a:t>Download this awesome creatives and bring your presentation to life , with our creativity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24C9115-6C4E-426A-A058-21DEE0DD211D}"/>
                  </a:ext>
                </a:extLst>
              </p:cNvPr>
              <p:cNvSpPr txBox="1"/>
              <p:nvPr/>
            </p:nvSpPr>
            <p:spPr>
              <a:xfrm>
                <a:off x="5525368" y="1075378"/>
                <a:ext cx="5522591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/>
                <a:r>
                  <a:rPr lang="en-US" sz="16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Caption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567007-9AA9-40E6-9E74-D38A23DC4C60}"/>
                </a:ext>
              </a:extLst>
            </p:cNvPr>
            <p:cNvSpPr txBox="1"/>
            <p:nvPr/>
          </p:nvSpPr>
          <p:spPr>
            <a:xfrm>
              <a:off x="467198" y="794653"/>
              <a:ext cx="597961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anose="02040502050405020303" pitchFamily="18" charset="0"/>
                  <a:ea typeface="Cambria" panose="02040503050406030204" pitchFamily="18" charset="0"/>
                  <a:cs typeface="+mj-cs"/>
                </a:rPr>
                <a:t>Women powerpoint presentation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562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BF2424"/>
      </a:lt2>
      <a:accent1>
        <a:srgbClr val="286D94"/>
      </a:accent1>
      <a:accent2>
        <a:srgbClr val="941358"/>
      </a:accent2>
      <a:accent3>
        <a:srgbClr val="2CACB8"/>
      </a:accent3>
      <a:accent4>
        <a:srgbClr val="E74B59"/>
      </a:accent4>
      <a:accent5>
        <a:srgbClr val="591959"/>
      </a:accent5>
      <a:accent6>
        <a:srgbClr val="FE9E50"/>
      </a:accent6>
      <a:hlink>
        <a:srgbClr val="BF242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Georgia</vt:lpstr>
      <vt:lpstr>Georgia Pro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Kavithalaya</dc:creator>
  <cp:lastModifiedBy>Kavithalaya</cp:lastModifiedBy>
  <cp:revision>1</cp:revision>
  <dcterms:created xsi:type="dcterms:W3CDTF">2021-03-20T10:08:32Z</dcterms:created>
  <dcterms:modified xsi:type="dcterms:W3CDTF">2021-03-20T10:10:34Z</dcterms:modified>
</cp:coreProperties>
</file>