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Coda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37207" y="-337207"/>
            <a:ext cx="1094828" cy="109482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5034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489480" y="539687"/>
            <a:ext cx="814552" cy="814552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5034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547414" y="5189483"/>
            <a:ext cx="1375103" cy="534276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5034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720000">
            <a:off x="11088918" y="5404574"/>
            <a:ext cx="674414" cy="674414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5034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2700000">
            <a:off x="11371353" y="6037352"/>
            <a:ext cx="954690" cy="954690"/>
          </a:xfrm>
          <a:prstGeom prst="roundRect">
            <a:avLst>
              <a:gd name="adj" fmla="val 7339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5034" dir="2700000">
              <a:srgbClr val="2d3436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2700000">
            <a:off x="2945044" y="1298423"/>
            <a:ext cx="534276" cy="534276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5034" dir="2700000">
              <a:srgbClr val="2d343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-120000">
            <a:off x="5230925" y="595839"/>
            <a:ext cx="1716690" cy="420414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65886" y="772773"/>
            <a:ext cx="197069" cy="157655"/>
          </a:xfrm>
          <a:custGeom>
            <a:avLst/>
            <a:gdLst/>
            <a:ahLst/>
            <a:cxnLst/>
            <a:rect l="l" t="t" r="r" b="b"/>
            <a:pathLst>
              <a:path w="197069" h="157655">
                <a:moveTo>
                  <a:pt x="19707" y="29560"/>
                </a:moveTo>
                <a:cubicBezTo>
                  <a:pt x="19707" y="18691"/>
                  <a:pt x="28544" y="9853"/>
                  <a:pt x="39414" y="9853"/>
                </a:cubicBezTo>
                <a:lnTo>
                  <a:pt x="128095" y="9853"/>
                </a:lnTo>
                <a:cubicBezTo>
                  <a:pt x="138964" y="9853"/>
                  <a:pt x="147802" y="18691"/>
                  <a:pt x="147802" y="29560"/>
                </a:cubicBezTo>
                <a:lnTo>
                  <a:pt x="147802" y="39414"/>
                </a:lnTo>
                <a:lnTo>
                  <a:pt x="163413" y="39414"/>
                </a:lnTo>
                <a:cubicBezTo>
                  <a:pt x="168648" y="39414"/>
                  <a:pt x="173667" y="41477"/>
                  <a:pt x="177362" y="45172"/>
                </a:cubicBezTo>
                <a:lnTo>
                  <a:pt x="191311" y="59121"/>
                </a:lnTo>
                <a:cubicBezTo>
                  <a:pt x="195006" y="62816"/>
                  <a:pt x="197069" y="67835"/>
                  <a:pt x="197069" y="73069"/>
                </a:cubicBezTo>
                <a:lnTo>
                  <a:pt x="197069" y="118241"/>
                </a:lnTo>
                <a:cubicBezTo>
                  <a:pt x="197069" y="129111"/>
                  <a:pt x="188232" y="137948"/>
                  <a:pt x="177362" y="137948"/>
                </a:cubicBezTo>
                <a:lnTo>
                  <a:pt x="176346" y="137948"/>
                </a:lnTo>
                <a:cubicBezTo>
                  <a:pt x="173144" y="149311"/>
                  <a:pt x="162674" y="157655"/>
                  <a:pt x="150265" y="157655"/>
                </a:cubicBezTo>
                <a:cubicBezTo>
                  <a:pt x="137856" y="157655"/>
                  <a:pt x="127417" y="149311"/>
                  <a:pt x="124184" y="137948"/>
                </a:cubicBezTo>
                <a:lnTo>
                  <a:pt x="92592" y="137948"/>
                </a:lnTo>
                <a:cubicBezTo>
                  <a:pt x="89389" y="149311"/>
                  <a:pt x="78920" y="157655"/>
                  <a:pt x="66511" y="157655"/>
                </a:cubicBezTo>
                <a:cubicBezTo>
                  <a:pt x="54102" y="157655"/>
                  <a:pt x="43663" y="149311"/>
                  <a:pt x="40430" y="137948"/>
                </a:cubicBezTo>
                <a:lnTo>
                  <a:pt x="39414" y="137948"/>
                </a:lnTo>
                <a:cubicBezTo>
                  <a:pt x="28544" y="137948"/>
                  <a:pt x="19707" y="129111"/>
                  <a:pt x="19707" y="118241"/>
                </a:cubicBezTo>
                <a:lnTo>
                  <a:pt x="19707" y="103461"/>
                </a:lnTo>
                <a:lnTo>
                  <a:pt x="7390" y="103461"/>
                </a:lnTo>
                <a:cubicBezTo>
                  <a:pt x="3295" y="103461"/>
                  <a:pt x="0" y="100166"/>
                  <a:pt x="0" y="96071"/>
                </a:cubicBezTo>
                <a:cubicBezTo>
                  <a:pt x="0" y="91976"/>
                  <a:pt x="3295" y="88681"/>
                  <a:pt x="7390" y="88681"/>
                </a:cubicBezTo>
                <a:lnTo>
                  <a:pt x="41877" y="88681"/>
                </a:lnTo>
                <a:cubicBezTo>
                  <a:pt x="45972" y="88681"/>
                  <a:pt x="49267" y="85386"/>
                  <a:pt x="49267" y="81291"/>
                </a:cubicBezTo>
                <a:cubicBezTo>
                  <a:pt x="49267" y="77196"/>
                  <a:pt x="45972" y="73901"/>
                  <a:pt x="41877" y="73901"/>
                </a:cubicBezTo>
                <a:lnTo>
                  <a:pt x="7390" y="73901"/>
                </a:lnTo>
                <a:cubicBezTo>
                  <a:pt x="3295" y="73901"/>
                  <a:pt x="0" y="70606"/>
                  <a:pt x="0" y="66511"/>
                </a:cubicBezTo>
                <a:cubicBezTo>
                  <a:pt x="0" y="62415"/>
                  <a:pt x="3295" y="59121"/>
                  <a:pt x="7390" y="59121"/>
                </a:cubicBezTo>
                <a:lnTo>
                  <a:pt x="61584" y="59121"/>
                </a:lnTo>
                <a:cubicBezTo>
                  <a:pt x="65679" y="59121"/>
                  <a:pt x="68974" y="55826"/>
                  <a:pt x="68974" y="51731"/>
                </a:cubicBezTo>
                <a:cubicBezTo>
                  <a:pt x="68974" y="47635"/>
                  <a:pt x="65679" y="44341"/>
                  <a:pt x="61584" y="44341"/>
                </a:cubicBezTo>
                <a:lnTo>
                  <a:pt x="7390" y="44341"/>
                </a:lnTo>
                <a:cubicBezTo>
                  <a:pt x="3295" y="44341"/>
                  <a:pt x="0" y="41046"/>
                  <a:pt x="0" y="36950"/>
                </a:cubicBezTo>
                <a:cubicBezTo>
                  <a:pt x="0" y="32855"/>
                  <a:pt x="3295" y="29560"/>
                  <a:pt x="7390" y="29560"/>
                </a:cubicBezTo>
                <a:lnTo>
                  <a:pt x="19707" y="29560"/>
                </a:lnTo>
                <a:close/>
                <a:moveTo>
                  <a:pt x="177362" y="88681"/>
                </a:moveTo>
                <a:lnTo>
                  <a:pt x="177362" y="73069"/>
                </a:lnTo>
                <a:lnTo>
                  <a:pt x="163413" y="59121"/>
                </a:lnTo>
                <a:lnTo>
                  <a:pt x="147802" y="59121"/>
                </a:lnTo>
                <a:lnTo>
                  <a:pt x="147802" y="88681"/>
                </a:lnTo>
                <a:lnTo>
                  <a:pt x="177362" y="88681"/>
                </a:lnTo>
                <a:close/>
                <a:moveTo>
                  <a:pt x="78828" y="130558"/>
                </a:moveTo>
                <a:cubicBezTo>
                  <a:pt x="78828" y="123760"/>
                  <a:pt x="73309" y="118241"/>
                  <a:pt x="66511" y="118241"/>
                </a:cubicBezTo>
                <a:cubicBezTo>
                  <a:pt x="59713" y="118241"/>
                  <a:pt x="54194" y="123760"/>
                  <a:pt x="54194" y="130558"/>
                </a:cubicBezTo>
                <a:cubicBezTo>
                  <a:pt x="54194" y="137356"/>
                  <a:pt x="59713" y="142875"/>
                  <a:pt x="66511" y="142875"/>
                </a:cubicBezTo>
                <a:cubicBezTo>
                  <a:pt x="73309" y="142875"/>
                  <a:pt x="78828" y="137356"/>
                  <a:pt x="78828" y="130558"/>
                </a:cubicBezTo>
                <a:close/>
                <a:moveTo>
                  <a:pt x="150265" y="142875"/>
                </a:moveTo>
                <a:cubicBezTo>
                  <a:pt x="157063" y="142875"/>
                  <a:pt x="162582" y="137356"/>
                  <a:pt x="162582" y="130558"/>
                </a:cubicBezTo>
                <a:cubicBezTo>
                  <a:pt x="162582" y="123760"/>
                  <a:pt x="157063" y="118241"/>
                  <a:pt x="150265" y="118241"/>
                </a:cubicBezTo>
                <a:cubicBezTo>
                  <a:pt x="143467" y="118241"/>
                  <a:pt x="137948" y="123760"/>
                  <a:pt x="137948" y="130558"/>
                </a:cubicBezTo>
                <a:cubicBezTo>
                  <a:pt x="137948" y="137356"/>
                  <a:pt x="143467" y="142875"/>
                  <a:pt x="150265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 rot="-120000">
            <a:off x="5423766" y="578322"/>
            <a:ext cx="1510711" cy="385379"/>
          </a:xfrm>
          <a:prstGeom prst="rect">
            <a:avLst/>
          </a:prstGeom>
          <a:noFill/>
          <a:ln/>
        </p:spPr>
        <p:txBody>
          <a:bodyPr wrap="square" lIns="210207" tIns="70069" rIns="210207" bIns="70069" rtlCol="0" anchor="ctr"/>
          <a:lstStyle/>
          <a:p>
            <a:pPr algn="ctr">
              <a:lnSpc>
                <a:spcPct val="130000"/>
              </a:lnSpc>
            </a:pPr>
            <a:r>
              <a:rPr lang="en-US" sz="12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DAA PROJECT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18086" y="1274379"/>
            <a:ext cx="6551448" cy="2364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9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Smart Courier &amp;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9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Logistics Optimization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9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rot="60000">
            <a:off x="3259980" y="3817268"/>
            <a:ext cx="5658069" cy="59558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 rot="60000">
            <a:off x="3508231" y="3980399"/>
            <a:ext cx="5167586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5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Using DAA Concepts for Intelligent Route Optimization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-120000">
            <a:off x="3299487" y="4882296"/>
            <a:ext cx="1778000" cy="376621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09777" y="5050139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140138" y="26276"/>
                </a:moveTo>
                <a:cubicBezTo>
                  <a:pt x="140138" y="40016"/>
                  <a:pt x="123962" y="60517"/>
                  <a:pt x="116982" y="68700"/>
                </a:cubicBezTo>
                <a:cubicBezTo>
                  <a:pt x="115942" y="69905"/>
                  <a:pt x="114409" y="70370"/>
                  <a:pt x="113014" y="70069"/>
                </a:cubicBezTo>
                <a:lnTo>
                  <a:pt x="87586" y="70069"/>
                </a:lnTo>
                <a:cubicBezTo>
                  <a:pt x="82742" y="70069"/>
                  <a:pt x="78828" y="73983"/>
                  <a:pt x="78828" y="78828"/>
                </a:cubicBezTo>
                <a:cubicBezTo>
                  <a:pt x="78828" y="83672"/>
                  <a:pt x="82742" y="87586"/>
                  <a:pt x="87586" y="87586"/>
                </a:cubicBezTo>
                <a:lnTo>
                  <a:pt x="113862" y="87586"/>
                </a:lnTo>
                <a:cubicBezTo>
                  <a:pt x="128369" y="87586"/>
                  <a:pt x="140138" y="99356"/>
                  <a:pt x="140138" y="113862"/>
                </a:cubicBezTo>
                <a:cubicBezTo>
                  <a:pt x="140138" y="128369"/>
                  <a:pt x="128369" y="140138"/>
                  <a:pt x="113862" y="140138"/>
                </a:cubicBezTo>
                <a:lnTo>
                  <a:pt x="38209" y="140138"/>
                </a:lnTo>
                <a:cubicBezTo>
                  <a:pt x="40591" y="137428"/>
                  <a:pt x="43492" y="133952"/>
                  <a:pt x="46421" y="130066"/>
                </a:cubicBezTo>
                <a:cubicBezTo>
                  <a:pt x="48145" y="127766"/>
                  <a:pt x="49924" y="125248"/>
                  <a:pt x="51621" y="122621"/>
                </a:cubicBezTo>
                <a:lnTo>
                  <a:pt x="113862" y="122621"/>
                </a:lnTo>
                <a:cubicBezTo>
                  <a:pt x="118707" y="122621"/>
                  <a:pt x="122621" y="118707"/>
                  <a:pt x="122621" y="113862"/>
                </a:cubicBezTo>
                <a:cubicBezTo>
                  <a:pt x="122621" y="109017"/>
                  <a:pt x="118707" y="105103"/>
                  <a:pt x="113862" y="105103"/>
                </a:cubicBezTo>
                <a:lnTo>
                  <a:pt x="87586" y="105103"/>
                </a:lnTo>
                <a:cubicBezTo>
                  <a:pt x="73080" y="105103"/>
                  <a:pt x="61310" y="93334"/>
                  <a:pt x="61310" y="78828"/>
                </a:cubicBezTo>
                <a:cubicBezTo>
                  <a:pt x="61310" y="64321"/>
                  <a:pt x="73080" y="52552"/>
                  <a:pt x="87586" y="52552"/>
                </a:cubicBezTo>
                <a:lnTo>
                  <a:pt x="98480" y="52552"/>
                </a:lnTo>
                <a:cubicBezTo>
                  <a:pt x="92732" y="43930"/>
                  <a:pt x="87586" y="34022"/>
                  <a:pt x="87586" y="26276"/>
                </a:cubicBezTo>
                <a:cubicBezTo>
                  <a:pt x="87586" y="11769"/>
                  <a:pt x="99356" y="0"/>
                  <a:pt x="113862" y="0"/>
                </a:cubicBezTo>
                <a:cubicBezTo>
                  <a:pt x="128369" y="0"/>
                  <a:pt x="140138" y="11769"/>
                  <a:pt x="140138" y="26276"/>
                </a:cubicBezTo>
                <a:close/>
                <a:moveTo>
                  <a:pt x="32051" y="133870"/>
                </a:moveTo>
                <a:cubicBezTo>
                  <a:pt x="31011" y="135047"/>
                  <a:pt x="30080" y="136087"/>
                  <a:pt x="29287" y="136963"/>
                </a:cubicBezTo>
                <a:lnTo>
                  <a:pt x="28794" y="137510"/>
                </a:lnTo>
                <a:lnTo>
                  <a:pt x="28739" y="137456"/>
                </a:lnTo>
                <a:cubicBezTo>
                  <a:pt x="27097" y="138715"/>
                  <a:pt x="24743" y="138550"/>
                  <a:pt x="23265" y="136963"/>
                </a:cubicBezTo>
                <a:cubicBezTo>
                  <a:pt x="16368" y="129463"/>
                  <a:pt x="0" y="110167"/>
                  <a:pt x="0" y="96345"/>
                </a:cubicBezTo>
                <a:cubicBezTo>
                  <a:pt x="0" y="81838"/>
                  <a:pt x="11769" y="70069"/>
                  <a:pt x="26276" y="70069"/>
                </a:cubicBezTo>
                <a:cubicBezTo>
                  <a:pt x="40782" y="70069"/>
                  <a:pt x="52552" y="81838"/>
                  <a:pt x="52552" y="96345"/>
                </a:cubicBezTo>
                <a:cubicBezTo>
                  <a:pt x="52552" y="104556"/>
                  <a:pt x="46777" y="114683"/>
                  <a:pt x="40645" y="123141"/>
                </a:cubicBezTo>
                <a:cubicBezTo>
                  <a:pt x="37717" y="127164"/>
                  <a:pt x="34706" y="130805"/>
                  <a:pt x="32215" y="133678"/>
                </a:cubicBezTo>
                <a:lnTo>
                  <a:pt x="32051" y="133870"/>
                </a:lnTo>
                <a:close/>
                <a:moveTo>
                  <a:pt x="35034" y="96345"/>
                </a:moveTo>
                <a:cubicBezTo>
                  <a:pt x="35034" y="91511"/>
                  <a:pt x="31110" y="87586"/>
                  <a:pt x="26276" y="87586"/>
                </a:cubicBezTo>
                <a:cubicBezTo>
                  <a:pt x="21442" y="87586"/>
                  <a:pt x="17517" y="91511"/>
                  <a:pt x="17517" y="96345"/>
                </a:cubicBezTo>
                <a:cubicBezTo>
                  <a:pt x="17517" y="101179"/>
                  <a:pt x="21442" y="105103"/>
                  <a:pt x="26276" y="105103"/>
                </a:cubicBezTo>
                <a:cubicBezTo>
                  <a:pt x="31110" y="105103"/>
                  <a:pt x="35034" y="101179"/>
                  <a:pt x="35034" y="96345"/>
                </a:cubicBezTo>
                <a:close/>
                <a:moveTo>
                  <a:pt x="113862" y="35034"/>
                </a:moveTo>
                <a:cubicBezTo>
                  <a:pt x="118696" y="35034"/>
                  <a:pt x="122621" y="31110"/>
                  <a:pt x="122621" y="26276"/>
                </a:cubicBezTo>
                <a:cubicBezTo>
                  <a:pt x="122621" y="21442"/>
                  <a:pt x="118696" y="17517"/>
                  <a:pt x="113862" y="17517"/>
                </a:cubicBezTo>
                <a:cubicBezTo>
                  <a:pt x="109028" y="17517"/>
                  <a:pt x="105103" y="21442"/>
                  <a:pt x="105103" y="26276"/>
                </a:cubicBezTo>
                <a:cubicBezTo>
                  <a:pt x="105103" y="31110"/>
                  <a:pt x="109028" y="35034"/>
                  <a:pt x="113862" y="35034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6" name="Text 14"/>
          <p:cNvSpPr/>
          <p:nvPr/>
        </p:nvSpPr>
        <p:spPr>
          <a:xfrm rot="-120000">
            <a:off x="3679498" y="4972475"/>
            <a:ext cx="1247952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60000">
            <a:off x="5242887" y="4899196"/>
            <a:ext cx="1629103" cy="376621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50977" y="5020933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0" y="21897"/>
                </a:moveTo>
                <a:cubicBezTo>
                  <a:pt x="0" y="14643"/>
                  <a:pt x="5885" y="8759"/>
                  <a:pt x="13138" y="8759"/>
                </a:cubicBezTo>
                <a:lnTo>
                  <a:pt x="39414" y="8759"/>
                </a:lnTo>
                <a:cubicBezTo>
                  <a:pt x="46667" y="8759"/>
                  <a:pt x="52552" y="14643"/>
                  <a:pt x="52552" y="21897"/>
                </a:cubicBezTo>
                <a:lnTo>
                  <a:pt x="52552" y="26276"/>
                </a:lnTo>
                <a:lnTo>
                  <a:pt x="87586" y="26276"/>
                </a:lnTo>
                <a:lnTo>
                  <a:pt x="87586" y="21897"/>
                </a:lnTo>
                <a:cubicBezTo>
                  <a:pt x="87586" y="14643"/>
                  <a:pt x="93471" y="8759"/>
                  <a:pt x="100724" y="8759"/>
                </a:cubicBezTo>
                <a:lnTo>
                  <a:pt x="127000" y="8759"/>
                </a:lnTo>
                <a:cubicBezTo>
                  <a:pt x="134253" y="8759"/>
                  <a:pt x="140138" y="14643"/>
                  <a:pt x="140138" y="21897"/>
                </a:cubicBezTo>
                <a:lnTo>
                  <a:pt x="140138" y="48172"/>
                </a:lnTo>
                <a:cubicBezTo>
                  <a:pt x="140138" y="55426"/>
                  <a:pt x="134253" y="61310"/>
                  <a:pt x="127000" y="61310"/>
                </a:cubicBezTo>
                <a:lnTo>
                  <a:pt x="100724" y="61310"/>
                </a:lnTo>
                <a:cubicBezTo>
                  <a:pt x="93471" y="61310"/>
                  <a:pt x="87586" y="55426"/>
                  <a:pt x="87586" y="48172"/>
                </a:cubicBezTo>
                <a:lnTo>
                  <a:pt x="87586" y="43793"/>
                </a:lnTo>
                <a:lnTo>
                  <a:pt x="52552" y="43793"/>
                </a:lnTo>
                <a:lnTo>
                  <a:pt x="52552" y="48172"/>
                </a:lnTo>
                <a:cubicBezTo>
                  <a:pt x="52552" y="50170"/>
                  <a:pt x="52086" y="52086"/>
                  <a:pt x="51293" y="53783"/>
                </a:cubicBezTo>
                <a:lnTo>
                  <a:pt x="70069" y="78828"/>
                </a:lnTo>
                <a:lnTo>
                  <a:pt x="91966" y="78828"/>
                </a:lnTo>
                <a:cubicBezTo>
                  <a:pt x="99219" y="78828"/>
                  <a:pt x="105103" y="84712"/>
                  <a:pt x="105103" y="91966"/>
                </a:cubicBezTo>
                <a:lnTo>
                  <a:pt x="105103" y="118241"/>
                </a:lnTo>
                <a:cubicBezTo>
                  <a:pt x="105103" y="125495"/>
                  <a:pt x="99219" y="131379"/>
                  <a:pt x="91966" y="131379"/>
                </a:cubicBezTo>
                <a:lnTo>
                  <a:pt x="65690" y="131379"/>
                </a:lnTo>
                <a:cubicBezTo>
                  <a:pt x="58436" y="131379"/>
                  <a:pt x="52552" y="125495"/>
                  <a:pt x="52552" y="118241"/>
                </a:cubicBezTo>
                <a:lnTo>
                  <a:pt x="52552" y="91966"/>
                </a:lnTo>
                <a:cubicBezTo>
                  <a:pt x="52552" y="89967"/>
                  <a:pt x="53017" y="88052"/>
                  <a:pt x="53811" y="86355"/>
                </a:cubicBezTo>
                <a:lnTo>
                  <a:pt x="35034" y="61310"/>
                </a:lnTo>
                <a:lnTo>
                  <a:pt x="13138" y="61310"/>
                </a:lnTo>
                <a:cubicBezTo>
                  <a:pt x="5885" y="61310"/>
                  <a:pt x="0" y="55426"/>
                  <a:pt x="0" y="48172"/>
                </a:cubicBezTo>
                <a:lnTo>
                  <a:pt x="0" y="2189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 rot="60000">
            <a:off x="5621310" y="4985904"/>
            <a:ext cx="1099056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Traversal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rot="-60000">
            <a:off x="7035684" y="4897271"/>
            <a:ext cx="1848069" cy="376621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6257" y="5041612"/>
            <a:ext cx="175172" cy="140138"/>
          </a:xfrm>
          <a:custGeom>
            <a:avLst/>
            <a:gdLst/>
            <a:ahLst/>
            <a:cxnLst/>
            <a:rect l="l" t="t" r="r" b="b"/>
            <a:pathLst>
              <a:path w="175172" h="140138">
                <a:moveTo>
                  <a:pt x="157655" y="13138"/>
                </a:moveTo>
                <a:cubicBezTo>
                  <a:pt x="157655" y="10100"/>
                  <a:pt x="156095" y="7281"/>
                  <a:pt x="153495" y="5693"/>
                </a:cubicBezTo>
                <a:cubicBezTo>
                  <a:pt x="150895" y="4106"/>
                  <a:pt x="147692" y="3941"/>
                  <a:pt x="144983" y="5310"/>
                </a:cubicBezTo>
                <a:lnTo>
                  <a:pt x="113178" y="21212"/>
                </a:lnTo>
                <a:lnTo>
                  <a:pt x="64075" y="4817"/>
                </a:lnTo>
                <a:cubicBezTo>
                  <a:pt x="61858" y="4078"/>
                  <a:pt x="59477" y="4242"/>
                  <a:pt x="57396" y="5283"/>
                </a:cubicBezTo>
                <a:lnTo>
                  <a:pt x="22362" y="22800"/>
                </a:lnTo>
                <a:cubicBezTo>
                  <a:pt x="19378" y="24305"/>
                  <a:pt x="17517" y="27343"/>
                  <a:pt x="17517" y="30655"/>
                </a:cubicBezTo>
                <a:lnTo>
                  <a:pt x="17517" y="127000"/>
                </a:lnTo>
                <a:cubicBezTo>
                  <a:pt x="17517" y="130038"/>
                  <a:pt x="19077" y="132857"/>
                  <a:pt x="21678" y="134445"/>
                </a:cubicBezTo>
                <a:cubicBezTo>
                  <a:pt x="24278" y="136032"/>
                  <a:pt x="27480" y="136197"/>
                  <a:pt x="30190" y="134828"/>
                </a:cubicBezTo>
                <a:lnTo>
                  <a:pt x="61967" y="118926"/>
                </a:lnTo>
                <a:lnTo>
                  <a:pt x="109401" y="134746"/>
                </a:lnTo>
                <a:cubicBezTo>
                  <a:pt x="108224" y="132994"/>
                  <a:pt x="107074" y="131160"/>
                  <a:pt x="105952" y="129299"/>
                </a:cubicBezTo>
                <a:cubicBezTo>
                  <a:pt x="102941" y="124290"/>
                  <a:pt x="99958" y="118542"/>
                  <a:pt x="97741" y="112384"/>
                </a:cubicBezTo>
                <a:lnTo>
                  <a:pt x="70042" y="103160"/>
                </a:lnTo>
                <a:lnTo>
                  <a:pt x="70042" y="25291"/>
                </a:lnTo>
                <a:lnTo>
                  <a:pt x="105076" y="36978"/>
                </a:lnTo>
                <a:lnTo>
                  <a:pt x="105076" y="64157"/>
                </a:lnTo>
                <a:cubicBezTo>
                  <a:pt x="113561" y="54358"/>
                  <a:pt x="126152" y="48172"/>
                  <a:pt x="140111" y="48172"/>
                </a:cubicBezTo>
                <a:cubicBezTo>
                  <a:pt x="146296" y="48172"/>
                  <a:pt x="152208" y="49377"/>
                  <a:pt x="157628" y="51594"/>
                </a:cubicBezTo>
                <a:lnTo>
                  <a:pt x="157655" y="13138"/>
                </a:lnTo>
                <a:close/>
                <a:moveTo>
                  <a:pt x="140138" y="61310"/>
                </a:moveTo>
                <a:cubicBezTo>
                  <a:pt x="121991" y="61310"/>
                  <a:pt x="107293" y="75762"/>
                  <a:pt x="107293" y="93580"/>
                </a:cubicBezTo>
                <a:cubicBezTo>
                  <a:pt x="107293" y="112439"/>
                  <a:pt x="124838" y="134746"/>
                  <a:pt x="134281" y="145393"/>
                </a:cubicBezTo>
                <a:cubicBezTo>
                  <a:pt x="137456" y="148951"/>
                  <a:pt x="142848" y="148951"/>
                  <a:pt x="146023" y="145393"/>
                </a:cubicBezTo>
                <a:cubicBezTo>
                  <a:pt x="155466" y="134746"/>
                  <a:pt x="173010" y="112439"/>
                  <a:pt x="173010" y="93580"/>
                </a:cubicBezTo>
                <a:cubicBezTo>
                  <a:pt x="173010" y="75762"/>
                  <a:pt x="158312" y="61310"/>
                  <a:pt x="140165" y="61310"/>
                </a:cubicBezTo>
                <a:close/>
                <a:moveTo>
                  <a:pt x="129190" y="94155"/>
                </a:moveTo>
                <a:cubicBezTo>
                  <a:pt x="129190" y="88113"/>
                  <a:pt x="134095" y="83207"/>
                  <a:pt x="140138" y="83207"/>
                </a:cubicBezTo>
                <a:cubicBezTo>
                  <a:pt x="146180" y="83207"/>
                  <a:pt x="151086" y="88113"/>
                  <a:pt x="151086" y="94155"/>
                </a:cubicBezTo>
                <a:cubicBezTo>
                  <a:pt x="151086" y="100198"/>
                  <a:pt x="146180" y="105103"/>
                  <a:pt x="140138" y="105103"/>
                </a:cubicBezTo>
                <a:cubicBezTo>
                  <a:pt x="134095" y="105103"/>
                  <a:pt x="129190" y="100198"/>
                  <a:pt x="129190" y="941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 rot="-60000">
            <a:off x="7414106" y="4983979"/>
            <a:ext cx="1318021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Optimization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24529" y="5723759"/>
            <a:ext cx="3739931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Enterprise-Level Logistics Management Platform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28908" y="6039069"/>
            <a:ext cx="3731172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For Amazon Logistics • Blue Dart • FedEx • Delhivery • eKart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87088" y="319088"/>
            <a:ext cx="733425" cy="733425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708435" y="5526835"/>
            <a:ext cx="581025" cy="5810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290512" y="3443288"/>
            <a:ext cx="885825" cy="428625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5288" y="395288"/>
            <a:ext cx="2266950" cy="44767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3888" y="533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48220"/>
                </a:moveTo>
                <a:cubicBezTo>
                  <a:pt x="24945" y="48220"/>
                  <a:pt x="32147" y="41018"/>
                  <a:pt x="32147" y="32147"/>
                </a:cubicBezTo>
                <a:cubicBezTo>
                  <a:pt x="32147" y="23276"/>
                  <a:pt x="24945" y="16073"/>
                  <a:pt x="16073" y="16073"/>
                </a:cubicBezTo>
                <a:cubicBezTo>
                  <a:pt x="7202" y="16073"/>
                  <a:pt x="0" y="23276"/>
                  <a:pt x="0" y="32147"/>
                </a:cubicBezTo>
                <a:cubicBezTo>
                  <a:pt x="0" y="41018"/>
                  <a:pt x="7202" y="48220"/>
                  <a:pt x="16073" y="48220"/>
                </a:cubicBezTo>
                <a:close/>
                <a:moveTo>
                  <a:pt x="64294" y="21431"/>
                </a:moveTo>
                <a:cubicBezTo>
                  <a:pt x="58367" y="21431"/>
                  <a:pt x="53578" y="26220"/>
                  <a:pt x="53578" y="32147"/>
                </a:cubicBezTo>
                <a:cubicBezTo>
                  <a:pt x="53578" y="38074"/>
                  <a:pt x="58367" y="42863"/>
                  <a:pt x="64294" y="42863"/>
                </a:cubicBezTo>
                <a:lnTo>
                  <a:pt x="160734" y="42863"/>
                </a:lnTo>
                <a:cubicBezTo>
                  <a:pt x="166661" y="42863"/>
                  <a:pt x="171450" y="38074"/>
                  <a:pt x="171450" y="32147"/>
                </a:cubicBezTo>
                <a:cubicBezTo>
                  <a:pt x="171450" y="26220"/>
                  <a:pt x="166661" y="21431"/>
                  <a:pt x="160734" y="21431"/>
                </a:cubicBezTo>
                <a:lnTo>
                  <a:pt x="64294" y="21431"/>
                </a:lnTo>
                <a:close/>
                <a:moveTo>
                  <a:pt x="64294" y="75009"/>
                </a:moveTo>
                <a:cubicBezTo>
                  <a:pt x="58367" y="75009"/>
                  <a:pt x="53578" y="79798"/>
                  <a:pt x="53578" y="85725"/>
                </a:cubicBezTo>
                <a:cubicBezTo>
                  <a:pt x="53578" y="91652"/>
                  <a:pt x="58367" y="96441"/>
                  <a:pt x="64294" y="96441"/>
                </a:cubicBez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64294" y="75009"/>
                </a:lnTo>
                <a:close/>
                <a:moveTo>
                  <a:pt x="64294" y="128588"/>
                </a:moveTo>
                <a:cubicBezTo>
                  <a:pt x="58367" y="128588"/>
                  <a:pt x="53578" y="133376"/>
                  <a:pt x="53578" y="139303"/>
                </a:cubicBezTo>
                <a:cubicBezTo>
                  <a:pt x="53578" y="145230"/>
                  <a:pt x="58367" y="150019"/>
                  <a:pt x="64294" y="150019"/>
                </a:cubicBez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ubicBezTo>
                  <a:pt x="171450" y="133376"/>
                  <a:pt x="166661" y="128588"/>
                  <a:pt x="160734" y="128588"/>
                </a:cubicBezTo>
                <a:lnTo>
                  <a:pt x="64294" y="128588"/>
                </a:lnTo>
                <a:close/>
                <a:moveTo>
                  <a:pt x="16073" y="155377"/>
                </a:moveTo>
                <a:cubicBezTo>
                  <a:pt x="24945" y="155377"/>
                  <a:pt x="32147" y="148174"/>
                  <a:pt x="32147" y="139303"/>
                </a:cubicBezTo>
                <a:cubicBezTo>
                  <a:pt x="32147" y="130432"/>
                  <a:pt x="24945" y="123230"/>
                  <a:pt x="16073" y="123230"/>
                </a:cubicBezTo>
                <a:cubicBezTo>
                  <a:pt x="7202" y="123230"/>
                  <a:pt x="0" y="130432"/>
                  <a:pt x="0" y="139303"/>
                </a:cubicBezTo>
                <a:cubicBezTo>
                  <a:pt x="0" y="148174"/>
                  <a:pt x="7202" y="155377"/>
                  <a:pt x="16073" y="155377"/>
                </a:cubicBezTo>
                <a:close/>
                <a:moveTo>
                  <a:pt x="32147" y="85725"/>
                </a:moveTo>
                <a:cubicBezTo>
                  <a:pt x="32147" y="76854"/>
                  <a:pt x="24945" y="69652"/>
                  <a:pt x="16073" y="69652"/>
                </a:cubicBezTo>
                <a:cubicBezTo>
                  <a:pt x="7202" y="69652"/>
                  <a:pt x="0" y="76854"/>
                  <a:pt x="0" y="85725"/>
                </a:cubicBezTo>
                <a:cubicBezTo>
                  <a:pt x="0" y="94596"/>
                  <a:pt x="7202" y="101798"/>
                  <a:pt x="16073" y="101798"/>
                </a:cubicBezTo>
                <a:cubicBezTo>
                  <a:pt x="24945" y="101798"/>
                  <a:pt x="32147" y="94596"/>
                  <a:pt x="32147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57225" y="381000"/>
            <a:ext cx="2047875" cy="4191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0858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5288" y="1862138"/>
            <a:ext cx="5534025" cy="866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263" y="2043113"/>
            <a:ext cx="504825" cy="5048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825" y="2028825"/>
            <a:ext cx="59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7775" y="2028825"/>
            <a:ext cx="3771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7775" y="2333625"/>
            <a:ext cx="3752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Goals and mission of the logistics optimization system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2688" y="1862138"/>
            <a:ext cx="5534025" cy="866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3663" y="2043113"/>
            <a:ext cx="504825" cy="5048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2225" y="2028825"/>
            <a:ext cx="59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5175" y="2028825"/>
            <a:ext cx="319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Problem Statement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15175" y="2333625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Challenges faced by courier companies today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5288" y="2909888"/>
            <a:ext cx="5534025" cy="866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263" y="3090863"/>
            <a:ext cx="504825" cy="5048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825" y="3076575"/>
            <a:ext cx="59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47775" y="3076575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7775" y="3381375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Frontend, Backend, Database &amp; Algorithms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2688" y="2909888"/>
            <a:ext cx="5534025" cy="866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3663" y="3090863"/>
            <a:ext cx="504825" cy="5048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2225" y="3076575"/>
            <a:ext cx="59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5175" y="3076575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Modules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15175" y="3381375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8 core modules of the logistics platform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5288" y="3957638"/>
            <a:ext cx="5534025" cy="866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6263" y="4138613"/>
            <a:ext cx="504825" cy="5048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825" y="4124325"/>
            <a:ext cx="59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47775" y="4124325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DAA Implementation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47775" y="442912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Algorithms and optimization techniques used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2688" y="3957638"/>
            <a:ext cx="5534025" cy="866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3663" y="4138613"/>
            <a:ext cx="504825" cy="5048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2225" y="4124325"/>
            <a:ext cx="59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15175" y="4124325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15175" y="4429125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Comprehensive feature set and capabilities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95288" y="5005388"/>
            <a:ext cx="5534025" cy="866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263" y="5186363"/>
            <a:ext cx="504825" cy="5048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825" y="5172075"/>
            <a:ext cx="59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47775" y="5172075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Advantages &amp; Impact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47775" y="5476875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Business benefits and operational improvements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62688" y="5005388"/>
            <a:ext cx="5534025" cy="866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43663" y="5186363"/>
            <a:ext cx="504825" cy="5048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2225" y="5172075"/>
            <a:ext cx="590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15175" y="5172075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15175" y="5476875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Limitations, enhancements &amp; expected outcomes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407310" y="-479890"/>
            <a:ext cx="885825" cy="8858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596688" y="5805488"/>
            <a:ext cx="1190625" cy="581025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366712" y="2300288"/>
            <a:ext cx="733425" cy="733425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0525" y="390525"/>
            <a:ext cx="762000" cy="3238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28650" y="381000"/>
            <a:ext cx="571500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8001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1257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Building an intelligent logistics management platform using DAA algorithms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0525" y="1609725"/>
            <a:ext cx="5638800" cy="1362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3875" y="1743075"/>
            <a:ext cx="361950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506" y="1838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32147"/>
                </a:moveTo>
                <a:cubicBezTo>
                  <a:pt x="171450" y="48957"/>
                  <a:pt x="151660" y="74038"/>
                  <a:pt x="143121" y="84051"/>
                </a:cubicBezTo>
                <a:cubicBezTo>
                  <a:pt x="141848" y="85524"/>
                  <a:pt x="139973" y="86093"/>
                  <a:pt x="138265" y="85725"/>
                </a:cubicBezTo>
                <a:lnTo>
                  <a:pt x="107156" y="85725"/>
                </a:lnTo>
                <a:cubicBezTo>
                  <a:pt x="101229" y="85725"/>
                  <a:pt x="96441" y="90514"/>
                  <a:pt x="96441" y="96441"/>
                </a:cubicBezTo>
                <a:cubicBezTo>
                  <a:pt x="96441" y="102368"/>
                  <a:pt x="101229" y="107156"/>
                  <a:pt x="107156" y="107156"/>
                </a:cubicBezTo>
                <a:lnTo>
                  <a:pt x="139303" y="107156"/>
                </a:lnTo>
                <a:cubicBezTo>
                  <a:pt x="157051" y="107156"/>
                  <a:pt x="171450" y="121555"/>
                  <a:pt x="171450" y="139303"/>
                </a:cubicBezTo>
                <a:cubicBezTo>
                  <a:pt x="171450" y="157051"/>
                  <a:pt x="157051" y="171450"/>
                  <a:pt x="139303" y="171450"/>
                </a:cubicBezTo>
                <a:lnTo>
                  <a:pt x="46747" y="171450"/>
                </a:lnTo>
                <a:cubicBezTo>
                  <a:pt x="49660" y="168135"/>
                  <a:pt x="53210" y="163882"/>
                  <a:pt x="56793" y="159127"/>
                </a:cubicBezTo>
                <a:cubicBezTo>
                  <a:pt x="58902" y="156314"/>
                  <a:pt x="61079" y="153233"/>
                  <a:pt x="63155" y="150019"/>
                </a:cubicBezTo>
                <a:lnTo>
                  <a:pt x="139303" y="150019"/>
                </a:lnTo>
                <a:cubicBezTo>
                  <a:pt x="145230" y="150019"/>
                  <a:pt x="150019" y="145230"/>
                  <a:pt x="150019" y="139303"/>
                </a:cubicBezTo>
                <a:cubicBezTo>
                  <a:pt x="150019" y="133376"/>
                  <a:pt x="145230" y="128588"/>
                  <a:pt x="139303" y="128588"/>
                </a:cubicBezTo>
                <a:lnTo>
                  <a:pt x="107156" y="128588"/>
                </a:lnTo>
                <a:cubicBezTo>
                  <a:pt x="89408" y="128588"/>
                  <a:pt x="75009" y="114188"/>
                  <a:pt x="75009" y="96441"/>
                </a:cubicBezTo>
                <a:cubicBezTo>
                  <a:pt x="75009" y="78693"/>
                  <a:pt x="89408" y="64294"/>
                  <a:pt x="107156" y="64294"/>
                </a:cubicBezTo>
                <a:lnTo>
                  <a:pt x="120484" y="64294"/>
                </a:lnTo>
                <a:cubicBezTo>
                  <a:pt x="113452" y="53746"/>
                  <a:pt x="107156" y="41624"/>
                  <a:pt x="107156" y="32147"/>
                </a:cubicBezTo>
                <a:cubicBezTo>
                  <a:pt x="107156" y="14399"/>
                  <a:pt x="121555" y="0"/>
                  <a:pt x="139303" y="0"/>
                </a:cubicBezTo>
                <a:cubicBezTo>
                  <a:pt x="157051" y="0"/>
                  <a:pt x="171450" y="14399"/>
                  <a:pt x="171450" y="32147"/>
                </a:cubicBezTo>
                <a:close/>
                <a:moveTo>
                  <a:pt x="39212" y="163782"/>
                </a:moveTo>
                <a:cubicBezTo>
                  <a:pt x="37940" y="165222"/>
                  <a:pt x="36801" y="166494"/>
                  <a:pt x="35830" y="167566"/>
                </a:cubicBezTo>
                <a:lnTo>
                  <a:pt x="35228" y="168235"/>
                </a:lnTo>
                <a:lnTo>
                  <a:pt x="35161" y="168168"/>
                </a:lnTo>
                <a:cubicBezTo>
                  <a:pt x="33151" y="169709"/>
                  <a:pt x="30272" y="169508"/>
                  <a:pt x="28463" y="167566"/>
                </a:cubicBezTo>
                <a:cubicBezTo>
                  <a:pt x="20025" y="158390"/>
                  <a:pt x="0" y="134782"/>
                  <a:pt x="0" y="117872"/>
                </a:cubicBezTo>
                <a:cubicBezTo>
                  <a:pt x="0" y="100124"/>
                  <a:pt x="14399" y="85725"/>
                  <a:pt x="32147" y="85725"/>
                </a:cubicBezTo>
                <a:cubicBezTo>
                  <a:pt x="49895" y="85725"/>
                  <a:pt x="64294" y="100124"/>
                  <a:pt x="64294" y="117872"/>
                </a:cubicBezTo>
                <a:cubicBezTo>
                  <a:pt x="64294" y="127918"/>
                  <a:pt x="57228" y="140308"/>
                  <a:pt x="49727" y="150655"/>
                </a:cubicBezTo>
                <a:cubicBezTo>
                  <a:pt x="46144" y="155577"/>
                  <a:pt x="42461" y="160031"/>
                  <a:pt x="39413" y="163547"/>
                </a:cubicBezTo>
                <a:lnTo>
                  <a:pt x="39212" y="163782"/>
                </a:lnTo>
                <a:close/>
                <a:moveTo>
                  <a:pt x="42863" y="117872"/>
                </a:moveTo>
                <a:cubicBezTo>
                  <a:pt x="42863" y="111958"/>
                  <a:pt x="38061" y="107156"/>
                  <a:pt x="32147" y="107156"/>
                </a:cubicBezTo>
                <a:cubicBezTo>
                  <a:pt x="26233" y="107156"/>
                  <a:pt x="21431" y="111958"/>
                  <a:pt x="21431" y="117872"/>
                </a:cubicBezTo>
                <a:cubicBezTo>
                  <a:pt x="21431" y="123786"/>
                  <a:pt x="26233" y="128588"/>
                  <a:pt x="32147" y="128588"/>
                </a:cubicBezTo>
                <a:cubicBezTo>
                  <a:pt x="38061" y="128588"/>
                  <a:pt x="42863" y="123786"/>
                  <a:pt x="42863" y="117872"/>
                </a:cubicBezTo>
                <a:close/>
                <a:moveTo>
                  <a:pt x="139303" y="42863"/>
                </a:moveTo>
                <a:cubicBezTo>
                  <a:pt x="145217" y="42863"/>
                  <a:pt x="150019" y="38061"/>
                  <a:pt x="150019" y="32147"/>
                </a:cubicBezTo>
                <a:cubicBezTo>
                  <a:pt x="150019" y="26233"/>
                  <a:pt x="145217" y="21431"/>
                  <a:pt x="139303" y="21431"/>
                </a:cubicBezTo>
                <a:cubicBezTo>
                  <a:pt x="133389" y="21431"/>
                  <a:pt x="128588" y="26233"/>
                  <a:pt x="128588" y="32147"/>
                </a:cubicBezTo>
                <a:cubicBezTo>
                  <a:pt x="128588" y="38061"/>
                  <a:pt x="133389" y="42863"/>
                  <a:pt x="139303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9650" y="173355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Optimize Delivery Routes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9650" y="203835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Implement Dijkstra Algorithm to find the shortest and most efficient delivery paths between multiple locations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62675" y="1609725"/>
            <a:ext cx="5638800" cy="1362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6025" y="1743075"/>
            <a:ext cx="361950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3656" y="1838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21431"/>
                </a:moveTo>
                <a:cubicBezTo>
                  <a:pt x="10716" y="9611"/>
                  <a:pt x="20326" y="0"/>
                  <a:pt x="32147" y="0"/>
                </a:cubicBezTo>
                <a:lnTo>
                  <a:pt x="85725" y="0"/>
                </a:lnTo>
                <a:cubicBezTo>
                  <a:pt x="97546" y="0"/>
                  <a:pt x="107156" y="9611"/>
                  <a:pt x="107156" y="21431"/>
                </a:cubicBezTo>
                <a:lnTo>
                  <a:pt x="107156" y="85725"/>
                </a:lnTo>
                <a:lnTo>
                  <a:pt x="109835" y="85725"/>
                </a:lnTo>
                <a:cubicBezTo>
                  <a:pt x="126110" y="85725"/>
                  <a:pt x="139303" y="98919"/>
                  <a:pt x="139303" y="115193"/>
                </a:cubicBezTo>
                <a:lnTo>
                  <a:pt x="139303" y="125909"/>
                </a:lnTo>
                <a:cubicBezTo>
                  <a:pt x="139303" y="130362"/>
                  <a:pt x="142886" y="133945"/>
                  <a:pt x="147340" y="133945"/>
                </a:cubicBezTo>
                <a:cubicBezTo>
                  <a:pt x="151794" y="133945"/>
                  <a:pt x="155377" y="130362"/>
                  <a:pt x="155377" y="125909"/>
                </a:cubicBezTo>
                <a:lnTo>
                  <a:pt x="155377" y="74340"/>
                </a:lnTo>
                <a:cubicBezTo>
                  <a:pt x="146134" y="71962"/>
                  <a:pt x="139303" y="63557"/>
                  <a:pt x="139303" y="53578"/>
                </a:cubicBezTo>
                <a:lnTo>
                  <a:pt x="139303" y="33654"/>
                </a:lnTo>
                <a:lnTo>
                  <a:pt x="130664" y="24177"/>
                </a:lnTo>
                <a:cubicBezTo>
                  <a:pt x="127683" y="20895"/>
                  <a:pt x="127918" y="15806"/>
                  <a:pt x="131199" y="12825"/>
                </a:cubicBezTo>
                <a:cubicBezTo>
                  <a:pt x="134481" y="9845"/>
                  <a:pt x="139571" y="10079"/>
                  <a:pt x="142551" y="13361"/>
                </a:cubicBezTo>
                <a:lnTo>
                  <a:pt x="166561" y="39748"/>
                </a:lnTo>
                <a:cubicBezTo>
                  <a:pt x="169709" y="43197"/>
                  <a:pt x="171450" y="47685"/>
                  <a:pt x="171450" y="52373"/>
                </a:cubicBezTo>
                <a:lnTo>
                  <a:pt x="171450" y="125909"/>
                </a:lnTo>
                <a:cubicBezTo>
                  <a:pt x="171450" y="139236"/>
                  <a:pt x="160667" y="150019"/>
                  <a:pt x="147340" y="150019"/>
                </a:cubicBezTo>
                <a:cubicBezTo>
                  <a:pt x="134012" y="150019"/>
                  <a:pt x="123230" y="139236"/>
                  <a:pt x="123230" y="125909"/>
                </a:cubicBezTo>
                <a:lnTo>
                  <a:pt x="123230" y="115193"/>
                </a:lnTo>
                <a:cubicBezTo>
                  <a:pt x="123230" y="107792"/>
                  <a:pt x="117236" y="101798"/>
                  <a:pt x="109835" y="101798"/>
                </a:cubicBezTo>
                <a:lnTo>
                  <a:pt x="107156" y="101798"/>
                </a:lnTo>
                <a:lnTo>
                  <a:pt x="107156" y="155845"/>
                </a:lnTo>
                <a:cubicBezTo>
                  <a:pt x="110270" y="156950"/>
                  <a:pt x="112514" y="159931"/>
                  <a:pt x="112514" y="163413"/>
                </a:cubicBezTo>
                <a:cubicBezTo>
                  <a:pt x="112514" y="167867"/>
                  <a:pt x="108931" y="171450"/>
                  <a:pt x="104477" y="171450"/>
                </a:cubicBezTo>
                <a:lnTo>
                  <a:pt x="13395" y="171450"/>
                </a:lnTo>
                <a:cubicBezTo>
                  <a:pt x="8941" y="171450"/>
                  <a:pt x="5358" y="167867"/>
                  <a:pt x="5358" y="163413"/>
                </a:cubicBezTo>
                <a:cubicBezTo>
                  <a:pt x="5358" y="159897"/>
                  <a:pt x="7601" y="156950"/>
                  <a:pt x="10716" y="155845"/>
                </a:cubicBezTo>
                <a:lnTo>
                  <a:pt x="10716" y="21431"/>
                </a:lnTo>
                <a:close/>
                <a:moveTo>
                  <a:pt x="32147" y="26789"/>
                </a:moveTo>
                <a:lnTo>
                  <a:pt x="32147" y="58936"/>
                </a:lnTo>
                <a:cubicBezTo>
                  <a:pt x="32147" y="61883"/>
                  <a:pt x="34558" y="64294"/>
                  <a:pt x="37505" y="64294"/>
                </a:cubicBezTo>
                <a:lnTo>
                  <a:pt x="80367" y="64294"/>
                </a:lnTo>
                <a:cubicBezTo>
                  <a:pt x="83314" y="64294"/>
                  <a:pt x="85725" y="61883"/>
                  <a:pt x="85725" y="58936"/>
                </a:cubicBezTo>
                <a:lnTo>
                  <a:pt x="85725" y="26789"/>
                </a:lnTo>
                <a:cubicBezTo>
                  <a:pt x="85725" y="23842"/>
                  <a:pt x="83314" y="21431"/>
                  <a:pt x="80367" y="21431"/>
                </a:cubicBezTo>
                <a:lnTo>
                  <a:pt x="37505" y="21431"/>
                </a:lnTo>
                <a:cubicBezTo>
                  <a:pt x="34558" y="21431"/>
                  <a:pt x="32147" y="23842"/>
                  <a:pt x="32147" y="267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81800" y="173355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Reduce Fuel Consumption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81800" y="203835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Minimize fuel costs and environmental impact through intelligent route planning and optimization techniques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0525" y="3108275"/>
            <a:ext cx="5638800" cy="1362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3875" y="3241625"/>
            <a:ext cx="361950" cy="3619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506" y="3336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9650" y="323210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Improve Delivery Efficiency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9650" y="35369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Enhance operational efficiency by reducing delivery time and maximizing resource utilization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62675" y="3108275"/>
            <a:ext cx="5638800" cy="1362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6025" y="3241625"/>
            <a:ext cx="361950" cy="3619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656" y="3336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688" y="0"/>
                </a:moveTo>
                <a:cubicBezTo>
                  <a:pt x="129458" y="0"/>
                  <a:pt x="171450" y="41992"/>
                  <a:pt x="171450" y="93762"/>
                </a:cubicBezTo>
                <a:cubicBezTo>
                  <a:pt x="171450" y="98215"/>
                  <a:pt x="167867" y="101798"/>
                  <a:pt x="163413" y="101798"/>
                </a:cubicBezTo>
                <a:cubicBezTo>
                  <a:pt x="158960" y="101798"/>
                  <a:pt x="155377" y="98215"/>
                  <a:pt x="155377" y="93762"/>
                </a:cubicBezTo>
                <a:cubicBezTo>
                  <a:pt x="155377" y="50866"/>
                  <a:pt x="120584" y="16073"/>
                  <a:pt x="77688" y="16073"/>
                </a:cubicBezTo>
                <a:cubicBezTo>
                  <a:pt x="73235" y="16073"/>
                  <a:pt x="69652" y="12490"/>
                  <a:pt x="69652" y="8037"/>
                </a:cubicBezTo>
                <a:cubicBezTo>
                  <a:pt x="69652" y="3583"/>
                  <a:pt x="73235" y="0"/>
                  <a:pt x="77688" y="0"/>
                </a:cubicBezTo>
                <a:close/>
                <a:moveTo>
                  <a:pt x="69652" y="40184"/>
                </a:moveTo>
                <a:cubicBezTo>
                  <a:pt x="69652" y="35730"/>
                  <a:pt x="73235" y="32147"/>
                  <a:pt x="77688" y="32147"/>
                </a:cubicBezTo>
                <a:cubicBezTo>
                  <a:pt x="111710" y="32147"/>
                  <a:pt x="139303" y="59740"/>
                  <a:pt x="139303" y="93762"/>
                </a:cubicBezTo>
                <a:cubicBezTo>
                  <a:pt x="139303" y="98215"/>
                  <a:pt x="135720" y="101798"/>
                  <a:pt x="131266" y="101798"/>
                </a:cubicBezTo>
                <a:cubicBezTo>
                  <a:pt x="126813" y="101798"/>
                  <a:pt x="123230" y="98215"/>
                  <a:pt x="123230" y="93762"/>
                </a:cubicBezTo>
                <a:cubicBezTo>
                  <a:pt x="123230" y="68613"/>
                  <a:pt x="102837" y="48220"/>
                  <a:pt x="77688" y="48220"/>
                </a:cubicBezTo>
                <a:cubicBezTo>
                  <a:pt x="73235" y="48220"/>
                  <a:pt x="69652" y="44637"/>
                  <a:pt x="69652" y="40184"/>
                </a:cubicBezTo>
                <a:close/>
                <a:moveTo>
                  <a:pt x="8840" y="47785"/>
                </a:moveTo>
                <a:cubicBezTo>
                  <a:pt x="11787" y="41791"/>
                  <a:pt x="19690" y="41121"/>
                  <a:pt x="24412" y="45843"/>
                </a:cubicBezTo>
                <a:lnTo>
                  <a:pt x="67441" y="88873"/>
                </a:lnTo>
                <a:lnTo>
                  <a:pt x="78157" y="78157"/>
                </a:lnTo>
                <a:cubicBezTo>
                  <a:pt x="82343" y="73971"/>
                  <a:pt x="89141" y="73971"/>
                  <a:pt x="93326" y="78157"/>
                </a:cubicBezTo>
                <a:cubicBezTo>
                  <a:pt x="97512" y="82343"/>
                  <a:pt x="97512" y="89141"/>
                  <a:pt x="93326" y="93326"/>
                </a:cubicBezTo>
                <a:lnTo>
                  <a:pt x="82611" y="104042"/>
                </a:lnTo>
                <a:lnTo>
                  <a:pt x="125641" y="147072"/>
                </a:lnTo>
                <a:cubicBezTo>
                  <a:pt x="130362" y="151794"/>
                  <a:pt x="129659" y="159663"/>
                  <a:pt x="123698" y="162643"/>
                </a:cubicBezTo>
                <a:cubicBezTo>
                  <a:pt x="112246" y="168302"/>
                  <a:pt x="99387" y="171483"/>
                  <a:pt x="85758" y="171483"/>
                </a:cubicBezTo>
                <a:cubicBezTo>
                  <a:pt x="38409" y="171483"/>
                  <a:pt x="33" y="133108"/>
                  <a:pt x="33" y="85758"/>
                </a:cubicBezTo>
                <a:cubicBezTo>
                  <a:pt x="33" y="72130"/>
                  <a:pt x="3215" y="59237"/>
                  <a:pt x="8874" y="478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81800" y="323210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81800" y="35369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Provide live shipment tracking and centralized monitoring through an intelligent dashboard interface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0525" y="4606826"/>
            <a:ext cx="5638800" cy="1362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3875" y="4740176"/>
            <a:ext cx="361950" cy="3619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075" y="4835426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09650" y="4730651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Automate Logistics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9650" y="5035451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Automate manual logistics processes including route planning, fleet management, and delivery scheduling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62675" y="4606826"/>
            <a:ext cx="5638800" cy="1362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96025" y="4740176"/>
            <a:ext cx="361950" cy="3619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93656" y="483542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8" name="Text 36"/>
          <p:cNvSpPr/>
          <p:nvPr/>
        </p:nvSpPr>
        <p:spPr>
          <a:xfrm>
            <a:off x="6781800" y="4730651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Visualize Graph Traversal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81800" y="5035451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Demonstrate DAA algorithms through interactive graph visualization showing step-by-step path discovery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 rot="-60000">
            <a:off x="387738" y="5967717"/>
            <a:ext cx="11410950" cy="4000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64391" y="623451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 rot="-60000">
            <a:off x="684661" y="6055089"/>
            <a:ext cx="1106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Target Companies: Amazon Logistics • Blue Dart • FedEx • Delhivery • eKart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145" y="-354794"/>
            <a:ext cx="1004481" cy="1004481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862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944118" y="5242941"/>
            <a:ext cx="709587" cy="709587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862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428517" y="3441959"/>
            <a:ext cx="857034" cy="41469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862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2440" y="382440"/>
            <a:ext cx="903111" cy="4331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610" y="516063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0"/>
                </a:moveTo>
                <a:cubicBezTo>
                  <a:pt x="87701" y="0"/>
                  <a:pt x="92075" y="2624"/>
                  <a:pt x="94343" y="6804"/>
                </a:cubicBezTo>
                <a:lnTo>
                  <a:pt x="164322" y="136395"/>
                </a:lnTo>
                <a:cubicBezTo>
                  <a:pt x="166493" y="140413"/>
                  <a:pt x="166396" y="145272"/>
                  <a:pt x="164063" y="149193"/>
                </a:cubicBezTo>
                <a:cubicBezTo>
                  <a:pt x="161731" y="153113"/>
                  <a:pt x="157486" y="155510"/>
                  <a:pt x="152918" y="155510"/>
                </a:cubicBezTo>
                <a:lnTo>
                  <a:pt x="12959" y="155510"/>
                </a:lnTo>
                <a:cubicBezTo>
                  <a:pt x="8391" y="155510"/>
                  <a:pt x="4179" y="153113"/>
                  <a:pt x="1814" y="149193"/>
                </a:cubicBezTo>
                <a:cubicBezTo>
                  <a:pt x="-551" y="145272"/>
                  <a:pt x="-616" y="140413"/>
                  <a:pt x="1555" y="136395"/>
                </a:cubicBezTo>
                <a:lnTo>
                  <a:pt x="71535" y="6804"/>
                </a:lnTo>
                <a:cubicBezTo>
                  <a:pt x="73803" y="2624"/>
                  <a:pt x="78176" y="0"/>
                  <a:pt x="82939" y="0"/>
                </a:cubicBezTo>
                <a:close/>
                <a:moveTo>
                  <a:pt x="82939" y="54429"/>
                </a:moveTo>
                <a:cubicBezTo>
                  <a:pt x="78630" y="54429"/>
                  <a:pt x="75163" y="57895"/>
                  <a:pt x="75163" y="62204"/>
                </a:cubicBezTo>
                <a:lnTo>
                  <a:pt x="75163" y="98490"/>
                </a:lnTo>
                <a:cubicBezTo>
                  <a:pt x="75163" y="102799"/>
                  <a:pt x="78630" y="106265"/>
                  <a:pt x="82939" y="106265"/>
                </a:cubicBezTo>
                <a:cubicBezTo>
                  <a:pt x="87248" y="106265"/>
                  <a:pt x="90714" y="102799"/>
                  <a:pt x="90714" y="98490"/>
                </a:cubicBezTo>
                <a:lnTo>
                  <a:pt x="90714" y="62204"/>
                </a:lnTo>
                <a:cubicBezTo>
                  <a:pt x="90714" y="57895"/>
                  <a:pt x="87248" y="54429"/>
                  <a:pt x="82939" y="54429"/>
                </a:cubicBezTo>
                <a:close/>
                <a:moveTo>
                  <a:pt x="91589" y="124408"/>
                </a:moveTo>
                <a:cubicBezTo>
                  <a:pt x="91786" y="121197"/>
                  <a:pt x="90185" y="118142"/>
                  <a:pt x="87432" y="116477"/>
                </a:cubicBezTo>
                <a:cubicBezTo>
                  <a:pt x="84680" y="114813"/>
                  <a:pt x="81230" y="114813"/>
                  <a:pt x="78478" y="116477"/>
                </a:cubicBezTo>
                <a:cubicBezTo>
                  <a:pt x="75725" y="118142"/>
                  <a:pt x="74124" y="121197"/>
                  <a:pt x="74321" y="124408"/>
                </a:cubicBezTo>
                <a:cubicBezTo>
                  <a:pt x="74124" y="127619"/>
                  <a:pt x="75725" y="130674"/>
                  <a:pt x="78478" y="132339"/>
                </a:cubicBezTo>
                <a:cubicBezTo>
                  <a:pt x="81230" y="134004"/>
                  <a:pt x="84680" y="134004"/>
                  <a:pt x="87432" y="132339"/>
                </a:cubicBezTo>
                <a:cubicBezTo>
                  <a:pt x="90185" y="130674"/>
                  <a:pt x="91786" y="127619"/>
                  <a:pt x="91589" y="1244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34067" y="368617"/>
            <a:ext cx="692954" cy="405478"/>
          </a:xfrm>
          <a:prstGeom prst="rect">
            <a:avLst/>
          </a:prstGeom>
          <a:noFill/>
          <a:ln/>
        </p:spPr>
        <p:txBody>
          <a:bodyPr wrap="square" lIns="184308" tIns="73723" rIns="184308" bIns="73723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8617" y="976834"/>
            <a:ext cx="11675937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Real-World Problem Statement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8617" y="1566621"/>
            <a:ext cx="1153770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Critical challenges faced by courier companies and our innovative solutions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-60000">
            <a:off x="377209" y="2014073"/>
            <a:ext cx="5197497" cy="61743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9797" y="2295535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10585" y="221170"/>
                </a:moveTo>
                <a:cubicBezTo>
                  <a:pt x="171619" y="221170"/>
                  <a:pt x="221170" y="171619"/>
                  <a:pt x="221170" y="110585"/>
                </a:cubicBezTo>
                <a:cubicBezTo>
                  <a:pt x="221170" y="49551"/>
                  <a:pt x="171619" y="0"/>
                  <a:pt x="110585" y="0"/>
                </a:cubicBezTo>
                <a:cubicBezTo>
                  <a:pt x="49551" y="0"/>
                  <a:pt x="0" y="49551"/>
                  <a:pt x="0" y="110585"/>
                </a:cubicBezTo>
                <a:cubicBezTo>
                  <a:pt x="0" y="171619"/>
                  <a:pt x="49551" y="221170"/>
                  <a:pt x="110585" y="221170"/>
                </a:cubicBezTo>
                <a:close/>
                <a:moveTo>
                  <a:pt x="72139" y="72139"/>
                </a:moveTo>
                <a:cubicBezTo>
                  <a:pt x="76200" y="68079"/>
                  <a:pt x="82766" y="68079"/>
                  <a:pt x="86783" y="72139"/>
                </a:cubicBezTo>
                <a:lnTo>
                  <a:pt x="110542" y="95898"/>
                </a:lnTo>
                <a:lnTo>
                  <a:pt x="134300" y="72139"/>
                </a:lnTo>
                <a:cubicBezTo>
                  <a:pt x="138361" y="68079"/>
                  <a:pt x="144927" y="68079"/>
                  <a:pt x="148944" y="72139"/>
                </a:cubicBezTo>
                <a:cubicBezTo>
                  <a:pt x="152962" y="76200"/>
                  <a:pt x="153005" y="82766"/>
                  <a:pt x="148944" y="86783"/>
                </a:cubicBezTo>
                <a:lnTo>
                  <a:pt x="125186" y="110542"/>
                </a:lnTo>
                <a:lnTo>
                  <a:pt x="148944" y="134300"/>
                </a:lnTo>
                <a:cubicBezTo>
                  <a:pt x="153005" y="138361"/>
                  <a:pt x="153005" y="144927"/>
                  <a:pt x="148944" y="148944"/>
                </a:cubicBezTo>
                <a:cubicBezTo>
                  <a:pt x="144884" y="152962"/>
                  <a:pt x="138318" y="153005"/>
                  <a:pt x="134300" y="148944"/>
                </a:cubicBezTo>
                <a:lnTo>
                  <a:pt x="110542" y="125186"/>
                </a:lnTo>
                <a:lnTo>
                  <a:pt x="86783" y="148944"/>
                </a:lnTo>
                <a:cubicBezTo>
                  <a:pt x="82723" y="153005"/>
                  <a:pt x="76157" y="153005"/>
                  <a:pt x="72139" y="148944"/>
                </a:cubicBezTo>
                <a:cubicBezTo>
                  <a:pt x="68122" y="144884"/>
                  <a:pt x="68079" y="138318"/>
                  <a:pt x="72139" y="134300"/>
                </a:cubicBezTo>
                <a:lnTo>
                  <a:pt x="95898" y="110542"/>
                </a:lnTo>
                <a:lnTo>
                  <a:pt x="72139" y="86783"/>
                </a:lnTo>
                <a:cubicBezTo>
                  <a:pt x="68079" y="82723"/>
                  <a:pt x="68079" y="76157"/>
                  <a:pt x="72139" y="721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 rot="-60000">
            <a:off x="817970" y="2178371"/>
            <a:ext cx="4709079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7832" y="2847565"/>
            <a:ext cx="5206712" cy="9031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6848" y="3013442"/>
            <a:ext cx="276463" cy="27646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875" y="3087166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129016" y="24190"/>
                </a:moveTo>
                <a:cubicBezTo>
                  <a:pt x="129016" y="36840"/>
                  <a:pt x="114124" y="55714"/>
                  <a:pt x="107698" y="63248"/>
                </a:cubicBezTo>
                <a:cubicBezTo>
                  <a:pt x="106740" y="64357"/>
                  <a:pt x="105329" y="64785"/>
                  <a:pt x="104044" y="64508"/>
                </a:cubicBezTo>
                <a:lnTo>
                  <a:pt x="80635" y="64508"/>
                </a:lnTo>
                <a:cubicBezTo>
                  <a:pt x="76175" y="64508"/>
                  <a:pt x="72571" y="68111"/>
                  <a:pt x="72571" y="72571"/>
                </a:cubicBezTo>
                <a:cubicBezTo>
                  <a:pt x="72571" y="77032"/>
                  <a:pt x="76175" y="80635"/>
                  <a:pt x="80635" y="80635"/>
                </a:cubicBezTo>
                <a:lnTo>
                  <a:pt x="104825" y="80635"/>
                </a:lnTo>
                <a:cubicBezTo>
                  <a:pt x="118181" y="80635"/>
                  <a:pt x="129016" y="91470"/>
                  <a:pt x="129016" y="104825"/>
                </a:cubicBezTo>
                <a:cubicBezTo>
                  <a:pt x="129016" y="118181"/>
                  <a:pt x="118181" y="129016"/>
                  <a:pt x="104825" y="129016"/>
                </a:cubicBezTo>
                <a:lnTo>
                  <a:pt x="35177" y="129016"/>
                </a:lnTo>
                <a:cubicBezTo>
                  <a:pt x="37369" y="126521"/>
                  <a:pt x="40040" y="123321"/>
                  <a:pt x="42737" y="119743"/>
                </a:cubicBezTo>
                <a:cubicBezTo>
                  <a:pt x="44324" y="117626"/>
                  <a:pt x="45962" y="115308"/>
                  <a:pt x="47524" y="112889"/>
                </a:cubicBezTo>
                <a:lnTo>
                  <a:pt x="104825" y="112889"/>
                </a:lnTo>
                <a:cubicBezTo>
                  <a:pt x="109286" y="112889"/>
                  <a:pt x="112889" y="109286"/>
                  <a:pt x="112889" y="104825"/>
                </a:cubicBezTo>
                <a:cubicBezTo>
                  <a:pt x="112889" y="100365"/>
                  <a:pt x="109286" y="96762"/>
                  <a:pt x="104825" y="96762"/>
                </a:cubicBezTo>
                <a:lnTo>
                  <a:pt x="80635" y="96762"/>
                </a:lnTo>
                <a:cubicBezTo>
                  <a:pt x="67280" y="96762"/>
                  <a:pt x="56444" y="85927"/>
                  <a:pt x="56444" y="72571"/>
                </a:cubicBezTo>
                <a:cubicBezTo>
                  <a:pt x="56444" y="59216"/>
                  <a:pt x="67280" y="48381"/>
                  <a:pt x="80635" y="48381"/>
                </a:cubicBezTo>
                <a:lnTo>
                  <a:pt x="90664" y="48381"/>
                </a:lnTo>
                <a:cubicBezTo>
                  <a:pt x="85372" y="40443"/>
                  <a:pt x="80635" y="31322"/>
                  <a:pt x="80635" y="24190"/>
                </a:cubicBezTo>
                <a:cubicBezTo>
                  <a:pt x="80635" y="10835"/>
                  <a:pt x="91470" y="0"/>
                  <a:pt x="104825" y="0"/>
                </a:cubicBezTo>
                <a:cubicBezTo>
                  <a:pt x="118181" y="0"/>
                  <a:pt x="129016" y="10835"/>
                  <a:pt x="129016" y="24190"/>
                </a:cubicBezTo>
                <a:close/>
                <a:moveTo>
                  <a:pt x="29507" y="123245"/>
                </a:moveTo>
                <a:cubicBezTo>
                  <a:pt x="28550" y="124329"/>
                  <a:pt x="27693" y="125287"/>
                  <a:pt x="26962" y="126093"/>
                </a:cubicBezTo>
                <a:lnTo>
                  <a:pt x="26509" y="126597"/>
                </a:lnTo>
                <a:lnTo>
                  <a:pt x="26458" y="126546"/>
                </a:lnTo>
                <a:cubicBezTo>
                  <a:pt x="24946" y="127706"/>
                  <a:pt x="22779" y="127554"/>
                  <a:pt x="21419" y="126093"/>
                </a:cubicBezTo>
                <a:cubicBezTo>
                  <a:pt x="15069" y="119188"/>
                  <a:pt x="0" y="101424"/>
                  <a:pt x="0" y="88698"/>
                </a:cubicBezTo>
                <a:cubicBezTo>
                  <a:pt x="0" y="75343"/>
                  <a:pt x="10835" y="64508"/>
                  <a:pt x="24190" y="64508"/>
                </a:cubicBezTo>
                <a:cubicBezTo>
                  <a:pt x="37546" y="64508"/>
                  <a:pt x="48381" y="75343"/>
                  <a:pt x="48381" y="88698"/>
                </a:cubicBezTo>
                <a:cubicBezTo>
                  <a:pt x="48381" y="96258"/>
                  <a:pt x="43064" y="105581"/>
                  <a:pt x="37420" y="113368"/>
                </a:cubicBezTo>
                <a:cubicBezTo>
                  <a:pt x="34723" y="117072"/>
                  <a:pt x="31952" y="120423"/>
                  <a:pt x="29659" y="123069"/>
                </a:cubicBezTo>
                <a:lnTo>
                  <a:pt x="29507" y="123245"/>
                </a:lnTo>
                <a:close/>
                <a:moveTo>
                  <a:pt x="32254" y="88698"/>
                </a:moveTo>
                <a:cubicBezTo>
                  <a:pt x="32254" y="84248"/>
                  <a:pt x="28641" y="80635"/>
                  <a:pt x="24190" y="80635"/>
                </a:cubicBezTo>
                <a:cubicBezTo>
                  <a:pt x="19740" y="80635"/>
                  <a:pt x="16127" y="84248"/>
                  <a:pt x="16127" y="88698"/>
                </a:cubicBezTo>
                <a:cubicBezTo>
                  <a:pt x="16127" y="93149"/>
                  <a:pt x="19740" y="96762"/>
                  <a:pt x="24190" y="96762"/>
                </a:cubicBezTo>
                <a:cubicBezTo>
                  <a:pt x="28641" y="96762"/>
                  <a:pt x="32254" y="93149"/>
                  <a:pt x="32254" y="88698"/>
                </a:cubicBezTo>
                <a:close/>
                <a:moveTo>
                  <a:pt x="104825" y="32254"/>
                </a:moveTo>
                <a:cubicBezTo>
                  <a:pt x="109276" y="32254"/>
                  <a:pt x="112889" y="28641"/>
                  <a:pt x="112889" y="24190"/>
                </a:cubicBezTo>
                <a:cubicBezTo>
                  <a:pt x="112889" y="19740"/>
                  <a:pt x="109276" y="16127"/>
                  <a:pt x="104825" y="16127"/>
                </a:cubicBezTo>
                <a:cubicBezTo>
                  <a:pt x="100375" y="16127"/>
                  <a:pt x="96762" y="19740"/>
                  <a:pt x="96762" y="24190"/>
                </a:cubicBezTo>
                <a:cubicBezTo>
                  <a:pt x="96762" y="28641"/>
                  <a:pt x="100375" y="32254"/>
                  <a:pt x="104825" y="32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03111" y="2967365"/>
            <a:ext cx="4635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Inefficient Delivery Routing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3111" y="3225397"/>
            <a:ext cx="4635356" cy="40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Manual route planning leads to suboptimal paths, increased travel distance, and wasted time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7832" y="3879692"/>
            <a:ext cx="5206712" cy="9031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6848" y="4045569"/>
            <a:ext cx="276463" cy="27646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875" y="4119293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8063" y="16127"/>
                </a:moveTo>
                <a:cubicBezTo>
                  <a:pt x="8063" y="7232"/>
                  <a:pt x="15295" y="0"/>
                  <a:pt x="24190" y="0"/>
                </a:cubicBezTo>
                <a:lnTo>
                  <a:pt x="64508" y="0"/>
                </a:lnTo>
                <a:cubicBezTo>
                  <a:pt x="73403" y="0"/>
                  <a:pt x="80635" y="7232"/>
                  <a:pt x="80635" y="16127"/>
                </a:cubicBezTo>
                <a:lnTo>
                  <a:pt x="80635" y="64508"/>
                </a:lnTo>
                <a:lnTo>
                  <a:pt x="82651" y="64508"/>
                </a:lnTo>
                <a:cubicBezTo>
                  <a:pt x="94897" y="64508"/>
                  <a:pt x="104825" y="74436"/>
                  <a:pt x="104825" y="86683"/>
                </a:cubicBezTo>
                <a:lnTo>
                  <a:pt x="104825" y="94746"/>
                </a:lnTo>
                <a:cubicBezTo>
                  <a:pt x="104825" y="98097"/>
                  <a:pt x="107522" y="100794"/>
                  <a:pt x="110873" y="100794"/>
                </a:cubicBezTo>
                <a:cubicBezTo>
                  <a:pt x="114224" y="100794"/>
                  <a:pt x="116921" y="98097"/>
                  <a:pt x="116921" y="94746"/>
                </a:cubicBezTo>
                <a:lnTo>
                  <a:pt x="116921" y="55940"/>
                </a:lnTo>
                <a:cubicBezTo>
                  <a:pt x="109966" y="54151"/>
                  <a:pt x="104825" y="47827"/>
                  <a:pt x="104825" y="40317"/>
                </a:cubicBezTo>
                <a:lnTo>
                  <a:pt x="104825" y="25324"/>
                </a:lnTo>
                <a:lnTo>
                  <a:pt x="98324" y="18193"/>
                </a:lnTo>
                <a:cubicBezTo>
                  <a:pt x="96082" y="15724"/>
                  <a:pt x="96258" y="11894"/>
                  <a:pt x="98727" y="9651"/>
                </a:cubicBezTo>
                <a:cubicBezTo>
                  <a:pt x="101197" y="7408"/>
                  <a:pt x="105027" y="7585"/>
                  <a:pt x="107270" y="10054"/>
                </a:cubicBezTo>
                <a:lnTo>
                  <a:pt x="125337" y="29911"/>
                </a:lnTo>
                <a:cubicBezTo>
                  <a:pt x="127706" y="32506"/>
                  <a:pt x="129016" y="35883"/>
                  <a:pt x="129016" y="39410"/>
                </a:cubicBezTo>
                <a:lnTo>
                  <a:pt x="129016" y="94746"/>
                </a:lnTo>
                <a:cubicBezTo>
                  <a:pt x="129016" y="104775"/>
                  <a:pt x="120902" y="112889"/>
                  <a:pt x="110873" y="112889"/>
                </a:cubicBezTo>
                <a:cubicBezTo>
                  <a:pt x="100844" y="112889"/>
                  <a:pt x="92730" y="104775"/>
                  <a:pt x="92730" y="94746"/>
                </a:cubicBezTo>
                <a:lnTo>
                  <a:pt x="92730" y="86683"/>
                </a:lnTo>
                <a:cubicBezTo>
                  <a:pt x="92730" y="81114"/>
                  <a:pt x="88220" y="76603"/>
                  <a:pt x="82651" y="76603"/>
                </a:cubicBezTo>
                <a:lnTo>
                  <a:pt x="80635" y="76603"/>
                </a:lnTo>
                <a:lnTo>
                  <a:pt x="80635" y="117273"/>
                </a:lnTo>
                <a:cubicBezTo>
                  <a:pt x="82978" y="118105"/>
                  <a:pt x="84667" y="120348"/>
                  <a:pt x="84667" y="122968"/>
                </a:cubicBezTo>
                <a:cubicBezTo>
                  <a:pt x="84667" y="126320"/>
                  <a:pt x="81970" y="129016"/>
                  <a:pt x="78619" y="129016"/>
                </a:cubicBezTo>
                <a:lnTo>
                  <a:pt x="10079" y="129016"/>
                </a:lnTo>
                <a:cubicBezTo>
                  <a:pt x="6728" y="129016"/>
                  <a:pt x="4032" y="126320"/>
                  <a:pt x="4032" y="122968"/>
                </a:cubicBezTo>
                <a:cubicBezTo>
                  <a:pt x="4032" y="120322"/>
                  <a:pt x="5720" y="118105"/>
                  <a:pt x="8063" y="117273"/>
                </a:cubicBezTo>
                <a:lnTo>
                  <a:pt x="8063" y="16127"/>
                </a:lnTo>
                <a:close/>
                <a:moveTo>
                  <a:pt x="24190" y="20159"/>
                </a:moveTo>
                <a:lnTo>
                  <a:pt x="24190" y="44349"/>
                </a:lnTo>
                <a:cubicBezTo>
                  <a:pt x="24190" y="46567"/>
                  <a:pt x="26005" y="48381"/>
                  <a:pt x="28222" y="48381"/>
                </a:cubicBezTo>
                <a:lnTo>
                  <a:pt x="60476" y="48381"/>
                </a:lnTo>
                <a:cubicBezTo>
                  <a:pt x="62694" y="48381"/>
                  <a:pt x="64508" y="46567"/>
                  <a:pt x="64508" y="44349"/>
                </a:cubicBezTo>
                <a:lnTo>
                  <a:pt x="64508" y="20159"/>
                </a:lnTo>
                <a:cubicBezTo>
                  <a:pt x="64508" y="17941"/>
                  <a:pt x="62694" y="16127"/>
                  <a:pt x="60476" y="16127"/>
                </a:cubicBezTo>
                <a:lnTo>
                  <a:pt x="28222" y="16127"/>
                </a:lnTo>
                <a:cubicBezTo>
                  <a:pt x="26005" y="16127"/>
                  <a:pt x="24190" y="17941"/>
                  <a:pt x="24190" y="201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03111" y="3999492"/>
            <a:ext cx="4635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 Fuel Consumption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3111" y="4257524"/>
            <a:ext cx="4635356" cy="40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Poorly optimized routes result in excessive fuel usage, increasing operational costs significantly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7832" y="4911819"/>
            <a:ext cx="5206712" cy="9031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6848" y="5077696"/>
            <a:ext cx="276463" cy="27646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875" y="5151420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64508" y="0"/>
                </a:moveTo>
                <a:cubicBezTo>
                  <a:pt x="100111" y="0"/>
                  <a:pt x="129016" y="28905"/>
                  <a:pt x="129016" y="64508"/>
                </a:cubicBezTo>
                <a:cubicBezTo>
                  <a:pt x="129016" y="100111"/>
                  <a:pt x="100111" y="129016"/>
                  <a:pt x="64508" y="129016"/>
                </a:cubicBezTo>
                <a:cubicBezTo>
                  <a:pt x="28905" y="129016"/>
                  <a:pt x="0" y="100111"/>
                  <a:pt x="0" y="64508"/>
                </a:cubicBezTo>
                <a:cubicBezTo>
                  <a:pt x="0" y="28905"/>
                  <a:pt x="28905" y="0"/>
                  <a:pt x="64508" y="0"/>
                </a:cubicBezTo>
                <a:close/>
                <a:moveTo>
                  <a:pt x="58460" y="30238"/>
                </a:moveTo>
                <a:lnTo>
                  <a:pt x="58460" y="64508"/>
                </a:lnTo>
                <a:cubicBezTo>
                  <a:pt x="58460" y="66524"/>
                  <a:pt x="59468" y="68414"/>
                  <a:pt x="61157" y="69548"/>
                </a:cubicBezTo>
                <a:lnTo>
                  <a:pt x="85347" y="85675"/>
                </a:lnTo>
                <a:cubicBezTo>
                  <a:pt x="88119" y="87539"/>
                  <a:pt x="91873" y="86783"/>
                  <a:pt x="93738" y="83986"/>
                </a:cubicBezTo>
                <a:cubicBezTo>
                  <a:pt x="95603" y="81189"/>
                  <a:pt x="94847" y="77460"/>
                  <a:pt x="92050" y="75595"/>
                </a:cubicBezTo>
                <a:lnTo>
                  <a:pt x="70556" y="61283"/>
                </a:lnTo>
                <a:lnTo>
                  <a:pt x="70556" y="30238"/>
                </a:lnTo>
                <a:cubicBezTo>
                  <a:pt x="70556" y="26887"/>
                  <a:pt x="67859" y="24190"/>
                  <a:pt x="64508" y="24190"/>
                </a:cubicBezTo>
                <a:cubicBezTo>
                  <a:pt x="61157" y="24190"/>
                  <a:pt x="58460" y="26887"/>
                  <a:pt x="58460" y="302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03111" y="5031619"/>
            <a:ext cx="4635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Delayed Deliveries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3111" y="5289651"/>
            <a:ext cx="4635356" cy="40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Inefficient logistics management causes delivery delays, affecting customer satisfaction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7832" y="5943946"/>
            <a:ext cx="5206712" cy="9031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6848" y="6109823"/>
            <a:ext cx="276463" cy="27646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4812" y="6183546"/>
            <a:ext cx="145143" cy="129016"/>
          </a:xfrm>
          <a:custGeom>
            <a:avLst/>
            <a:gdLst/>
            <a:ahLst/>
            <a:cxnLst/>
            <a:rect l="l" t="t" r="r" b="b"/>
            <a:pathLst>
              <a:path w="145143" h="129016">
                <a:moveTo>
                  <a:pt x="0" y="24190"/>
                </a:moveTo>
                <a:cubicBezTo>
                  <a:pt x="0" y="15295"/>
                  <a:pt x="7232" y="8063"/>
                  <a:pt x="16127" y="8063"/>
                </a:cubicBezTo>
                <a:lnTo>
                  <a:pt x="88698" y="8063"/>
                </a:lnTo>
                <a:cubicBezTo>
                  <a:pt x="97593" y="8063"/>
                  <a:pt x="104825" y="15295"/>
                  <a:pt x="104825" y="24190"/>
                </a:cubicBezTo>
                <a:lnTo>
                  <a:pt x="104825" y="32254"/>
                </a:lnTo>
                <a:lnTo>
                  <a:pt x="117601" y="32254"/>
                </a:lnTo>
                <a:cubicBezTo>
                  <a:pt x="121885" y="32254"/>
                  <a:pt x="125992" y="33942"/>
                  <a:pt x="129016" y="36966"/>
                </a:cubicBezTo>
                <a:lnTo>
                  <a:pt x="140431" y="48381"/>
                </a:lnTo>
                <a:cubicBezTo>
                  <a:pt x="143455" y="51405"/>
                  <a:pt x="145143" y="55512"/>
                  <a:pt x="145143" y="59796"/>
                </a:cubicBezTo>
                <a:lnTo>
                  <a:pt x="145143" y="96762"/>
                </a:lnTo>
                <a:cubicBezTo>
                  <a:pt x="145143" y="105657"/>
                  <a:pt x="137911" y="112889"/>
                  <a:pt x="129016" y="112889"/>
                </a:cubicBezTo>
                <a:lnTo>
                  <a:pt x="128184" y="112889"/>
                </a:lnTo>
                <a:cubicBezTo>
                  <a:pt x="125564" y="122187"/>
                  <a:pt x="116996" y="129016"/>
                  <a:pt x="106841" y="129016"/>
                </a:cubicBezTo>
                <a:cubicBezTo>
                  <a:pt x="96686" y="129016"/>
                  <a:pt x="88144" y="122187"/>
                  <a:pt x="85498" y="112889"/>
                </a:cubicBezTo>
                <a:lnTo>
                  <a:pt x="59645" y="112889"/>
                </a:lnTo>
                <a:cubicBezTo>
                  <a:pt x="57024" y="122187"/>
                  <a:pt x="48457" y="129016"/>
                  <a:pt x="38302" y="129016"/>
                </a:cubicBezTo>
                <a:cubicBezTo>
                  <a:pt x="28147" y="129016"/>
                  <a:pt x="19604" y="122187"/>
                  <a:pt x="16959" y="112889"/>
                </a:cubicBezTo>
                <a:lnTo>
                  <a:pt x="16127" y="112889"/>
                </a:lnTo>
                <a:cubicBezTo>
                  <a:pt x="7232" y="112889"/>
                  <a:pt x="0" y="105657"/>
                  <a:pt x="0" y="96762"/>
                </a:cubicBezTo>
                <a:lnTo>
                  <a:pt x="0" y="24190"/>
                </a:lnTo>
                <a:close/>
                <a:moveTo>
                  <a:pt x="129016" y="72571"/>
                </a:moveTo>
                <a:lnTo>
                  <a:pt x="129016" y="59796"/>
                </a:lnTo>
                <a:lnTo>
                  <a:pt x="117601" y="48381"/>
                </a:lnTo>
                <a:lnTo>
                  <a:pt x="104825" y="48381"/>
                </a:lnTo>
                <a:lnTo>
                  <a:pt x="104825" y="72571"/>
                </a:lnTo>
                <a:lnTo>
                  <a:pt x="129016" y="72571"/>
                </a:lnTo>
                <a:close/>
                <a:moveTo>
                  <a:pt x="48381" y="106841"/>
                </a:moveTo>
                <a:cubicBezTo>
                  <a:pt x="48381" y="101278"/>
                  <a:pt x="43865" y="96762"/>
                  <a:pt x="38302" y="96762"/>
                </a:cubicBezTo>
                <a:cubicBezTo>
                  <a:pt x="32739" y="96762"/>
                  <a:pt x="28222" y="101278"/>
                  <a:pt x="28222" y="106841"/>
                </a:cubicBezTo>
                <a:cubicBezTo>
                  <a:pt x="28222" y="112404"/>
                  <a:pt x="32739" y="116921"/>
                  <a:pt x="38302" y="116921"/>
                </a:cubicBezTo>
                <a:cubicBezTo>
                  <a:pt x="43865" y="116921"/>
                  <a:pt x="48381" y="112404"/>
                  <a:pt x="48381" y="106841"/>
                </a:cubicBezTo>
                <a:close/>
                <a:moveTo>
                  <a:pt x="106841" y="116921"/>
                </a:moveTo>
                <a:cubicBezTo>
                  <a:pt x="112404" y="116921"/>
                  <a:pt x="116921" y="112404"/>
                  <a:pt x="116921" y="106841"/>
                </a:cubicBezTo>
                <a:cubicBezTo>
                  <a:pt x="116921" y="101278"/>
                  <a:pt x="112404" y="96762"/>
                  <a:pt x="106841" y="96762"/>
                </a:cubicBezTo>
                <a:cubicBezTo>
                  <a:pt x="101278" y="96762"/>
                  <a:pt x="96762" y="101278"/>
                  <a:pt x="96762" y="106841"/>
                </a:cubicBezTo>
                <a:cubicBezTo>
                  <a:pt x="96762" y="112404"/>
                  <a:pt x="101278" y="116921"/>
                  <a:pt x="106841" y="1169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03111" y="6063746"/>
            <a:ext cx="4635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Poor Fleet Management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3111" y="6321778"/>
            <a:ext cx="4635356" cy="40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Lack of centralized fleet monitoring leads to underutilized vehicles and resource wastage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17954" y="4174585"/>
            <a:ext cx="829388" cy="55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54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rot="60000">
            <a:off x="6600641" y="2014073"/>
            <a:ext cx="5197497" cy="61743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93229" y="2215228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10585" y="221170"/>
                </a:moveTo>
                <a:cubicBezTo>
                  <a:pt x="171619" y="221170"/>
                  <a:pt x="221170" y="171619"/>
                  <a:pt x="221170" y="110585"/>
                </a:cubicBezTo>
                <a:cubicBezTo>
                  <a:pt x="221170" y="49551"/>
                  <a:pt x="171619" y="0"/>
                  <a:pt x="110585" y="0"/>
                </a:cubicBezTo>
                <a:cubicBezTo>
                  <a:pt x="49551" y="0"/>
                  <a:pt x="0" y="49551"/>
                  <a:pt x="0" y="110585"/>
                </a:cubicBezTo>
                <a:cubicBezTo>
                  <a:pt x="0" y="171619"/>
                  <a:pt x="49551" y="221170"/>
                  <a:pt x="110585" y="221170"/>
                </a:cubicBezTo>
                <a:close/>
                <a:moveTo>
                  <a:pt x="147044" y="91881"/>
                </a:moveTo>
                <a:lnTo>
                  <a:pt x="112486" y="147173"/>
                </a:lnTo>
                <a:cubicBezTo>
                  <a:pt x="110671" y="150067"/>
                  <a:pt x="107561" y="151882"/>
                  <a:pt x="104149" y="152054"/>
                </a:cubicBezTo>
                <a:cubicBezTo>
                  <a:pt x="100736" y="152227"/>
                  <a:pt x="97453" y="150672"/>
                  <a:pt x="95423" y="147907"/>
                </a:cubicBezTo>
                <a:lnTo>
                  <a:pt x="74688" y="120261"/>
                </a:lnTo>
                <a:cubicBezTo>
                  <a:pt x="71232" y="115682"/>
                  <a:pt x="72183" y="109203"/>
                  <a:pt x="76762" y="105747"/>
                </a:cubicBezTo>
                <a:cubicBezTo>
                  <a:pt x="81340" y="102291"/>
                  <a:pt x="87820" y="103241"/>
                  <a:pt x="91276" y="107820"/>
                </a:cubicBezTo>
                <a:lnTo>
                  <a:pt x="102939" y="123371"/>
                </a:lnTo>
                <a:lnTo>
                  <a:pt x="129462" y="80909"/>
                </a:lnTo>
                <a:cubicBezTo>
                  <a:pt x="132486" y="76070"/>
                  <a:pt x="138879" y="74559"/>
                  <a:pt x="143761" y="77626"/>
                </a:cubicBezTo>
                <a:cubicBezTo>
                  <a:pt x="148642" y="80693"/>
                  <a:pt x="150111" y="87043"/>
                  <a:pt x="147044" y="919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 rot="60000">
            <a:off x="7041402" y="2178371"/>
            <a:ext cx="4709079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SOLUTIONS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01264" y="2847565"/>
            <a:ext cx="5206712" cy="9031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30280" y="3013442"/>
            <a:ext cx="276463" cy="27646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06307" y="3087166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30238" y="14111"/>
                </a:moveTo>
                <a:cubicBezTo>
                  <a:pt x="30238" y="6325"/>
                  <a:pt x="36563" y="0"/>
                  <a:pt x="44349" y="0"/>
                </a:cubicBezTo>
                <a:lnTo>
                  <a:pt x="50397" y="0"/>
                </a:lnTo>
                <a:cubicBezTo>
                  <a:pt x="54857" y="0"/>
                  <a:pt x="58460" y="3603"/>
                  <a:pt x="58460" y="8063"/>
                </a:cubicBezTo>
                <a:lnTo>
                  <a:pt x="58460" y="120952"/>
                </a:lnTo>
                <a:cubicBezTo>
                  <a:pt x="58460" y="125412"/>
                  <a:pt x="54857" y="129016"/>
                  <a:pt x="50397" y="129016"/>
                </a:cubicBezTo>
                <a:lnTo>
                  <a:pt x="42333" y="129016"/>
                </a:lnTo>
                <a:cubicBezTo>
                  <a:pt x="34824" y="129016"/>
                  <a:pt x="28499" y="123875"/>
                  <a:pt x="26710" y="116921"/>
                </a:cubicBezTo>
                <a:cubicBezTo>
                  <a:pt x="26534" y="116921"/>
                  <a:pt x="26383" y="116921"/>
                  <a:pt x="26206" y="116921"/>
                </a:cubicBezTo>
                <a:cubicBezTo>
                  <a:pt x="15069" y="116921"/>
                  <a:pt x="6048" y="107900"/>
                  <a:pt x="6048" y="96762"/>
                </a:cubicBezTo>
                <a:cubicBezTo>
                  <a:pt x="6048" y="92226"/>
                  <a:pt x="7560" y="88043"/>
                  <a:pt x="10079" y="84667"/>
                </a:cubicBezTo>
                <a:cubicBezTo>
                  <a:pt x="5191" y="80988"/>
                  <a:pt x="2016" y="75142"/>
                  <a:pt x="2016" y="68540"/>
                </a:cubicBezTo>
                <a:cubicBezTo>
                  <a:pt x="2016" y="60753"/>
                  <a:pt x="6451" y="53975"/>
                  <a:pt x="12902" y="50624"/>
                </a:cubicBezTo>
                <a:cubicBezTo>
                  <a:pt x="11113" y="47600"/>
                  <a:pt x="10079" y="44072"/>
                  <a:pt x="10079" y="40317"/>
                </a:cubicBezTo>
                <a:cubicBezTo>
                  <a:pt x="10079" y="29180"/>
                  <a:pt x="19100" y="20159"/>
                  <a:pt x="30238" y="20159"/>
                </a:cubicBezTo>
                <a:lnTo>
                  <a:pt x="30238" y="14111"/>
                </a:lnTo>
                <a:close/>
                <a:moveTo>
                  <a:pt x="98778" y="14111"/>
                </a:moveTo>
                <a:lnTo>
                  <a:pt x="98778" y="20159"/>
                </a:lnTo>
                <a:cubicBezTo>
                  <a:pt x="109915" y="20159"/>
                  <a:pt x="118937" y="29180"/>
                  <a:pt x="118937" y="40317"/>
                </a:cubicBezTo>
                <a:cubicBezTo>
                  <a:pt x="118937" y="44097"/>
                  <a:pt x="117903" y="47625"/>
                  <a:pt x="116114" y="50624"/>
                </a:cubicBezTo>
                <a:cubicBezTo>
                  <a:pt x="122590" y="53975"/>
                  <a:pt x="127000" y="60728"/>
                  <a:pt x="127000" y="68540"/>
                </a:cubicBezTo>
                <a:cubicBezTo>
                  <a:pt x="127000" y="75142"/>
                  <a:pt x="123825" y="80988"/>
                  <a:pt x="118937" y="84667"/>
                </a:cubicBezTo>
                <a:cubicBezTo>
                  <a:pt x="121456" y="88043"/>
                  <a:pt x="122968" y="92226"/>
                  <a:pt x="122968" y="96762"/>
                </a:cubicBezTo>
                <a:cubicBezTo>
                  <a:pt x="122968" y="107900"/>
                  <a:pt x="113947" y="116921"/>
                  <a:pt x="102810" y="116921"/>
                </a:cubicBezTo>
                <a:cubicBezTo>
                  <a:pt x="102633" y="116921"/>
                  <a:pt x="102482" y="116921"/>
                  <a:pt x="102306" y="116921"/>
                </a:cubicBezTo>
                <a:cubicBezTo>
                  <a:pt x="100516" y="123875"/>
                  <a:pt x="94192" y="129016"/>
                  <a:pt x="86683" y="129016"/>
                </a:cubicBezTo>
                <a:lnTo>
                  <a:pt x="78619" y="129016"/>
                </a:lnTo>
                <a:cubicBezTo>
                  <a:pt x="74159" y="129016"/>
                  <a:pt x="70556" y="125412"/>
                  <a:pt x="70556" y="120952"/>
                </a:cubicBezTo>
                <a:lnTo>
                  <a:pt x="70556" y="8063"/>
                </a:lnTo>
                <a:cubicBezTo>
                  <a:pt x="70556" y="3603"/>
                  <a:pt x="74159" y="0"/>
                  <a:pt x="78619" y="0"/>
                </a:cubicBezTo>
                <a:lnTo>
                  <a:pt x="84667" y="0"/>
                </a:lnTo>
                <a:cubicBezTo>
                  <a:pt x="92453" y="0"/>
                  <a:pt x="98778" y="6325"/>
                  <a:pt x="98778" y="141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126543" y="2967365"/>
            <a:ext cx="4635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Intelligent Route Optimization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26543" y="3225397"/>
            <a:ext cx="4635356" cy="40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 calculates optimal routes, reducing travel distance and time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01264" y="3879692"/>
            <a:ext cx="5206712" cy="9031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30280" y="4045569"/>
            <a:ext cx="276463" cy="27646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06307" y="4119293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118760" y="1688"/>
                </a:moveTo>
                <a:cubicBezTo>
                  <a:pt x="120373" y="151"/>
                  <a:pt x="122716" y="-403"/>
                  <a:pt x="124883" y="302"/>
                </a:cubicBezTo>
                <a:cubicBezTo>
                  <a:pt x="127353" y="1134"/>
                  <a:pt x="129016" y="3452"/>
                  <a:pt x="129016" y="6048"/>
                </a:cubicBezTo>
                <a:lnTo>
                  <a:pt x="129016" y="53143"/>
                </a:lnTo>
                <a:cubicBezTo>
                  <a:pt x="129016" y="86204"/>
                  <a:pt x="101776" y="112889"/>
                  <a:pt x="68842" y="112889"/>
                </a:cubicBezTo>
                <a:cubicBezTo>
                  <a:pt x="49439" y="112889"/>
                  <a:pt x="32708" y="100416"/>
                  <a:pt x="26635" y="82978"/>
                </a:cubicBezTo>
                <a:cubicBezTo>
                  <a:pt x="17714" y="90739"/>
                  <a:pt x="12095" y="102154"/>
                  <a:pt x="12095" y="114905"/>
                </a:cubicBezTo>
                <a:cubicBezTo>
                  <a:pt x="12095" y="118256"/>
                  <a:pt x="9399" y="120952"/>
                  <a:pt x="6048" y="120952"/>
                </a:cubicBezTo>
                <a:cubicBezTo>
                  <a:pt x="2696" y="120952"/>
                  <a:pt x="0" y="118256"/>
                  <a:pt x="0" y="114905"/>
                </a:cubicBezTo>
                <a:cubicBezTo>
                  <a:pt x="0" y="96031"/>
                  <a:pt x="9626" y="79400"/>
                  <a:pt x="24216" y="69623"/>
                </a:cubicBezTo>
                <a:cubicBezTo>
                  <a:pt x="33111" y="63676"/>
                  <a:pt x="43719" y="60476"/>
                  <a:pt x="54429" y="60476"/>
                </a:cubicBezTo>
                <a:lnTo>
                  <a:pt x="74587" y="60476"/>
                </a:lnTo>
                <a:cubicBezTo>
                  <a:pt x="77939" y="60476"/>
                  <a:pt x="80635" y="57780"/>
                  <a:pt x="80635" y="54429"/>
                </a:cubicBezTo>
                <a:cubicBezTo>
                  <a:pt x="80635" y="51077"/>
                  <a:pt x="77939" y="48381"/>
                  <a:pt x="74587" y="48381"/>
                </a:cubicBezTo>
                <a:lnTo>
                  <a:pt x="54429" y="48381"/>
                </a:lnTo>
                <a:cubicBezTo>
                  <a:pt x="44425" y="48381"/>
                  <a:pt x="34950" y="50598"/>
                  <a:pt x="26458" y="54555"/>
                </a:cubicBezTo>
                <a:cubicBezTo>
                  <a:pt x="32330" y="36916"/>
                  <a:pt x="48935" y="24190"/>
                  <a:pt x="68540" y="24190"/>
                </a:cubicBezTo>
                <a:cubicBezTo>
                  <a:pt x="85271" y="24190"/>
                  <a:pt x="97719" y="18622"/>
                  <a:pt x="106010" y="13103"/>
                </a:cubicBezTo>
                <a:cubicBezTo>
                  <a:pt x="110848" y="9878"/>
                  <a:pt x="114955" y="6022"/>
                  <a:pt x="118785" y="1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126543" y="3999492"/>
            <a:ext cx="4635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Fuel &amp; Cost Reduction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26543" y="4257524"/>
            <a:ext cx="4635356" cy="40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Shortest path algorithms minimize fuel consumption and operational expenses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601264" y="4911819"/>
            <a:ext cx="5206712" cy="9031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30280" y="5077696"/>
            <a:ext cx="276463" cy="27646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06307" y="5151420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58460" y="0"/>
                </a:moveTo>
                <a:cubicBezTo>
                  <a:pt x="97417" y="0"/>
                  <a:pt x="129016" y="31599"/>
                  <a:pt x="129016" y="70556"/>
                </a:cubicBezTo>
                <a:cubicBezTo>
                  <a:pt x="129016" y="73907"/>
                  <a:pt x="126320" y="76603"/>
                  <a:pt x="122968" y="76603"/>
                </a:cubicBezTo>
                <a:cubicBezTo>
                  <a:pt x="119617" y="76603"/>
                  <a:pt x="116921" y="73907"/>
                  <a:pt x="116921" y="70556"/>
                </a:cubicBezTo>
                <a:cubicBezTo>
                  <a:pt x="116921" y="38276"/>
                  <a:pt x="90739" y="12095"/>
                  <a:pt x="58460" y="12095"/>
                </a:cubicBezTo>
                <a:cubicBezTo>
                  <a:pt x="55109" y="12095"/>
                  <a:pt x="52413" y="9399"/>
                  <a:pt x="52413" y="6048"/>
                </a:cubicBezTo>
                <a:cubicBezTo>
                  <a:pt x="52413" y="2696"/>
                  <a:pt x="55109" y="0"/>
                  <a:pt x="58460" y="0"/>
                </a:cubicBezTo>
                <a:close/>
                <a:moveTo>
                  <a:pt x="52413" y="30238"/>
                </a:moveTo>
                <a:cubicBezTo>
                  <a:pt x="52413" y="26887"/>
                  <a:pt x="55109" y="24190"/>
                  <a:pt x="58460" y="24190"/>
                </a:cubicBezTo>
                <a:cubicBezTo>
                  <a:pt x="84062" y="24190"/>
                  <a:pt x="104825" y="44954"/>
                  <a:pt x="104825" y="70556"/>
                </a:cubicBezTo>
                <a:cubicBezTo>
                  <a:pt x="104825" y="73907"/>
                  <a:pt x="102129" y="76603"/>
                  <a:pt x="98778" y="76603"/>
                </a:cubicBezTo>
                <a:cubicBezTo>
                  <a:pt x="95426" y="76603"/>
                  <a:pt x="92730" y="73907"/>
                  <a:pt x="92730" y="70556"/>
                </a:cubicBezTo>
                <a:cubicBezTo>
                  <a:pt x="92730" y="51632"/>
                  <a:pt x="77384" y="36286"/>
                  <a:pt x="58460" y="36286"/>
                </a:cubicBezTo>
                <a:cubicBezTo>
                  <a:pt x="55109" y="36286"/>
                  <a:pt x="52413" y="33589"/>
                  <a:pt x="52413" y="30238"/>
                </a:cubicBezTo>
                <a:close/>
                <a:moveTo>
                  <a:pt x="6652" y="35958"/>
                </a:moveTo>
                <a:cubicBezTo>
                  <a:pt x="8870" y="31448"/>
                  <a:pt x="14817" y="30944"/>
                  <a:pt x="18370" y="34497"/>
                </a:cubicBezTo>
                <a:lnTo>
                  <a:pt x="50750" y="66877"/>
                </a:lnTo>
                <a:lnTo>
                  <a:pt x="58813" y="58813"/>
                </a:lnTo>
                <a:cubicBezTo>
                  <a:pt x="61963" y="55663"/>
                  <a:pt x="67078" y="55663"/>
                  <a:pt x="70228" y="58813"/>
                </a:cubicBezTo>
                <a:cubicBezTo>
                  <a:pt x="73378" y="61963"/>
                  <a:pt x="73378" y="67078"/>
                  <a:pt x="70228" y="70228"/>
                </a:cubicBezTo>
                <a:lnTo>
                  <a:pt x="62164" y="78291"/>
                </a:lnTo>
                <a:lnTo>
                  <a:pt x="94544" y="110671"/>
                </a:lnTo>
                <a:cubicBezTo>
                  <a:pt x="98097" y="114224"/>
                  <a:pt x="97568" y="120146"/>
                  <a:pt x="93083" y="122389"/>
                </a:cubicBezTo>
                <a:cubicBezTo>
                  <a:pt x="84465" y="126647"/>
                  <a:pt x="74789" y="129041"/>
                  <a:pt x="64533" y="129041"/>
                </a:cubicBezTo>
                <a:cubicBezTo>
                  <a:pt x="28903" y="129041"/>
                  <a:pt x="25" y="100164"/>
                  <a:pt x="25" y="64533"/>
                </a:cubicBezTo>
                <a:cubicBezTo>
                  <a:pt x="25" y="54277"/>
                  <a:pt x="2419" y="44576"/>
                  <a:pt x="6678" y="359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126543" y="5031619"/>
            <a:ext cx="4635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Tracking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26543" y="5289651"/>
            <a:ext cx="4635356" cy="40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shipment monitoring provides transparency and improves delivery predictability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601264" y="5943946"/>
            <a:ext cx="5206712" cy="9031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30280" y="6109823"/>
            <a:ext cx="276463" cy="27646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06307" y="6183546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16127" y="8063"/>
                </a:moveTo>
                <a:cubicBezTo>
                  <a:pt x="7232" y="8063"/>
                  <a:pt x="0" y="15295"/>
                  <a:pt x="0" y="24190"/>
                </a:cubicBezTo>
                <a:lnTo>
                  <a:pt x="0" y="88698"/>
                </a:lnTo>
                <a:cubicBezTo>
                  <a:pt x="0" y="97593"/>
                  <a:pt x="7232" y="104825"/>
                  <a:pt x="16127" y="104825"/>
                </a:cubicBezTo>
                <a:lnTo>
                  <a:pt x="52413" y="104825"/>
                </a:lnTo>
                <a:lnTo>
                  <a:pt x="48381" y="116921"/>
                </a:lnTo>
                <a:lnTo>
                  <a:pt x="30238" y="116921"/>
                </a:lnTo>
                <a:cubicBezTo>
                  <a:pt x="26887" y="116921"/>
                  <a:pt x="24190" y="119617"/>
                  <a:pt x="24190" y="122968"/>
                </a:cubicBezTo>
                <a:cubicBezTo>
                  <a:pt x="24190" y="126320"/>
                  <a:pt x="26887" y="129016"/>
                  <a:pt x="30238" y="129016"/>
                </a:cubicBezTo>
                <a:lnTo>
                  <a:pt x="98778" y="129016"/>
                </a:lnTo>
                <a:cubicBezTo>
                  <a:pt x="102129" y="129016"/>
                  <a:pt x="104825" y="126320"/>
                  <a:pt x="104825" y="122968"/>
                </a:cubicBezTo>
                <a:cubicBezTo>
                  <a:pt x="104825" y="119617"/>
                  <a:pt x="102129" y="116921"/>
                  <a:pt x="98778" y="116921"/>
                </a:cubicBezTo>
                <a:lnTo>
                  <a:pt x="80635" y="116921"/>
                </a:lnTo>
                <a:lnTo>
                  <a:pt x="76603" y="104825"/>
                </a:lnTo>
                <a:lnTo>
                  <a:pt x="112889" y="104825"/>
                </a:lnTo>
                <a:cubicBezTo>
                  <a:pt x="121784" y="104825"/>
                  <a:pt x="129016" y="97593"/>
                  <a:pt x="129016" y="88698"/>
                </a:cubicBezTo>
                <a:lnTo>
                  <a:pt x="129016" y="24190"/>
                </a:lnTo>
                <a:cubicBezTo>
                  <a:pt x="129016" y="15295"/>
                  <a:pt x="121784" y="8063"/>
                  <a:pt x="112889" y="8063"/>
                </a:cubicBezTo>
                <a:lnTo>
                  <a:pt x="16127" y="8063"/>
                </a:lnTo>
                <a:close/>
                <a:moveTo>
                  <a:pt x="24190" y="24190"/>
                </a:moveTo>
                <a:lnTo>
                  <a:pt x="104825" y="24190"/>
                </a:lnTo>
                <a:cubicBezTo>
                  <a:pt x="109286" y="24190"/>
                  <a:pt x="112889" y="27794"/>
                  <a:pt x="112889" y="32254"/>
                </a:cubicBezTo>
                <a:lnTo>
                  <a:pt x="112889" y="72571"/>
                </a:lnTo>
                <a:cubicBezTo>
                  <a:pt x="112889" y="77032"/>
                  <a:pt x="109286" y="80635"/>
                  <a:pt x="104825" y="80635"/>
                </a:cubicBezTo>
                <a:lnTo>
                  <a:pt x="24190" y="80635"/>
                </a:lnTo>
                <a:cubicBezTo>
                  <a:pt x="19730" y="80635"/>
                  <a:pt x="16127" y="77032"/>
                  <a:pt x="16127" y="72571"/>
                </a:cubicBezTo>
                <a:lnTo>
                  <a:pt x="16127" y="32254"/>
                </a:lnTo>
                <a:cubicBezTo>
                  <a:pt x="16127" y="27794"/>
                  <a:pt x="19730" y="24190"/>
                  <a:pt x="24190" y="241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7126543" y="6063746"/>
            <a:ext cx="4635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Centralized Management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26543" y="6321778"/>
            <a:ext cx="4635356" cy="40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Unified dashboard for fleet, agents, deliveries, and analytics in one platform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344183" y="-847818"/>
            <a:ext cx="1190625" cy="119062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529888" y="5576888"/>
            <a:ext cx="885825" cy="885825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720000">
            <a:off x="-437601" y="2229399"/>
            <a:ext cx="733425" cy="7334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0525" y="390525"/>
            <a:ext cx="800100" cy="3238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628650" y="381000"/>
            <a:ext cx="609600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8001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Modern web technologies powering the logistics optimization platform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0525" y="1571625"/>
            <a:ext cx="3686175" cy="52006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 rot="-60000">
            <a:off x="520147" y="1674977"/>
            <a:ext cx="3419475" cy="4381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092" y="185302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 rot="-60000">
            <a:off x="845645" y="1762351"/>
            <a:ext cx="310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3875" y="2238375"/>
            <a:ext cx="3419475" cy="5524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600" y="2324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9525"/>
                </a:moveTo>
                <a:lnTo>
                  <a:pt x="10388" y="127337"/>
                </a:lnTo>
                <a:lnTo>
                  <a:pt x="57001" y="142875"/>
                </a:lnTo>
                <a:lnTo>
                  <a:pt x="103912" y="127337"/>
                </a:lnTo>
                <a:lnTo>
                  <a:pt x="114300" y="9525"/>
                </a:lnTo>
                <a:lnTo>
                  <a:pt x="0" y="9525"/>
                </a:lnTo>
                <a:close/>
                <a:moveTo>
                  <a:pt x="91738" y="47595"/>
                </a:moveTo>
                <a:lnTo>
                  <a:pt x="37028" y="47595"/>
                </a:lnTo>
                <a:lnTo>
                  <a:pt x="38249" y="62299"/>
                </a:lnTo>
                <a:lnTo>
                  <a:pt x="90517" y="62299"/>
                </a:lnTo>
                <a:lnTo>
                  <a:pt x="86469" y="106472"/>
                </a:lnTo>
                <a:lnTo>
                  <a:pt x="57329" y="114508"/>
                </a:lnTo>
                <a:lnTo>
                  <a:pt x="57329" y="114598"/>
                </a:lnTo>
                <a:lnTo>
                  <a:pt x="57001" y="114598"/>
                </a:lnTo>
                <a:lnTo>
                  <a:pt x="27622" y="106472"/>
                </a:lnTo>
                <a:lnTo>
                  <a:pt x="25837" y="83909"/>
                </a:lnTo>
                <a:lnTo>
                  <a:pt x="40035" y="83909"/>
                </a:lnTo>
                <a:lnTo>
                  <a:pt x="41077" y="95250"/>
                </a:lnTo>
                <a:lnTo>
                  <a:pt x="57001" y="99566"/>
                </a:lnTo>
                <a:lnTo>
                  <a:pt x="72985" y="95250"/>
                </a:lnTo>
                <a:lnTo>
                  <a:pt x="74771" y="76736"/>
                </a:lnTo>
                <a:lnTo>
                  <a:pt x="25092" y="76736"/>
                </a:lnTo>
                <a:lnTo>
                  <a:pt x="21282" y="33397"/>
                </a:lnTo>
                <a:lnTo>
                  <a:pt x="93047" y="33397"/>
                </a:lnTo>
                <a:lnTo>
                  <a:pt x="91738" y="47595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819150" y="22860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HTML5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25146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Structure &amp; layout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3875" y="2847975"/>
            <a:ext cx="3419475" cy="5524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600" y="2933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9525"/>
                </a:moveTo>
                <a:lnTo>
                  <a:pt x="10388" y="127337"/>
                </a:lnTo>
                <a:lnTo>
                  <a:pt x="57150" y="142875"/>
                </a:lnTo>
                <a:lnTo>
                  <a:pt x="103912" y="127337"/>
                </a:lnTo>
                <a:lnTo>
                  <a:pt x="114300" y="9525"/>
                </a:lnTo>
                <a:lnTo>
                  <a:pt x="0" y="9525"/>
                </a:lnTo>
                <a:close/>
                <a:moveTo>
                  <a:pt x="93196" y="33338"/>
                </a:moveTo>
                <a:lnTo>
                  <a:pt x="91767" y="47417"/>
                </a:lnTo>
                <a:lnTo>
                  <a:pt x="57448" y="62091"/>
                </a:lnTo>
                <a:lnTo>
                  <a:pt x="57358" y="62121"/>
                </a:lnTo>
                <a:lnTo>
                  <a:pt x="90547" y="62121"/>
                </a:lnTo>
                <a:lnTo>
                  <a:pt x="86737" y="105757"/>
                </a:lnTo>
                <a:lnTo>
                  <a:pt x="57507" y="114300"/>
                </a:lnTo>
                <a:lnTo>
                  <a:pt x="28099" y="105608"/>
                </a:lnTo>
                <a:lnTo>
                  <a:pt x="26194" y="83612"/>
                </a:lnTo>
                <a:lnTo>
                  <a:pt x="40749" y="83612"/>
                </a:lnTo>
                <a:lnTo>
                  <a:pt x="41702" y="95012"/>
                </a:lnTo>
                <a:lnTo>
                  <a:pt x="57358" y="98971"/>
                </a:lnTo>
                <a:lnTo>
                  <a:pt x="73640" y="94387"/>
                </a:lnTo>
                <a:lnTo>
                  <a:pt x="74741" y="76051"/>
                </a:lnTo>
                <a:lnTo>
                  <a:pt x="25241" y="75902"/>
                </a:lnTo>
                <a:lnTo>
                  <a:pt x="25241" y="75873"/>
                </a:lnTo>
                <a:lnTo>
                  <a:pt x="25182" y="75902"/>
                </a:lnTo>
                <a:lnTo>
                  <a:pt x="24110" y="62121"/>
                </a:lnTo>
                <a:lnTo>
                  <a:pt x="57477" y="48220"/>
                </a:lnTo>
                <a:lnTo>
                  <a:pt x="59412" y="47417"/>
                </a:lnTo>
                <a:lnTo>
                  <a:pt x="22830" y="47417"/>
                </a:lnTo>
                <a:lnTo>
                  <a:pt x="21104" y="33338"/>
                </a:lnTo>
                <a:lnTo>
                  <a:pt x="93196" y="3333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819150" y="28956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CSS3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31242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Styling &amp; design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3875" y="3457575"/>
            <a:ext cx="3419475" cy="5524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0075" y="3543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9525"/>
                </a:moveTo>
                <a:lnTo>
                  <a:pt x="0" y="142875"/>
                </a:lnTo>
                <a:lnTo>
                  <a:pt x="133350" y="142875"/>
                </a:lnTo>
                <a:lnTo>
                  <a:pt x="133350" y="9525"/>
                </a:lnTo>
                <a:lnTo>
                  <a:pt x="0" y="9525"/>
                </a:lnTo>
                <a:close/>
                <a:moveTo>
                  <a:pt x="72569" y="113526"/>
                </a:moveTo>
                <a:cubicBezTo>
                  <a:pt x="72569" y="126504"/>
                  <a:pt x="64949" y="132427"/>
                  <a:pt x="53846" y="132427"/>
                </a:cubicBezTo>
                <a:cubicBezTo>
                  <a:pt x="43815" y="132427"/>
                  <a:pt x="38011" y="127248"/>
                  <a:pt x="35034" y="120967"/>
                </a:cubicBezTo>
                <a:lnTo>
                  <a:pt x="45244" y="114806"/>
                </a:lnTo>
                <a:cubicBezTo>
                  <a:pt x="47208" y="118289"/>
                  <a:pt x="48994" y="121235"/>
                  <a:pt x="53310" y="121235"/>
                </a:cubicBezTo>
                <a:cubicBezTo>
                  <a:pt x="57418" y="121235"/>
                  <a:pt x="60037" y="119628"/>
                  <a:pt x="60037" y="113348"/>
                </a:cubicBezTo>
                <a:lnTo>
                  <a:pt x="60037" y="70753"/>
                </a:lnTo>
                <a:lnTo>
                  <a:pt x="72569" y="70753"/>
                </a:lnTo>
                <a:lnTo>
                  <a:pt x="72569" y="113526"/>
                </a:lnTo>
                <a:close/>
                <a:moveTo>
                  <a:pt x="102215" y="132427"/>
                </a:moveTo>
                <a:cubicBezTo>
                  <a:pt x="90577" y="132427"/>
                  <a:pt x="83046" y="126891"/>
                  <a:pt x="79385" y="119628"/>
                </a:cubicBezTo>
                <a:lnTo>
                  <a:pt x="89595" y="113734"/>
                </a:lnTo>
                <a:cubicBezTo>
                  <a:pt x="92273" y="118110"/>
                  <a:pt x="95786" y="121354"/>
                  <a:pt x="101947" y="121354"/>
                </a:cubicBezTo>
                <a:cubicBezTo>
                  <a:pt x="107126" y="121354"/>
                  <a:pt x="110460" y="118765"/>
                  <a:pt x="110460" y="115163"/>
                </a:cubicBezTo>
                <a:cubicBezTo>
                  <a:pt x="110460" y="110877"/>
                  <a:pt x="107067" y="109359"/>
                  <a:pt x="101322" y="106829"/>
                </a:cubicBezTo>
                <a:lnTo>
                  <a:pt x="98197" y="105489"/>
                </a:lnTo>
                <a:cubicBezTo>
                  <a:pt x="89148" y="101650"/>
                  <a:pt x="83165" y="96798"/>
                  <a:pt x="83165" y="86588"/>
                </a:cubicBezTo>
                <a:cubicBezTo>
                  <a:pt x="83165" y="77182"/>
                  <a:pt x="90339" y="70039"/>
                  <a:pt x="101501" y="70039"/>
                </a:cubicBezTo>
                <a:cubicBezTo>
                  <a:pt x="109478" y="70039"/>
                  <a:pt x="115193" y="72807"/>
                  <a:pt x="119301" y="80070"/>
                </a:cubicBezTo>
                <a:lnTo>
                  <a:pt x="109537" y="86320"/>
                </a:lnTo>
                <a:cubicBezTo>
                  <a:pt x="107394" y="82481"/>
                  <a:pt x="105073" y="80962"/>
                  <a:pt x="101471" y="80962"/>
                </a:cubicBezTo>
                <a:cubicBezTo>
                  <a:pt x="97810" y="80962"/>
                  <a:pt x="95488" y="83284"/>
                  <a:pt x="95488" y="86320"/>
                </a:cubicBezTo>
                <a:cubicBezTo>
                  <a:pt x="95488" y="90071"/>
                  <a:pt x="97810" y="91589"/>
                  <a:pt x="103197" y="93940"/>
                </a:cubicBezTo>
                <a:lnTo>
                  <a:pt x="106323" y="95280"/>
                </a:lnTo>
                <a:cubicBezTo>
                  <a:pt x="116979" y="99834"/>
                  <a:pt x="122962" y="104507"/>
                  <a:pt x="122962" y="114985"/>
                </a:cubicBezTo>
                <a:cubicBezTo>
                  <a:pt x="122962" y="126236"/>
                  <a:pt x="114092" y="132427"/>
                  <a:pt x="102215" y="132427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24" name="Text 22"/>
          <p:cNvSpPr/>
          <p:nvPr/>
        </p:nvSpPr>
        <p:spPr>
          <a:xfrm>
            <a:off x="819150" y="35052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37338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Interactivity &amp; logic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3875" y="4067175"/>
            <a:ext cx="3419475" cy="5524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1025" y="41529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9268" y="59948"/>
                </a:moveTo>
                <a:cubicBezTo>
                  <a:pt x="99268" y="53370"/>
                  <a:pt x="94625" y="49738"/>
                  <a:pt x="86469" y="49738"/>
                </a:cubicBezTo>
                <a:lnTo>
                  <a:pt x="71467" y="49738"/>
                </a:lnTo>
                <a:lnTo>
                  <a:pt x="71467" y="70931"/>
                </a:lnTo>
                <a:lnTo>
                  <a:pt x="84118" y="70931"/>
                </a:lnTo>
                <a:cubicBezTo>
                  <a:pt x="93881" y="70902"/>
                  <a:pt x="99268" y="66973"/>
                  <a:pt x="99268" y="59948"/>
                </a:cubicBezTo>
                <a:close/>
                <a:moveTo>
                  <a:pt x="153888" y="56138"/>
                </a:moveTo>
                <a:cubicBezTo>
                  <a:pt x="151061" y="46940"/>
                  <a:pt x="150644" y="35659"/>
                  <a:pt x="150971" y="26938"/>
                </a:cubicBezTo>
                <a:cubicBezTo>
                  <a:pt x="151299" y="17859"/>
                  <a:pt x="144214" y="9525"/>
                  <a:pt x="134689" y="9525"/>
                </a:cubicBezTo>
                <a:lnTo>
                  <a:pt x="36820" y="9525"/>
                </a:lnTo>
                <a:cubicBezTo>
                  <a:pt x="27265" y="9525"/>
                  <a:pt x="20211" y="17889"/>
                  <a:pt x="20538" y="26938"/>
                </a:cubicBezTo>
                <a:cubicBezTo>
                  <a:pt x="20836" y="35659"/>
                  <a:pt x="20449" y="46940"/>
                  <a:pt x="17621" y="56138"/>
                </a:cubicBezTo>
                <a:cubicBezTo>
                  <a:pt x="14764" y="65365"/>
                  <a:pt x="9971" y="71199"/>
                  <a:pt x="2084" y="71944"/>
                </a:cubicBezTo>
                <a:lnTo>
                  <a:pt x="2084" y="80427"/>
                </a:lnTo>
                <a:cubicBezTo>
                  <a:pt x="9942" y="81171"/>
                  <a:pt x="14764" y="87005"/>
                  <a:pt x="17621" y="96232"/>
                </a:cubicBezTo>
                <a:cubicBezTo>
                  <a:pt x="20449" y="105430"/>
                  <a:pt x="20866" y="116711"/>
                  <a:pt x="20538" y="125432"/>
                </a:cubicBezTo>
                <a:cubicBezTo>
                  <a:pt x="20211" y="134511"/>
                  <a:pt x="27295" y="142845"/>
                  <a:pt x="36820" y="142845"/>
                </a:cubicBezTo>
                <a:lnTo>
                  <a:pt x="134660" y="142845"/>
                </a:lnTo>
                <a:cubicBezTo>
                  <a:pt x="144214" y="142845"/>
                  <a:pt x="151269" y="134481"/>
                  <a:pt x="150941" y="125432"/>
                </a:cubicBezTo>
                <a:cubicBezTo>
                  <a:pt x="150644" y="116711"/>
                  <a:pt x="151031" y="105430"/>
                  <a:pt x="153859" y="96232"/>
                </a:cubicBezTo>
                <a:cubicBezTo>
                  <a:pt x="156716" y="87005"/>
                  <a:pt x="161508" y="81171"/>
                  <a:pt x="169366" y="80427"/>
                </a:cubicBezTo>
                <a:lnTo>
                  <a:pt x="169366" y="71944"/>
                </a:lnTo>
                <a:cubicBezTo>
                  <a:pt x="161538" y="71199"/>
                  <a:pt x="156716" y="65365"/>
                  <a:pt x="153888" y="56138"/>
                </a:cubicBezTo>
                <a:close/>
                <a:moveTo>
                  <a:pt x="89356" y="111651"/>
                </a:moveTo>
                <a:lnTo>
                  <a:pt x="60216" y="111651"/>
                </a:lnTo>
                <a:lnTo>
                  <a:pt x="60216" y="40719"/>
                </a:lnTo>
                <a:lnTo>
                  <a:pt x="89208" y="40719"/>
                </a:lnTo>
                <a:cubicBezTo>
                  <a:pt x="102096" y="40719"/>
                  <a:pt x="110550" y="47685"/>
                  <a:pt x="110550" y="58400"/>
                </a:cubicBezTo>
                <a:cubicBezTo>
                  <a:pt x="110550" y="65931"/>
                  <a:pt x="104864" y="72658"/>
                  <a:pt x="97601" y="73819"/>
                </a:cubicBezTo>
                <a:lnTo>
                  <a:pt x="97601" y="74206"/>
                </a:lnTo>
                <a:cubicBezTo>
                  <a:pt x="107484" y="75277"/>
                  <a:pt x="114121" y="82123"/>
                  <a:pt x="114121" y="91559"/>
                </a:cubicBezTo>
                <a:cubicBezTo>
                  <a:pt x="114121" y="104090"/>
                  <a:pt x="104805" y="111651"/>
                  <a:pt x="89356" y="111651"/>
                </a:cubicBezTo>
                <a:close/>
                <a:moveTo>
                  <a:pt x="86380" y="79296"/>
                </a:moveTo>
                <a:lnTo>
                  <a:pt x="71467" y="79296"/>
                </a:lnTo>
                <a:lnTo>
                  <a:pt x="71467" y="102632"/>
                </a:lnTo>
                <a:lnTo>
                  <a:pt x="87035" y="102632"/>
                </a:lnTo>
                <a:cubicBezTo>
                  <a:pt x="97215" y="102632"/>
                  <a:pt x="102602" y="98554"/>
                  <a:pt x="102602" y="90874"/>
                </a:cubicBezTo>
                <a:cubicBezTo>
                  <a:pt x="102602" y="83225"/>
                  <a:pt x="97066" y="79296"/>
                  <a:pt x="86380" y="7929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819150" y="41148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43434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Responsive UI framework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3875" y="4676775"/>
            <a:ext cx="3419475" cy="5524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0550" y="476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2" name="Text 30"/>
          <p:cNvSpPr/>
          <p:nvPr/>
        </p:nvSpPr>
        <p:spPr>
          <a:xfrm>
            <a:off x="819150" y="47244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Chart.js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49530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Analytics visualization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875" y="5286375"/>
            <a:ext cx="3419475" cy="5524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0550" y="5372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6" name="Text 34"/>
          <p:cNvSpPr/>
          <p:nvPr/>
        </p:nvSpPr>
        <p:spPr>
          <a:xfrm>
            <a:off x="819150" y="53340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Cytoscape.js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55626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network visualization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275" y="1571625"/>
            <a:ext cx="3686175" cy="52006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 rot="60000">
            <a:off x="4380898" y="1674977"/>
            <a:ext cx="3419475" cy="4381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04654" y="18004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 rot="60000">
            <a:off x="4706396" y="1762351"/>
            <a:ext cx="310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Backend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84625" y="2238375"/>
            <a:ext cx="3419475" cy="6286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98925" y="236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0909" y="59680"/>
                </a:moveTo>
                <a:cubicBezTo>
                  <a:pt x="128617" y="50483"/>
                  <a:pt x="124271" y="43547"/>
                  <a:pt x="115014" y="43547"/>
                </a:cubicBezTo>
                <a:lnTo>
                  <a:pt x="103078" y="43547"/>
                </a:lnTo>
                <a:lnTo>
                  <a:pt x="103078" y="57656"/>
                </a:lnTo>
                <a:cubicBezTo>
                  <a:pt x="103078" y="68610"/>
                  <a:pt x="93791" y="77837"/>
                  <a:pt x="83195" y="77837"/>
                </a:cubicBezTo>
                <a:lnTo>
                  <a:pt x="51405" y="77837"/>
                </a:lnTo>
                <a:cubicBezTo>
                  <a:pt x="42714" y="77837"/>
                  <a:pt x="35510" y="85279"/>
                  <a:pt x="35510" y="94000"/>
                </a:cubicBezTo>
                <a:lnTo>
                  <a:pt x="35510" y="124301"/>
                </a:lnTo>
                <a:cubicBezTo>
                  <a:pt x="35510" y="132933"/>
                  <a:pt x="43011" y="137993"/>
                  <a:pt x="51405" y="140464"/>
                </a:cubicBezTo>
                <a:cubicBezTo>
                  <a:pt x="61466" y="143411"/>
                  <a:pt x="71140" y="143947"/>
                  <a:pt x="83195" y="140464"/>
                </a:cubicBezTo>
                <a:cubicBezTo>
                  <a:pt x="91202" y="138142"/>
                  <a:pt x="99090" y="133469"/>
                  <a:pt x="99090" y="124301"/>
                </a:cubicBezTo>
                <a:lnTo>
                  <a:pt x="99090" y="112187"/>
                </a:lnTo>
                <a:lnTo>
                  <a:pt x="67330" y="112187"/>
                </a:lnTo>
                <a:lnTo>
                  <a:pt x="67330" y="108139"/>
                </a:lnTo>
                <a:lnTo>
                  <a:pt x="115014" y="108139"/>
                </a:lnTo>
                <a:cubicBezTo>
                  <a:pt x="124271" y="108139"/>
                  <a:pt x="127695" y="101679"/>
                  <a:pt x="130909" y="92006"/>
                </a:cubicBezTo>
                <a:cubicBezTo>
                  <a:pt x="134243" y="82034"/>
                  <a:pt x="134094" y="72450"/>
                  <a:pt x="130909" y="59680"/>
                </a:cubicBezTo>
                <a:close/>
                <a:moveTo>
                  <a:pt x="85189" y="132368"/>
                </a:moveTo>
                <a:cubicBezTo>
                  <a:pt x="82924" y="132527"/>
                  <a:pt x="80759" y="131408"/>
                  <a:pt x="79578" y="129468"/>
                </a:cubicBezTo>
                <a:cubicBezTo>
                  <a:pt x="78397" y="127529"/>
                  <a:pt x="78397" y="125092"/>
                  <a:pt x="79578" y="123152"/>
                </a:cubicBezTo>
                <a:cubicBezTo>
                  <a:pt x="80759" y="121213"/>
                  <a:pt x="82924" y="120094"/>
                  <a:pt x="85189" y="120253"/>
                </a:cubicBezTo>
                <a:cubicBezTo>
                  <a:pt x="87455" y="120094"/>
                  <a:pt x="89619" y="121213"/>
                  <a:pt x="90800" y="123152"/>
                </a:cubicBezTo>
                <a:cubicBezTo>
                  <a:pt x="91982" y="125092"/>
                  <a:pt x="91982" y="127529"/>
                  <a:pt x="90800" y="129468"/>
                </a:cubicBezTo>
                <a:cubicBezTo>
                  <a:pt x="89619" y="131408"/>
                  <a:pt x="87455" y="132527"/>
                  <a:pt x="85189" y="132368"/>
                </a:cubicBezTo>
                <a:close/>
                <a:moveTo>
                  <a:pt x="49947" y="73849"/>
                </a:moveTo>
                <a:lnTo>
                  <a:pt x="81736" y="73849"/>
                </a:lnTo>
                <a:cubicBezTo>
                  <a:pt x="90577" y="73849"/>
                  <a:pt x="97631" y="66556"/>
                  <a:pt x="97631" y="57686"/>
                </a:cubicBezTo>
                <a:lnTo>
                  <a:pt x="97631" y="27355"/>
                </a:lnTo>
                <a:cubicBezTo>
                  <a:pt x="97631" y="18723"/>
                  <a:pt x="90368" y="12263"/>
                  <a:pt x="81736" y="10805"/>
                </a:cubicBezTo>
                <a:cubicBezTo>
                  <a:pt x="71080" y="9049"/>
                  <a:pt x="59501" y="9138"/>
                  <a:pt x="49947" y="10835"/>
                </a:cubicBezTo>
                <a:cubicBezTo>
                  <a:pt x="36493" y="13216"/>
                  <a:pt x="34052" y="18187"/>
                  <a:pt x="34052" y="27384"/>
                </a:cubicBezTo>
                <a:lnTo>
                  <a:pt x="34052" y="39499"/>
                </a:lnTo>
                <a:lnTo>
                  <a:pt x="65871" y="39499"/>
                </a:lnTo>
                <a:lnTo>
                  <a:pt x="65871" y="43547"/>
                </a:lnTo>
                <a:lnTo>
                  <a:pt x="22116" y="43547"/>
                </a:lnTo>
                <a:cubicBezTo>
                  <a:pt x="12859" y="43547"/>
                  <a:pt x="4763" y="49113"/>
                  <a:pt x="2232" y="59680"/>
                </a:cubicBezTo>
                <a:cubicBezTo>
                  <a:pt x="-685" y="71795"/>
                  <a:pt x="-804" y="79355"/>
                  <a:pt x="2232" y="92006"/>
                </a:cubicBezTo>
                <a:cubicBezTo>
                  <a:pt x="4495" y="101411"/>
                  <a:pt x="9882" y="108139"/>
                  <a:pt x="19139" y="108139"/>
                </a:cubicBezTo>
                <a:lnTo>
                  <a:pt x="30063" y="108139"/>
                </a:lnTo>
                <a:lnTo>
                  <a:pt x="30063" y="93613"/>
                </a:lnTo>
                <a:cubicBezTo>
                  <a:pt x="30063" y="83106"/>
                  <a:pt x="39142" y="73849"/>
                  <a:pt x="49947" y="73849"/>
                </a:cubicBezTo>
                <a:close/>
                <a:moveTo>
                  <a:pt x="47982" y="19258"/>
                </a:moveTo>
                <a:cubicBezTo>
                  <a:pt x="51334" y="19258"/>
                  <a:pt x="54054" y="21979"/>
                  <a:pt x="54054" y="25331"/>
                </a:cubicBezTo>
                <a:cubicBezTo>
                  <a:pt x="54054" y="28682"/>
                  <a:pt x="51334" y="31403"/>
                  <a:pt x="47982" y="31403"/>
                </a:cubicBezTo>
                <a:cubicBezTo>
                  <a:pt x="44631" y="31403"/>
                  <a:pt x="41910" y="28682"/>
                  <a:pt x="41910" y="25331"/>
                </a:cubicBezTo>
                <a:cubicBezTo>
                  <a:pt x="41910" y="21979"/>
                  <a:pt x="44631" y="19258"/>
                  <a:pt x="47982" y="1925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Text 42"/>
          <p:cNvSpPr/>
          <p:nvPr/>
        </p:nvSpPr>
        <p:spPr>
          <a:xfrm>
            <a:off x="4718000" y="232410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Python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70350" y="25527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Programming language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84625" y="2962275"/>
            <a:ext cx="3419475" cy="6286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98925" y="3086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8" name="Text 46"/>
          <p:cNvSpPr/>
          <p:nvPr/>
        </p:nvSpPr>
        <p:spPr>
          <a:xfrm>
            <a:off x="4718000" y="304800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Flask Framework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470350" y="32766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RESTful API &amp; web server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384625" y="3762375"/>
            <a:ext cx="3419475" cy="1581150"/>
          </a:xfrm>
          <a:prstGeom prst="roundRect">
            <a:avLst>
              <a:gd name="adj" fmla="val 0"/>
            </a:avLst>
          </a:prstGeom>
          <a:solidFill>
            <a:srgbClr val="4ECDC4">
              <a:alpha val="10196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08450" y="38862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Backend Features: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08450" y="41910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51177" y="41910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REST API endpoints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508450" y="44577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651177" y="44577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 implementation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508450" y="47244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651177" y="47244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Database operations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508450" y="49911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651177" y="49911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calculation engine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12026" y="1571625"/>
            <a:ext cx="3686175" cy="21526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 rot="-60000">
            <a:off x="8241648" y="1674977"/>
            <a:ext cx="3419475" cy="4381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65405" y="185303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3" name="Text 61"/>
          <p:cNvSpPr/>
          <p:nvPr/>
        </p:nvSpPr>
        <p:spPr>
          <a:xfrm rot="-60000">
            <a:off x="8567146" y="1762348"/>
            <a:ext cx="310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45376" y="2238375"/>
            <a:ext cx="3419475" cy="6286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59676" y="236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66" name="Text 64"/>
          <p:cNvSpPr/>
          <p:nvPr/>
        </p:nvSpPr>
        <p:spPr>
          <a:xfrm>
            <a:off x="8578751" y="232410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SQLite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31101" y="25527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Lightweight relational DB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45376" y="2962275"/>
            <a:ext cx="3419475" cy="6286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0151" y="308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0" name="Text 68"/>
          <p:cNvSpPr/>
          <p:nvPr/>
        </p:nvSpPr>
        <p:spPr>
          <a:xfrm>
            <a:off x="8578751" y="304800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SQLAlchemy ORM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31101" y="32766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Object-relational mapping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112026" y="3895725"/>
            <a:ext cx="3686175" cy="28765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 rot="60000">
            <a:off x="8241648" y="3999077"/>
            <a:ext cx="3419475" cy="4381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53498" y="41245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 rot="60000">
            <a:off x="8567146" y="4086448"/>
            <a:ext cx="310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45376" y="4562475"/>
            <a:ext cx="3419475" cy="6286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350151" y="4686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8" name="Text 76"/>
          <p:cNvSpPr/>
          <p:nvPr/>
        </p:nvSpPr>
        <p:spPr>
          <a:xfrm>
            <a:off x="8578751" y="464820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331101" y="48768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Shortest path finding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45376" y="5286375"/>
            <a:ext cx="3419475" cy="6286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50151" y="5410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2" name="Text 80"/>
          <p:cNvSpPr/>
          <p:nvPr/>
        </p:nvSpPr>
        <p:spPr>
          <a:xfrm>
            <a:off x="8578751" y="537210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Traversal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331101" y="56007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Network exploration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45376" y="6010275"/>
            <a:ext cx="3419475" cy="628650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31101" y="61341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71450" y="14288"/>
                </a:moveTo>
                <a:cubicBezTo>
                  <a:pt x="171450" y="10984"/>
                  <a:pt x="169753" y="7918"/>
                  <a:pt x="166926" y="6191"/>
                </a:cubicBezTo>
                <a:cubicBezTo>
                  <a:pt x="164098" y="4465"/>
                  <a:pt x="160615" y="4286"/>
                  <a:pt x="157669" y="5775"/>
                </a:cubicBezTo>
                <a:lnTo>
                  <a:pt x="123081" y="23068"/>
                </a:lnTo>
                <a:lnTo>
                  <a:pt x="69681" y="5239"/>
                </a:lnTo>
                <a:cubicBezTo>
                  <a:pt x="67270" y="4435"/>
                  <a:pt x="64681" y="4614"/>
                  <a:pt x="62419" y="5745"/>
                </a:cubicBezTo>
                <a:lnTo>
                  <a:pt x="24319" y="24795"/>
                </a:lnTo>
                <a:cubicBezTo>
                  <a:pt x="21074" y="26432"/>
                  <a:pt x="19050" y="29736"/>
                  <a:pt x="19050" y="33338"/>
                </a:cubicBezTo>
                <a:lnTo>
                  <a:pt x="19050" y="138113"/>
                </a:lnTo>
                <a:cubicBezTo>
                  <a:pt x="19050" y="141416"/>
                  <a:pt x="20747" y="144482"/>
                  <a:pt x="23574" y="146209"/>
                </a:cubicBezTo>
                <a:cubicBezTo>
                  <a:pt x="26402" y="147935"/>
                  <a:pt x="29885" y="148114"/>
                  <a:pt x="32831" y="146625"/>
                </a:cubicBezTo>
                <a:lnTo>
                  <a:pt x="67389" y="129332"/>
                </a:lnTo>
                <a:lnTo>
                  <a:pt x="118973" y="146536"/>
                </a:lnTo>
                <a:cubicBezTo>
                  <a:pt x="117693" y="144631"/>
                  <a:pt x="116443" y="142637"/>
                  <a:pt x="115223" y="140613"/>
                </a:cubicBezTo>
                <a:cubicBezTo>
                  <a:pt x="111949" y="135166"/>
                  <a:pt x="108704" y="128915"/>
                  <a:pt x="106293" y="122218"/>
                </a:cubicBezTo>
                <a:lnTo>
                  <a:pt x="76170" y="112187"/>
                </a:lnTo>
                <a:lnTo>
                  <a:pt x="76170" y="27503"/>
                </a:lnTo>
                <a:lnTo>
                  <a:pt x="114270" y="40213"/>
                </a:lnTo>
                <a:lnTo>
                  <a:pt x="114270" y="69771"/>
                </a:lnTo>
                <a:cubicBezTo>
                  <a:pt x="123498" y="59115"/>
                  <a:pt x="137190" y="52387"/>
                  <a:pt x="152370" y="52387"/>
                </a:cubicBezTo>
                <a:cubicBezTo>
                  <a:pt x="159097" y="52387"/>
                  <a:pt x="165527" y="53697"/>
                  <a:pt x="171420" y="56108"/>
                </a:cubicBezTo>
                <a:lnTo>
                  <a:pt x="171450" y="14288"/>
                </a:lnTo>
                <a:close/>
                <a:moveTo>
                  <a:pt x="152400" y="66675"/>
                </a:moveTo>
                <a:cubicBezTo>
                  <a:pt x="132665" y="66675"/>
                  <a:pt x="116681" y="82391"/>
                  <a:pt x="116681" y="101769"/>
                </a:cubicBezTo>
                <a:cubicBezTo>
                  <a:pt x="116681" y="122277"/>
                  <a:pt x="135761" y="146536"/>
                  <a:pt x="146030" y="158115"/>
                </a:cubicBezTo>
                <a:cubicBezTo>
                  <a:pt x="149483" y="161985"/>
                  <a:pt x="155347" y="161985"/>
                  <a:pt x="158800" y="158115"/>
                </a:cubicBezTo>
                <a:cubicBezTo>
                  <a:pt x="169069" y="146536"/>
                  <a:pt x="188149" y="122277"/>
                  <a:pt x="188149" y="101769"/>
                </a:cubicBezTo>
                <a:cubicBezTo>
                  <a:pt x="188149" y="82391"/>
                  <a:pt x="172164" y="66675"/>
                  <a:pt x="152430" y="66675"/>
                </a:cubicBezTo>
                <a:close/>
                <a:moveTo>
                  <a:pt x="140494" y="102394"/>
                </a:moveTo>
                <a:cubicBezTo>
                  <a:pt x="140494" y="95823"/>
                  <a:pt x="145829" y="90488"/>
                  <a:pt x="152400" y="90488"/>
                </a:cubicBezTo>
                <a:cubicBezTo>
                  <a:pt x="158971" y="90488"/>
                  <a:pt x="164306" y="95823"/>
                  <a:pt x="164306" y="102394"/>
                </a:cubicBezTo>
                <a:cubicBezTo>
                  <a:pt x="164306" y="108965"/>
                  <a:pt x="158971" y="114300"/>
                  <a:pt x="152400" y="114300"/>
                </a:cubicBezTo>
                <a:cubicBezTo>
                  <a:pt x="145829" y="114300"/>
                  <a:pt x="140494" y="108965"/>
                  <a:pt x="140494" y="102394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86" name="Text 84"/>
          <p:cNvSpPr/>
          <p:nvPr/>
        </p:nvSpPr>
        <p:spPr>
          <a:xfrm>
            <a:off x="8578751" y="609600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Shortest Path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331101" y="63246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optimization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444676" y="-457040"/>
            <a:ext cx="843643" cy="84364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286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625036" y="6000750"/>
            <a:ext cx="1133929" cy="553357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286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349250" y="1728107"/>
            <a:ext cx="698500" cy="698500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286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1929" y="371929"/>
            <a:ext cx="752929" cy="308429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4286" y="453571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80509" y="-369"/>
                </a:moveTo>
                <a:cubicBezTo>
                  <a:pt x="75605" y="-3203"/>
                  <a:pt x="69538" y="-3203"/>
                  <a:pt x="64634" y="-369"/>
                </a:cubicBezTo>
                <a:lnTo>
                  <a:pt x="40765" y="13409"/>
                </a:lnTo>
                <a:cubicBezTo>
                  <a:pt x="35860" y="16244"/>
                  <a:pt x="32827" y="21488"/>
                  <a:pt x="32827" y="27158"/>
                </a:cubicBezTo>
                <a:lnTo>
                  <a:pt x="32827" y="56044"/>
                </a:lnTo>
                <a:lnTo>
                  <a:pt x="7796" y="70502"/>
                </a:lnTo>
                <a:cubicBezTo>
                  <a:pt x="2892" y="73337"/>
                  <a:pt x="-142" y="78581"/>
                  <a:pt x="-142" y="84251"/>
                </a:cubicBezTo>
                <a:lnTo>
                  <a:pt x="-142" y="111834"/>
                </a:lnTo>
                <a:cubicBezTo>
                  <a:pt x="-142" y="117503"/>
                  <a:pt x="2892" y="122748"/>
                  <a:pt x="7796" y="125583"/>
                </a:cubicBezTo>
                <a:lnTo>
                  <a:pt x="31693" y="139360"/>
                </a:lnTo>
                <a:cubicBezTo>
                  <a:pt x="36598" y="142195"/>
                  <a:pt x="42664" y="142195"/>
                  <a:pt x="47568" y="139360"/>
                </a:cubicBezTo>
                <a:lnTo>
                  <a:pt x="72600" y="124902"/>
                </a:lnTo>
                <a:lnTo>
                  <a:pt x="97631" y="139360"/>
                </a:lnTo>
                <a:cubicBezTo>
                  <a:pt x="102535" y="142195"/>
                  <a:pt x="108602" y="142195"/>
                  <a:pt x="113506" y="139360"/>
                </a:cubicBezTo>
                <a:lnTo>
                  <a:pt x="137347" y="125583"/>
                </a:lnTo>
                <a:cubicBezTo>
                  <a:pt x="142251" y="122748"/>
                  <a:pt x="145285" y="117503"/>
                  <a:pt x="145285" y="111834"/>
                </a:cubicBezTo>
                <a:lnTo>
                  <a:pt x="145285" y="84251"/>
                </a:lnTo>
                <a:cubicBezTo>
                  <a:pt x="145285" y="78581"/>
                  <a:pt x="142251" y="73337"/>
                  <a:pt x="137347" y="70502"/>
                </a:cubicBezTo>
                <a:lnTo>
                  <a:pt x="112316" y="56044"/>
                </a:lnTo>
                <a:lnTo>
                  <a:pt x="112316" y="27158"/>
                </a:lnTo>
                <a:cubicBezTo>
                  <a:pt x="112316" y="21488"/>
                  <a:pt x="109282" y="16244"/>
                  <a:pt x="104378" y="13409"/>
                </a:cubicBezTo>
                <a:lnTo>
                  <a:pt x="80509" y="-369"/>
                </a:lnTo>
                <a:close/>
                <a:moveTo>
                  <a:pt x="65768" y="82947"/>
                </a:moveTo>
                <a:lnTo>
                  <a:pt x="65768" y="113138"/>
                </a:lnTo>
                <a:lnTo>
                  <a:pt x="40736" y="127595"/>
                </a:lnTo>
                <a:cubicBezTo>
                  <a:pt x="40396" y="127794"/>
                  <a:pt x="39999" y="127907"/>
                  <a:pt x="39602" y="127907"/>
                </a:cubicBezTo>
                <a:lnTo>
                  <a:pt x="39602" y="98056"/>
                </a:lnTo>
                <a:lnTo>
                  <a:pt x="65768" y="82947"/>
                </a:lnTo>
                <a:close/>
                <a:moveTo>
                  <a:pt x="131366" y="83117"/>
                </a:moveTo>
                <a:cubicBezTo>
                  <a:pt x="131564" y="83457"/>
                  <a:pt x="131677" y="83854"/>
                  <a:pt x="131677" y="84251"/>
                </a:cubicBezTo>
                <a:lnTo>
                  <a:pt x="131677" y="111834"/>
                </a:lnTo>
                <a:cubicBezTo>
                  <a:pt x="131677" y="112656"/>
                  <a:pt x="131252" y="113393"/>
                  <a:pt x="130544" y="113790"/>
                </a:cubicBezTo>
                <a:lnTo>
                  <a:pt x="106646" y="127567"/>
                </a:lnTo>
                <a:cubicBezTo>
                  <a:pt x="106306" y="127765"/>
                  <a:pt x="105909" y="127879"/>
                  <a:pt x="105512" y="127879"/>
                </a:cubicBezTo>
                <a:lnTo>
                  <a:pt x="105512" y="98028"/>
                </a:lnTo>
                <a:lnTo>
                  <a:pt x="131366" y="83117"/>
                </a:lnTo>
                <a:close/>
                <a:moveTo>
                  <a:pt x="98737" y="27158"/>
                </a:moveTo>
                <a:lnTo>
                  <a:pt x="98737" y="56044"/>
                </a:lnTo>
                <a:lnTo>
                  <a:pt x="72571" y="71154"/>
                </a:lnTo>
                <a:lnTo>
                  <a:pt x="72571" y="40963"/>
                </a:lnTo>
                <a:lnTo>
                  <a:pt x="98425" y="26052"/>
                </a:lnTo>
                <a:cubicBezTo>
                  <a:pt x="98623" y="26392"/>
                  <a:pt x="98737" y="26789"/>
                  <a:pt x="98737" y="271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6122" y="362857"/>
            <a:ext cx="574092" cy="290286"/>
          </a:xfrm>
          <a:prstGeom prst="rect">
            <a:avLst/>
          </a:prstGeom>
          <a:noFill/>
          <a:ln/>
        </p:spPr>
        <p:txBody>
          <a:bodyPr wrap="square" lIns="145143" tIns="36286" rIns="145143" bIns="36286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2857" y="762000"/>
            <a:ext cx="11629571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 System Modules - Part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2857" y="1161143"/>
            <a:ext cx="115479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First four modules of the logistics management platform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1929" y="1496786"/>
            <a:ext cx="5642429" cy="25944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929" y="1641929"/>
            <a:ext cx="417286" cy="41728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6857" y="1759857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22679" y="22679"/>
                </a:moveTo>
                <a:cubicBezTo>
                  <a:pt x="22679" y="16407"/>
                  <a:pt x="17611" y="11339"/>
                  <a:pt x="11339" y="11339"/>
                </a:cubicBezTo>
                <a:cubicBezTo>
                  <a:pt x="5067" y="11339"/>
                  <a:pt x="0" y="16407"/>
                  <a:pt x="0" y="22679"/>
                </a:cubicBezTo>
                <a:lnTo>
                  <a:pt x="0" y="141741"/>
                </a:lnTo>
                <a:cubicBezTo>
                  <a:pt x="0" y="157403"/>
                  <a:pt x="12686" y="170089"/>
                  <a:pt x="28348" y="170089"/>
                </a:cubicBezTo>
                <a:lnTo>
                  <a:pt x="170089" y="170089"/>
                </a:lnTo>
                <a:cubicBezTo>
                  <a:pt x="176361" y="170089"/>
                  <a:pt x="181429" y="165022"/>
                  <a:pt x="181429" y="158750"/>
                </a:cubicBezTo>
                <a:cubicBezTo>
                  <a:pt x="181429" y="152478"/>
                  <a:pt x="176361" y="147411"/>
                  <a:pt x="170089" y="147411"/>
                </a:cubicBezTo>
                <a:lnTo>
                  <a:pt x="28348" y="147411"/>
                </a:lnTo>
                <a:cubicBezTo>
                  <a:pt x="25230" y="147411"/>
                  <a:pt x="22679" y="144859"/>
                  <a:pt x="22679" y="141741"/>
                </a:cubicBezTo>
                <a:lnTo>
                  <a:pt x="22679" y="22679"/>
                </a:lnTo>
                <a:close/>
                <a:moveTo>
                  <a:pt x="166758" y="53366"/>
                </a:moveTo>
                <a:cubicBezTo>
                  <a:pt x="171188" y="48936"/>
                  <a:pt x="171188" y="41743"/>
                  <a:pt x="166758" y="37313"/>
                </a:cubicBezTo>
                <a:cubicBezTo>
                  <a:pt x="162329" y="32884"/>
                  <a:pt x="155136" y="32884"/>
                  <a:pt x="150706" y="37313"/>
                </a:cubicBezTo>
                <a:lnTo>
                  <a:pt x="113393" y="74662"/>
                </a:lnTo>
                <a:lnTo>
                  <a:pt x="93053" y="54358"/>
                </a:lnTo>
                <a:cubicBezTo>
                  <a:pt x="88624" y="49928"/>
                  <a:pt x="81430" y="49928"/>
                  <a:pt x="77001" y="54358"/>
                </a:cubicBezTo>
                <a:lnTo>
                  <a:pt x="42983" y="88376"/>
                </a:lnTo>
                <a:cubicBezTo>
                  <a:pt x="38554" y="92805"/>
                  <a:pt x="38554" y="99998"/>
                  <a:pt x="42983" y="104428"/>
                </a:cubicBezTo>
                <a:cubicBezTo>
                  <a:pt x="47412" y="108857"/>
                  <a:pt x="54606" y="108857"/>
                  <a:pt x="59035" y="104428"/>
                </a:cubicBezTo>
                <a:lnTo>
                  <a:pt x="85045" y="78418"/>
                </a:lnTo>
                <a:lnTo>
                  <a:pt x="105384" y="98758"/>
                </a:lnTo>
                <a:cubicBezTo>
                  <a:pt x="109814" y="103188"/>
                  <a:pt x="117007" y="103188"/>
                  <a:pt x="121437" y="98758"/>
                </a:cubicBezTo>
                <a:lnTo>
                  <a:pt x="166794" y="5340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34143" y="1614714"/>
            <a:ext cx="16872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Dashboard Module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4143" y="1868714"/>
            <a:ext cx="1678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Central command center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8929" y="2168071"/>
            <a:ext cx="5388429" cy="1397000"/>
          </a:xfrm>
          <a:prstGeom prst="roundRect">
            <a:avLst>
              <a:gd name="adj" fmla="val 0"/>
            </a:avLst>
          </a:prstGeom>
          <a:solidFill>
            <a:srgbClr val="FF6B6B">
              <a:alpha val="10196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571" y="2249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5998" y="2249714"/>
            <a:ext cx="23313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Overall logistics analytics overview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0571" y="2503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5998" y="2503714"/>
            <a:ext cx="18777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 deliveries monitoring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0571" y="2757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5998" y="2757714"/>
            <a:ext cx="14786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Active trucks tracking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0571" y="3011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5998" y="3011714"/>
            <a:ext cx="1514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agents status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571" y="3265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5998" y="3265714"/>
            <a:ext cx="1714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shipment monitoring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 rot="-60000">
            <a:off x="496491" y="3608630"/>
            <a:ext cx="5388429" cy="308429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64324" y="3750624"/>
            <a:ext cx="163286" cy="145143"/>
          </a:xfrm>
          <a:custGeom>
            <a:avLst/>
            <a:gdLst/>
            <a:ahLst/>
            <a:cxnLst/>
            <a:rect l="l" t="t" r="r" b="b"/>
            <a:pathLst>
              <a:path w="163286" h="145143">
                <a:moveTo>
                  <a:pt x="87738" y="-5358"/>
                </a:moveTo>
                <a:cubicBezTo>
                  <a:pt x="86575" y="-7626"/>
                  <a:pt x="84223" y="-9071"/>
                  <a:pt x="81671" y="-9071"/>
                </a:cubicBezTo>
                <a:cubicBezTo>
                  <a:pt x="79120" y="-9071"/>
                  <a:pt x="76767" y="-7626"/>
                  <a:pt x="75605" y="-5358"/>
                </a:cubicBezTo>
                <a:lnTo>
                  <a:pt x="54740" y="35520"/>
                </a:lnTo>
                <a:lnTo>
                  <a:pt x="9412" y="42721"/>
                </a:lnTo>
                <a:cubicBezTo>
                  <a:pt x="6889" y="43118"/>
                  <a:pt x="4791" y="44904"/>
                  <a:pt x="3997" y="47342"/>
                </a:cubicBezTo>
                <a:cubicBezTo>
                  <a:pt x="3203" y="49779"/>
                  <a:pt x="3855" y="52444"/>
                  <a:pt x="5641" y="54258"/>
                </a:cubicBezTo>
                <a:lnTo>
                  <a:pt x="38072" y="86717"/>
                </a:lnTo>
                <a:lnTo>
                  <a:pt x="30928" y="132046"/>
                </a:lnTo>
                <a:cubicBezTo>
                  <a:pt x="30531" y="134569"/>
                  <a:pt x="31580" y="137120"/>
                  <a:pt x="33649" y="138623"/>
                </a:cubicBezTo>
                <a:cubicBezTo>
                  <a:pt x="35719" y="140125"/>
                  <a:pt x="38440" y="140352"/>
                  <a:pt x="40736" y="139190"/>
                </a:cubicBezTo>
                <a:lnTo>
                  <a:pt x="81671" y="118382"/>
                </a:lnTo>
                <a:lnTo>
                  <a:pt x="122578" y="139190"/>
                </a:lnTo>
                <a:cubicBezTo>
                  <a:pt x="124846" y="140352"/>
                  <a:pt x="127595" y="140125"/>
                  <a:pt x="129665" y="138623"/>
                </a:cubicBezTo>
                <a:cubicBezTo>
                  <a:pt x="131734" y="137120"/>
                  <a:pt x="132783" y="134597"/>
                  <a:pt x="132386" y="132046"/>
                </a:cubicBezTo>
                <a:lnTo>
                  <a:pt x="125214" y="86717"/>
                </a:lnTo>
                <a:lnTo>
                  <a:pt x="157644" y="54258"/>
                </a:lnTo>
                <a:cubicBezTo>
                  <a:pt x="159459" y="52444"/>
                  <a:pt x="160082" y="49779"/>
                  <a:pt x="159289" y="47342"/>
                </a:cubicBezTo>
                <a:cubicBezTo>
                  <a:pt x="158495" y="44904"/>
                  <a:pt x="156425" y="43118"/>
                  <a:pt x="153874" y="42721"/>
                </a:cubicBezTo>
                <a:lnTo>
                  <a:pt x="108574" y="35520"/>
                </a:lnTo>
                <a:lnTo>
                  <a:pt x="87738" y="-5358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8" name="Text 26"/>
          <p:cNvSpPr/>
          <p:nvPr/>
        </p:nvSpPr>
        <p:spPr>
          <a:xfrm rot="-60000">
            <a:off x="713851" y="3654931"/>
            <a:ext cx="516293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KPI Dashboard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7643" y="1496786"/>
            <a:ext cx="5642429" cy="25944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4643" y="1641929"/>
            <a:ext cx="417286" cy="417286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2571" y="1759857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181429" y="34018"/>
                </a:moveTo>
                <a:cubicBezTo>
                  <a:pt x="181429" y="51806"/>
                  <a:pt x="160486" y="78347"/>
                  <a:pt x="151450" y="88943"/>
                </a:cubicBezTo>
                <a:cubicBezTo>
                  <a:pt x="150104" y="90502"/>
                  <a:pt x="148119" y="91104"/>
                  <a:pt x="146312" y="90714"/>
                </a:cubicBezTo>
                <a:lnTo>
                  <a:pt x="113393" y="90714"/>
                </a:lnTo>
                <a:cubicBezTo>
                  <a:pt x="107121" y="90714"/>
                  <a:pt x="102054" y="95782"/>
                  <a:pt x="102054" y="102054"/>
                </a:cubicBezTo>
                <a:cubicBezTo>
                  <a:pt x="102054" y="108326"/>
                  <a:pt x="107121" y="113393"/>
                  <a:pt x="113393" y="113393"/>
                </a:cubicBezTo>
                <a:lnTo>
                  <a:pt x="147411" y="113393"/>
                </a:lnTo>
                <a:cubicBezTo>
                  <a:pt x="166191" y="113393"/>
                  <a:pt x="181429" y="128630"/>
                  <a:pt x="181429" y="147411"/>
                </a:cubicBezTo>
                <a:cubicBezTo>
                  <a:pt x="181429" y="166191"/>
                  <a:pt x="166191" y="181429"/>
                  <a:pt x="147411" y="181429"/>
                </a:cubicBezTo>
                <a:lnTo>
                  <a:pt x="49468" y="181429"/>
                </a:lnTo>
                <a:cubicBezTo>
                  <a:pt x="52551" y="177920"/>
                  <a:pt x="56307" y="173420"/>
                  <a:pt x="60098" y="168388"/>
                </a:cubicBezTo>
                <a:cubicBezTo>
                  <a:pt x="62331" y="165412"/>
                  <a:pt x="64634" y="162152"/>
                  <a:pt x="66831" y="158750"/>
                </a:cubicBezTo>
                <a:lnTo>
                  <a:pt x="147411" y="158750"/>
                </a:lnTo>
                <a:cubicBezTo>
                  <a:pt x="153683" y="158750"/>
                  <a:pt x="158750" y="153683"/>
                  <a:pt x="158750" y="147411"/>
                </a:cubicBezTo>
                <a:cubicBezTo>
                  <a:pt x="158750" y="141139"/>
                  <a:pt x="153683" y="136071"/>
                  <a:pt x="147411" y="136071"/>
                </a:cubicBezTo>
                <a:lnTo>
                  <a:pt x="113393" y="136071"/>
                </a:lnTo>
                <a:cubicBezTo>
                  <a:pt x="94612" y="136071"/>
                  <a:pt x="79375" y="120834"/>
                  <a:pt x="79375" y="102054"/>
                </a:cubicBezTo>
                <a:cubicBezTo>
                  <a:pt x="79375" y="83273"/>
                  <a:pt x="94612" y="68036"/>
                  <a:pt x="113393" y="68036"/>
                </a:cubicBezTo>
                <a:lnTo>
                  <a:pt x="127496" y="68036"/>
                </a:lnTo>
                <a:cubicBezTo>
                  <a:pt x="120055" y="56874"/>
                  <a:pt x="113393" y="44046"/>
                  <a:pt x="113393" y="34018"/>
                </a:cubicBezTo>
                <a:cubicBezTo>
                  <a:pt x="113393" y="15237"/>
                  <a:pt x="128630" y="0"/>
                  <a:pt x="147411" y="0"/>
                </a:cubicBezTo>
                <a:cubicBezTo>
                  <a:pt x="166191" y="0"/>
                  <a:pt x="181429" y="15237"/>
                  <a:pt x="181429" y="34018"/>
                </a:cubicBezTo>
                <a:close/>
                <a:moveTo>
                  <a:pt x="41495" y="173314"/>
                </a:moveTo>
                <a:cubicBezTo>
                  <a:pt x="40148" y="174838"/>
                  <a:pt x="38943" y="176184"/>
                  <a:pt x="37916" y="177318"/>
                </a:cubicBezTo>
                <a:lnTo>
                  <a:pt x="37278" y="178027"/>
                </a:lnTo>
                <a:lnTo>
                  <a:pt x="37207" y="177956"/>
                </a:lnTo>
                <a:cubicBezTo>
                  <a:pt x="35081" y="179586"/>
                  <a:pt x="32033" y="179373"/>
                  <a:pt x="30120" y="177318"/>
                </a:cubicBezTo>
                <a:cubicBezTo>
                  <a:pt x="21190" y="167609"/>
                  <a:pt x="0" y="142627"/>
                  <a:pt x="0" y="124732"/>
                </a:cubicBezTo>
                <a:cubicBezTo>
                  <a:pt x="0" y="105951"/>
                  <a:pt x="15237" y="90714"/>
                  <a:pt x="34018" y="90714"/>
                </a:cubicBezTo>
                <a:cubicBezTo>
                  <a:pt x="52799" y="90714"/>
                  <a:pt x="68036" y="105951"/>
                  <a:pt x="68036" y="124732"/>
                </a:cubicBezTo>
                <a:cubicBezTo>
                  <a:pt x="68036" y="135363"/>
                  <a:pt x="60559" y="148474"/>
                  <a:pt x="52621" y="159423"/>
                </a:cubicBezTo>
                <a:cubicBezTo>
                  <a:pt x="48830" y="164632"/>
                  <a:pt x="44932" y="169345"/>
                  <a:pt x="41707" y="173066"/>
                </a:cubicBezTo>
                <a:lnTo>
                  <a:pt x="41495" y="173314"/>
                </a:lnTo>
                <a:close/>
                <a:moveTo>
                  <a:pt x="45357" y="124732"/>
                </a:moveTo>
                <a:cubicBezTo>
                  <a:pt x="45357" y="118474"/>
                  <a:pt x="40276" y="113393"/>
                  <a:pt x="34018" y="113393"/>
                </a:cubicBezTo>
                <a:cubicBezTo>
                  <a:pt x="27760" y="113393"/>
                  <a:pt x="22679" y="118474"/>
                  <a:pt x="22679" y="124732"/>
                </a:cubicBezTo>
                <a:cubicBezTo>
                  <a:pt x="22679" y="130990"/>
                  <a:pt x="27760" y="136071"/>
                  <a:pt x="34018" y="136071"/>
                </a:cubicBezTo>
                <a:cubicBezTo>
                  <a:pt x="40276" y="136071"/>
                  <a:pt x="45357" y="130990"/>
                  <a:pt x="45357" y="124732"/>
                </a:cubicBezTo>
                <a:close/>
                <a:moveTo>
                  <a:pt x="147411" y="45357"/>
                </a:moveTo>
                <a:cubicBezTo>
                  <a:pt x="153669" y="45357"/>
                  <a:pt x="158750" y="40276"/>
                  <a:pt x="158750" y="34018"/>
                </a:cubicBezTo>
                <a:cubicBezTo>
                  <a:pt x="158750" y="27760"/>
                  <a:pt x="153669" y="22679"/>
                  <a:pt x="147411" y="22679"/>
                </a:cubicBezTo>
                <a:cubicBezTo>
                  <a:pt x="141152" y="22679"/>
                  <a:pt x="136071" y="27760"/>
                  <a:pt x="136071" y="34018"/>
                </a:cubicBezTo>
                <a:cubicBezTo>
                  <a:pt x="136071" y="40276"/>
                  <a:pt x="141152" y="45357"/>
                  <a:pt x="147411" y="453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39857" y="1614714"/>
            <a:ext cx="20592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Optimization Module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39857" y="1868714"/>
            <a:ext cx="2050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 powered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4643" y="2168071"/>
            <a:ext cx="5388429" cy="1397000"/>
          </a:xfrm>
          <a:prstGeom prst="roundRect">
            <a:avLst>
              <a:gd name="adj" fmla="val 0"/>
            </a:avLst>
          </a:prstGeom>
          <a:solidFill>
            <a:srgbClr val="4ECDC4">
              <a:alpha val="10196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6286" y="2249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31712" y="2249714"/>
            <a:ext cx="22950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Shortest delivery route calculation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6286" y="2503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1712" y="2503714"/>
            <a:ext cx="1905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traversal visualization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6286" y="2757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1712" y="2757714"/>
            <a:ext cx="2086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Optimized delivery path display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6286" y="3011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1712" y="3011714"/>
            <a:ext cx="2304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Node-by-node traversal animation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6286" y="3265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31712" y="3265714"/>
            <a:ext cx="16237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Fuel &amp; time optimization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 rot="60000">
            <a:off x="6302205" y="3608630"/>
            <a:ext cx="5388429" cy="308429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59356" y="3719002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34018" y="15875"/>
                </a:moveTo>
                <a:cubicBezTo>
                  <a:pt x="34018" y="7115"/>
                  <a:pt x="41133" y="0"/>
                  <a:pt x="49893" y="0"/>
                </a:cubicBezTo>
                <a:lnTo>
                  <a:pt x="56696" y="0"/>
                </a:lnTo>
                <a:cubicBezTo>
                  <a:pt x="61714" y="0"/>
                  <a:pt x="65768" y="4054"/>
                  <a:pt x="65768" y="9071"/>
                </a:cubicBezTo>
                <a:lnTo>
                  <a:pt x="65768" y="136071"/>
                </a:lnTo>
                <a:cubicBezTo>
                  <a:pt x="65768" y="141089"/>
                  <a:pt x="61714" y="145143"/>
                  <a:pt x="56696" y="145143"/>
                </a:cubicBezTo>
                <a:lnTo>
                  <a:pt x="47625" y="145143"/>
                </a:lnTo>
                <a:cubicBezTo>
                  <a:pt x="39177" y="145143"/>
                  <a:pt x="32062" y="139360"/>
                  <a:pt x="30049" y="131536"/>
                </a:cubicBezTo>
                <a:cubicBezTo>
                  <a:pt x="29851" y="131536"/>
                  <a:pt x="29681" y="131536"/>
                  <a:pt x="29482" y="131536"/>
                </a:cubicBezTo>
                <a:cubicBezTo>
                  <a:pt x="16952" y="131536"/>
                  <a:pt x="6804" y="121387"/>
                  <a:pt x="6804" y="108857"/>
                </a:cubicBezTo>
                <a:cubicBezTo>
                  <a:pt x="6804" y="103754"/>
                  <a:pt x="8504" y="99049"/>
                  <a:pt x="11339" y="95250"/>
                </a:cubicBezTo>
                <a:cubicBezTo>
                  <a:pt x="5840" y="91111"/>
                  <a:pt x="2268" y="84534"/>
                  <a:pt x="2268" y="77107"/>
                </a:cubicBezTo>
                <a:cubicBezTo>
                  <a:pt x="2268" y="68348"/>
                  <a:pt x="7257" y="60722"/>
                  <a:pt x="14514" y="56952"/>
                </a:cubicBezTo>
                <a:cubicBezTo>
                  <a:pt x="12502" y="53550"/>
                  <a:pt x="11339" y="49581"/>
                  <a:pt x="11339" y="45357"/>
                </a:cubicBezTo>
                <a:cubicBezTo>
                  <a:pt x="11339" y="32827"/>
                  <a:pt x="21488" y="22679"/>
                  <a:pt x="34018" y="22679"/>
                </a:cubicBezTo>
                <a:lnTo>
                  <a:pt x="34018" y="15875"/>
                </a:lnTo>
                <a:close/>
                <a:moveTo>
                  <a:pt x="111125" y="15875"/>
                </a:moveTo>
                <a:lnTo>
                  <a:pt x="111125" y="22679"/>
                </a:lnTo>
                <a:cubicBezTo>
                  <a:pt x="123655" y="22679"/>
                  <a:pt x="133804" y="32827"/>
                  <a:pt x="133804" y="45357"/>
                </a:cubicBezTo>
                <a:cubicBezTo>
                  <a:pt x="133804" y="49609"/>
                  <a:pt x="132641" y="53578"/>
                  <a:pt x="130629" y="56952"/>
                </a:cubicBezTo>
                <a:cubicBezTo>
                  <a:pt x="137914" y="60722"/>
                  <a:pt x="142875" y="68319"/>
                  <a:pt x="142875" y="77107"/>
                </a:cubicBezTo>
                <a:cubicBezTo>
                  <a:pt x="142875" y="84534"/>
                  <a:pt x="139303" y="91111"/>
                  <a:pt x="133804" y="95250"/>
                </a:cubicBezTo>
                <a:cubicBezTo>
                  <a:pt x="136638" y="99049"/>
                  <a:pt x="138339" y="103754"/>
                  <a:pt x="138339" y="108857"/>
                </a:cubicBezTo>
                <a:cubicBezTo>
                  <a:pt x="138339" y="121387"/>
                  <a:pt x="128191" y="131536"/>
                  <a:pt x="115661" y="131536"/>
                </a:cubicBezTo>
                <a:cubicBezTo>
                  <a:pt x="115462" y="131536"/>
                  <a:pt x="115292" y="131536"/>
                  <a:pt x="115094" y="131536"/>
                </a:cubicBezTo>
                <a:cubicBezTo>
                  <a:pt x="113081" y="139360"/>
                  <a:pt x="105966" y="145143"/>
                  <a:pt x="97518" y="145143"/>
                </a:cubicBezTo>
                <a:lnTo>
                  <a:pt x="88446" y="145143"/>
                </a:lnTo>
                <a:cubicBezTo>
                  <a:pt x="83429" y="145143"/>
                  <a:pt x="79375" y="141089"/>
                  <a:pt x="79375" y="136071"/>
                </a:cubicBezTo>
                <a:lnTo>
                  <a:pt x="79375" y="9071"/>
                </a:lnTo>
                <a:cubicBezTo>
                  <a:pt x="79375" y="4054"/>
                  <a:pt x="83429" y="0"/>
                  <a:pt x="88446" y="0"/>
                </a:cubicBezTo>
                <a:lnTo>
                  <a:pt x="95250" y="0"/>
                </a:lnTo>
                <a:cubicBezTo>
                  <a:pt x="104010" y="0"/>
                  <a:pt x="111125" y="7115"/>
                  <a:pt x="111125" y="15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 rot="60000">
            <a:off x="6519565" y="3654931"/>
            <a:ext cx="516293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AI-Based Route Optimization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1929" y="4254500"/>
            <a:ext cx="5642429" cy="25944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8929" y="4399643"/>
            <a:ext cx="417286" cy="417286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8196" y="4517571"/>
            <a:ext cx="158750" cy="181429"/>
          </a:xfrm>
          <a:custGeom>
            <a:avLst/>
            <a:gdLst/>
            <a:ahLst/>
            <a:cxnLst/>
            <a:rect l="l" t="t" r="r" b="b"/>
            <a:pathLst>
              <a:path w="158750" h="181429">
                <a:moveTo>
                  <a:pt x="130898" y="45357"/>
                </a:moveTo>
                <a:lnTo>
                  <a:pt x="118744" y="28348"/>
                </a:lnTo>
                <a:lnTo>
                  <a:pt x="40042" y="28348"/>
                </a:lnTo>
                <a:lnTo>
                  <a:pt x="27888" y="45357"/>
                </a:lnTo>
                <a:lnTo>
                  <a:pt x="130898" y="45357"/>
                </a:lnTo>
                <a:close/>
                <a:moveTo>
                  <a:pt x="0" y="52621"/>
                </a:moveTo>
                <a:cubicBezTo>
                  <a:pt x="0" y="47908"/>
                  <a:pt x="1488" y="43302"/>
                  <a:pt x="4217" y="39439"/>
                </a:cubicBezTo>
                <a:lnTo>
                  <a:pt x="21580" y="15166"/>
                </a:lnTo>
                <a:cubicBezTo>
                  <a:pt x="25832" y="9213"/>
                  <a:pt x="32707" y="5670"/>
                  <a:pt x="40006" y="5670"/>
                </a:cubicBezTo>
                <a:lnTo>
                  <a:pt x="118708" y="5670"/>
                </a:lnTo>
                <a:cubicBezTo>
                  <a:pt x="126043" y="5670"/>
                  <a:pt x="132918" y="9213"/>
                  <a:pt x="137170" y="15166"/>
                </a:cubicBezTo>
                <a:lnTo>
                  <a:pt x="154498" y="39439"/>
                </a:lnTo>
                <a:cubicBezTo>
                  <a:pt x="157262" y="43302"/>
                  <a:pt x="158715" y="47908"/>
                  <a:pt x="158715" y="52621"/>
                </a:cubicBezTo>
                <a:lnTo>
                  <a:pt x="158750" y="147411"/>
                </a:lnTo>
                <a:cubicBezTo>
                  <a:pt x="158750" y="159919"/>
                  <a:pt x="148580" y="170089"/>
                  <a:pt x="136071" y="170089"/>
                </a:cubicBezTo>
                <a:lnTo>
                  <a:pt x="22679" y="170089"/>
                </a:lnTo>
                <a:cubicBezTo>
                  <a:pt x="10170" y="170089"/>
                  <a:pt x="0" y="159919"/>
                  <a:pt x="0" y="147411"/>
                </a:cubicBezTo>
                <a:lnTo>
                  <a:pt x="0" y="52621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1" name="Text 49"/>
          <p:cNvSpPr/>
          <p:nvPr/>
        </p:nvSpPr>
        <p:spPr>
          <a:xfrm>
            <a:off x="1034143" y="4372429"/>
            <a:ext cx="22497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Management Module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34143" y="4626429"/>
            <a:ext cx="22406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Shipment lifecycle management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98929" y="4925786"/>
            <a:ext cx="5388429" cy="1397000"/>
          </a:xfrm>
          <a:prstGeom prst="roundRect">
            <a:avLst>
              <a:gd name="adj" fmla="val 0"/>
            </a:avLst>
          </a:prstGeom>
          <a:solidFill>
            <a:srgbClr val="FFE66D">
              <a:alpha val="10196"/>
            </a:srgbClr>
          </a:solidFill>
          <a:ln w="25400">
            <a:solidFill>
              <a:srgbClr val="FFE66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571" y="5007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5998" y="5007429"/>
            <a:ext cx="1886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Add new delivery shipments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80571" y="5261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25998" y="5261429"/>
            <a:ext cx="2276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Track shipment status in real-time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80571" y="5515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25998" y="5515429"/>
            <a:ext cx="18777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Delete completed deliveries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80571" y="5769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25998" y="5769429"/>
            <a:ext cx="23767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Store shipment records in database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80571" y="6023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25998" y="6023429"/>
            <a:ext cx="19866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Full CRUD operations support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 rot="-60000">
            <a:off x="496491" y="6366345"/>
            <a:ext cx="5388429" cy="308429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86522" y="6510012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127000" y="58341"/>
                </a:moveTo>
                <a:cubicBezTo>
                  <a:pt x="122804" y="61119"/>
                  <a:pt x="117985" y="63358"/>
                  <a:pt x="112968" y="65144"/>
                </a:cubicBezTo>
                <a:cubicBezTo>
                  <a:pt x="99644" y="69907"/>
                  <a:pt x="82153" y="72571"/>
                  <a:pt x="63500" y="72571"/>
                </a:cubicBezTo>
                <a:cubicBezTo>
                  <a:pt x="44847" y="72571"/>
                  <a:pt x="27328" y="69878"/>
                  <a:pt x="14032" y="65144"/>
                </a:cubicBezTo>
                <a:cubicBezTo>
                  <a:pt x="9043" y="63358"/>
                  <a:pt x="4196" y="61119"/>
                  <a:pt x="0" y="58341"/>
                </a:cubicBezTo>
                <a:lnTo>
                  <a:pt x="0" y="81643"/>
                </a:lnTo>
                <a:cubicBezTo>
                  <a:pt x="0" y="94173"/>
                  <a:pt x="28433" y="104321"/>
                  <a:pt x="63500" y="104321"/>
                </a:cubicBezTo>
                <a:cubicBezTo>
                  <a:pt x="98567" y="104321"/>
                  <a:pt x="127000" y="94173"/>
                  <a:pt x="127000" y="81643"/>
                </a:cubicBezTo>
                <a:lnTo>
                  <a:pt x="127000" y="58341"/>
                </a:lnTo>
                <a:close/>
                <a:moveTo>
                  <a:pt x="127000" y="36286"/>
                </a:moveTo>
                <a:lnTo>
                  <a:pt x="127000" y="22679"/>
                </a:lnTo>
                <a:cubicBezTo>
                  <a:pt x="127000" y="10149"/>
                  <a:pt x="98567" y="0"/>
                  <a:pt x="63500" y="0"/>
                </a:cubicBezTo>
                <a:cubicBezTo>
                  <a:pt x="28433" y="0"/>
                  <a:pt x="0" y="10149"/>
                  <a:pt x="0" y="22679"/>
                </a:cubicBezTo>
                <a:lnTo>
                  <a:pt x="0" y="36286"/>
                </a:lnTo>
                <a:cubicBezTo>
                  <a:pt x="0" y="48816"/>
                  <a:pt x="28433" y="58964"/>
                  <a:pt x="63500" y="58964"/>
                </a:cubicBezTo>
                <a:cubicBezTo>
                  <a:pt x="98567" y="58964"/>
                  <a:pt x="127000" y="48816"/>
                  <a:pt x="127000" y="36286"/>
                </a:cubicBezTo>
                <a:close/>
                <a:moveTo>
                  <a:pt x="112968" y="110501"/>
                </a:moveTo>
                <a:cubicBezTo>
                  <a:pt x="99672" y="115235"/>
                  <a:pt x="82181" y="117929"/>
                  <a:pt x="63500" y="117929"/>
                </a:cubicBezTo>
                <a:cubicBezTo>
                  <a:pt x="44819" y="117929"/>
                  <a:pt x="27328" y="115235"/>
                  <a:pt x="14032" y="110501"/>
                </a:cubicBezTo>
                <a:cubicBezTo>
                  <a:pt x="9043" y="108715"/>
                  <a:pt x="4196" y="106476"/>
                  <a:pt x="0" y="103698"/>
                </a:cubicBezTo>
                <a:lnTo>
                  <a:pt x="0" y="122464"/>
                </a:lnTo>
                <a:cubicBezTo>
                  <a:pt x="0" y="134994"/>
                  <a:pt x="28433" y="145143"/>
                  <a:pt x="63500" y="145143"/>
                </a:cubicBezTo>
                <a:cubicBezTo>
                  <a:pt x="98567" y="145143"/>
                  <a:pt x="127000" y="134994"/>
                  <a:pt x="127000" y="122464"/>
                </a:cubicBezTo>
                <a:lnTo>
                  <a:pt x="127000" y="103698"/>
                </a:lnTo>
                <a:cubicBezTo>
                  <a:pt x="122804" y="106476"/>
                  <a:pt x="117985" y="108715"/>
                  <a:pt x="112968" y="1105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 rot="-60000">
            <a:off x="713851" y="6412645"/>
            <a:ext cx="516293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SQLite Database Integration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77643" y="4254500"/>
            <a:ext cx="5642429" cy="25944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304643" y="4399643"/>
            <a:ext cx="417286" cy="41728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11232" y="4517571"/>
            <a:ext cx="204107" cy="181429"/>
          </a:xfrm>
          <a:custGeom>
            <a:avLst/>
            <a:gdLst/>
            <a:ahLst/>
            <a:cxnLst/>
            <a:rect l="l" t="t" r="r" b="b"/>
            <a:pathLst>
              <a:path w="204107" h="181429">
                <a:moveTo>
                  <a:pt x="0" y="34018"/>
                </a:moveTo>
                <a:cubicBezTo>
                  <a:pt x="0" y="21509"/>
                  <a:pt x="10170" y="11339"/>
                  <a:pt x="22679" y="11339"/>
                </a:cubicBezTo>
                <a:lnTo>
                  <a:pt x="124732" y="11339"/>
                </a:lnTo>
                <a:cubicBezTo>
                  <a:pt x="137241" y="11339"/>
                  <a:pt x="147411" y="21509"/>
                  <a:pt x="147411" y="34018"/>
                </a:cubicBezTo>
                <a:lnTo>
                  <a:pt x="147411" y="45357"/>
                </a:lnTo>
                <a:lnTo>
                  <a:pt x="165376" y="45357"/>
                </a:lnTo>
                <a:cubicBezTo>
                  <a:pt x="171400" y="45357"/>
                  <a:pt x="177176" y="47731"/>
                  <a:pt x="181429" y="51984"/>
                </a:cubicBezTo>
                <a:lnTo>
                  <a:pt x="197481" y="68036"/>
                </a:lnTo>
                <a:cubicBezTo>
                  <a:pt x="201733" y="72288"/>
                  <a:pt x="204107" y="78064"/>
                  <a:pt x="204107" y="84088"/>
                </a:cubicBezTo>
                <a:lnTo>
                  <a:pt x="204107" y="136071"/>
                </a:lnTo>
                <a:cubicBezTo>
                  <a:pt x="204107" y="148580"/>
                  <a:pt x="193937" y="158750"/>
                  <a:pt x="181429" y="158750"/>
                </a:cubicBezTo>
                <a:lnTo>
                  <a:pt x="180259" y="158750"/>
                </a:lnTo>
                <a:cubicBezTo>
                  <a:pt x="176574" y="171826"/>
                  <a:pt x="164526" y="181429"/>
                  <a:pt x="150246" y="181429"/>
                </a:cubicBezTo>
                <a:cubicBezTo>
                  <a:pt x="135965" y="181429"/>
                  <a:pt x="123953" y="171826"/>
                  <a:pt x="120232" y="158750"/>
                </a:cubicBezTo>
                <a:lnTo>
                  <a:pt x="83875" y="158750"/>
                </a:lnTo>
                <a:cubicBezTo>
                  <a:pt x="80190" y="171826"/>
                  <a:pt x="68142" y="181429"/>
                  <a:pt x="53862" y="181429"/>
                </a:cubicBezTo>
                <a:cubicBezTo>
                  <a:pt x="39581" y="181429"/>
                  <a:pt x="27569" y="171826"/>
                  <a:pt x="23848" y="158750"/>
                </a:cubicBezTo>
                <a:lnTo>
                  <a:pt x="22679" y="158750"/>
                </a:lnTo>
                <a:cubicBezTo>
                  <a:pt x="10170" y="158750"/>
                  <a:pt x="0" y="148580"/>
                  <a:pt x="0" y="136071"/>
                </a:cubicBezTo>
                <a:lnTo>
                  <a:pt x="0" y="34018"/>
                </a:lnTo>
                <a:close/>
                <a:moveTo>
                  <a:pt x="181429" y="102054"/>
                </a:moveTo>
                <a:lnTo>
                  <a:pt x="181429" y="84088"/>
                </a:lnTo>
                <a:lnTo>
                  <a:pt x="165376" y="68036"/>
                </a:lnTo>
                <a:lnTo>
                  <a:pt x="147411" y="68036"/>
                </a:lnTo>
                <a:lnTo>
                  <a:pt x="147411" y="102054"/>
                </a:lnTo>
                <a:lnTo>
                  <a:pt x="181429" y="102054"/>
                </a:lnTo>
                <a:close/>
                <a:moveTo>
                  <a:pt x="68036" y="150246"/>
                </a:moveTo>
                <a:cubicBezTo>
                  <a:pt x="68036" y="142423"/>
                  <a:pt x="61685" y="136071"/>
                  <a:pt x="53862" y="136071"/>
                </a:cubicBezTo>
                <a:cubicBezTo>
                  <a:pt x="46039" y="136071"/>
                  <a:pt x="39688" y="142423"/>
                  <a:pt x="39688" y="150246"/>
                </a:cubicBezTo>
                <a:cubicBezTo>
                  <a:pt x="39688" y="158068"/>
                  <a:pt x="46039" y="164420"/>
                  <a:pt x="53862" y="164420"/>
                </a:cubicBezTo>
                <a:cubicBezTo>
                  <a:pt x="61685" y="164420"/>
                  <a:pt x="68036" y="158068"/>
                  <a:pt x="68036" y="150246"/>
                </a:cubicBezTo>
                <a:close/>
                <a:moveTo>
                  <a:pt x="150246" y="164420"/>
                </a:moveTo>
                <a:cubicBezTo>
                  <a:pt x="158068" y="164420"/>
                  <a:pt x="164420" y="158068"/>
                  <a:pt x="164420" y="150246"/>
                </a:cubicBezTo>
                <a:cubicBezTo>
                  <a:pt x="164420" y="142423"/>
                  <a:pt x="158068" y="136071"/>
                  <a:pt x="150246" y="136071"/>
                </a:cubicBezTo>
                <a:cubicBezTo>
                  <a:pt x="142423" y="136071"/>
                  <a:pt x="136071" y="142423"/>
                  <a:pt x="136071" y="150246"/>
                </a:cubicBezTo>
                <a:cubicBezTo>
                  <a:pt x="136071" y="158068"/>
                  <a:pt x="142423" y="164420"/>
                  <a:pt x="150246" y="1644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6839857" y="4372429"/>
            <a:ext cx="20592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Truck Management Module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839857" y="4626429"/>
            <a:ext cx="2050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Fleet operations control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04643" y="4925786"/>
            <a:ext cx="5388429" cy="1397000"/>
          </a:xfrm>
          <a:prstGeom prst="roundRect">
            <a:avLst>
              <a:gd name="adj" fmla="val 0"/>
            </a:avLst>
          </a:prstGeom>
          <a:solidFill>
            <a:srgbClr val="FF6B6B">
              <a:alpha val="10196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86286" y="5007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31712" y="5007429"/>
            <a:ext cx="1251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Add trucks to fleet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386286" y="5261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531712" y="5261429"/>
            <a:ext cx="1641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Manage fleet operations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86286" y="5515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531712" y="5515429"/>
            <a:ext cx="2022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Track truck status (active/idle)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86286" y="5769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31712" y="5769429"/>
            <a:ext cx="16237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Monitor fleet availability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386286" y="6023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531712" y="6023429"/>
            <a:ext cx="1832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Vehicle utilization analytics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 rot="60000">
            <a:off x="6302205" y="6366345"/>
            <a:ext cx="5388429" cy="308429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22137" y="6477970"/>
            <a:ext cx="163286" cy="145143"/>
          </a:xfrm>
          <a:custGeom>
            <a:avLst/>
            <a:gdLst/>
            <a:ahLst/>
            <a:cxnLst/>
            <a:rect l="l" t="t" r="r" b="b"/>
            <a:pathLst>
              <a:path w="163286" h="145143">
                <a:moveTo>
                  <a:pt x="113393" y="9071"/>
                </a:moveTo>
                <a:cubicBezTo>
                  <a:pt x="100863" y="9071"/>
                  <a:pt x="90714" y="19220"/>
                  <a:pt x="90714" y="31750"/>
                </a:cubicBezTo>
                <a:lnTo>
                  <a:pt x="90714" y="102110"/>
                </a:lnTo>
                <a:lnTo>
                  <a:pt x="6463" y="127397"/>
                </a:lnTo>
                <a:cubicBezTo>
                  <a:pt x="1673" y="128814"/>
                  <a:pt x="-1049" y="133889"/>
                  <a:pt x="397" y="138679"/>
                </a:cubicBezTo>
                <a:cubicBezTo>
                  <a:pt x="1843" y="143470"/>
                  <a:pt x="6889" y="146192"/>
                  <a:pt x="11679" y="144774"/>
                </a:cubicBezTo>
                <a:lnTo>
                  <a:pt x="101118" y="117957"/>
                </a:lnTo>
                <a:lnTo>
                  <a:pt x="113506" y="117957"/>
                </a:lnTo>
                <a:cubicBezTo>
                  <a:pt x="113450" y="118694"/>
                  <a:pt x="113393" y="119459"/>
                  <a:pt x="113393" y="120225"/>
                </a:cubicBezTo>
                <a:cubicBezTo>
                  <a:pt x="113393" y="134002"/>
                  <a:pt x="124562" y="145171"/>
                  <a:pt x="138339" y="145171"/>
                </a:cubicBezTo>
                <a:cubicBezTo>
                  <a:pt x="152117" y="145171"/>
                  <a:pt x="163286" y="134002"/>
                  <a:pt x="163286" y="120225"/>
                </a:cubicBezTo>
                <a:lnTo>
                  <a:pt x="163286" y="9100"/>
                </a:lnTo>
                <a:lnTo>
                  <a:pt x="113393" y="9100"/>
                </a:lnTo>
                <a:close/>
                <a:moveTo>
                  <a:pt x="149679" y="120196"/>
                </a:moveTo>
                <a:cubicBezTo>
                  <a:pt x="149679" y="126461"/>
                  <a:pt x="144604" y="131536"/>
                  <a:pt x="138339" y="131536"/>
                </a:cubicBezTo>
                <a:cubicBezTo>
                  <a:pt x="132074" y="131536"/>
                  <a:pt x="127000" y="126461"/>
                  <a:pt x="127000" y="120196"/>
                </a:cubicBezTo>
                <a:cubicBezTo>
                  <a:pt x="127000" y="113931"/>
                  <a:pt x="132074" y="108857"/>
                  <a:pt x="138339" y="108857"/>
                </a:cubicBezTo>
                <a:cubicBezTo>
                  <a:pt x="144604" y="108857"/>
                  <a:pt x="149650" y="113931"/>
                  <a:pt x="149679" y="120168"/>
                </a:cubicBezTo>
                <a:lnTo>
                  <a:pt x="149679" y="120196"/>
                </a:lnTo>
                <a:close/>
                <a:moveTo>
                  <a:pt x="14713" y="42381"/>
                </a:moveTo>
                <a:cubicBezTo>
                  <a:pt x="5131" y="45300"/>
                  <a:pt x="-255" y="55449"/>
                  <a:pt x="2665" y="65031"/>
                </a:cubicBezTo>
                <a:lnTo>
                  <a:pt x="10631" y="91054"/>
                </a:lnTo>
                <a:cubicBezTo>
                  <a:pt x="13550" y="100636"/>
                  <a:pt x="23699" y="106022"/>
                  <a:pt x="33281" y="103102"/>
                </a:cubicBezTo>
                <a:lnTo>
                  <a:pt x="59304" y="95137"/>
                </a:lnTo>
                <a:cubicBezTo>
                  <a:pt x="68886" y="92217"/>
                  <a:pt x="74272" y="82068"/>
                  <a:pt x="71352" y="72486"/>
                </a:cubicBezTo>
                <a:lnTo>
                  <a:pt x="63387" y="46463"/>
                </a:lnTo>
                <a:cubicBezTo>
                  <a:pt x="60467" y="36881"/>
                  <a:pt x="50318" y="31495"/>
                  <a:pt x="40736" y="34415"/>
                </a:cubicBezTo>
                <a:lnTo>
                  <a:pt x="14713" y="42381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85" name="Text 83"/>
          <p:cNvSpPr/>
          <p:nvPr/>
        </p:nvSpPr>
        <p:spPr>
          <a:xfrm rot="60000">
            <a:off x="6519565" y="6412645"/>
            <a:ext cx="516293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Fleet Management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2464" y="-349250"/>
            <a:ext cx="988786" cy="988786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286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749021" y="5415023"/>
            <a:ext cx="698500" cy="69850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286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421821" y="3442607"/>
            <a:ext cx="843643" cy="40821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286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1929" y="371929"/>
            <a:ext cx="1551214" cy="308429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4286" y="453571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80509" y="-369"/>
                </a:moveTo>
                <a:cubicBezTo>
                  <a:pt x="75605" y="-3203"/>
                  <a:pt x="69538" y="-3203"/>
                  <a:pt x="64634" y="-369"/>
                </a:cubicBezTo>
                <a:lnTo>
                  <a:pt x="40765" y="13409"/>
                </a:lnTo>
                <a:cubicBezTo>
                  <a:pt x="35860" y="16244"/>
                  <a:pt x="32827" y="21488"/>
                  <a:pt x="32827" y="27158"/>
                </a:cubicBezTo>
                <a:lnTo>
                  <a:pt x="32827" y="56044"/>
                </a:lnTo>
                <a:lnTo>
                  <a:pt x="7796" y="70502"/>
                </a:lnTo>
                <a:cubicBezTo>
                  <a:pt x="2892" y="73337"/>
                  <a:pt x="-142" y="78581"/>
                  <a:pt x="-142" y="84251"/>
                </a:cubicBezTo>
                <a:lnTo>
                  <a:pt x="-142" y="111834"/>
                </a:lnTo>
                <a:cubicBezTo>
                  <a:pt x="-142" y="117503"/>
                  <a:pt x="2892" y="122748"/>
                  <a:pt x="7796" y="125583"/>
                </a:cubicBezTo>
                <a:lnTo>
                  <a:pt x="31693" y="139360"/>
                </a:lnTo>
                <a:cubicBezTo>
                  <a:pt x="36598" y="142195"/>
                  <a:pt x="42664" y="142195"/>
                  <a:pt x="47568" y="139360"/>
                </a:cubicBezTo>
                <a:lnTo>
                  <a:pt x="72600" y="124902"/>
                </a:lnTo>
                <a:lnTo>
                  <a:pt x="97631" y="139360"/>
                </a:lnTo>
                <a:cubicBezTo>
                  <a:pt x="102535" y="142195"/>
                  <a:pt x="108602" y="142195"/>
                  <a:pt x="113506" y="139360"/>
                </a:cubicBezTo>
                <a:lnTo>
                  <a:pt x="137347" y="125583"/>
                </a:lnTo>
                <a:cubicBezTo>
                  <a:pt x="142251" y="122748"/>
                  <a:pt x="145285" y="117503"/>
                  <a:pt x="145285" y="111834"/>
                </a:cubicBezTo>
                <a:lnTo>
                  <a:pt x="145285" y="84251"/>
                </a:lnTo>
                <a:cubicBezTo>
                  <a:pt x="145285" y="78581"/>
                  <a:pt x="142251" y="73337"/>
                  <a:pt x="137347" y="70502"/>
                </a:cubicBezTo>
                <a:lnTo>
                  <a:pt x="112316" y="56044"/>
                </a:lnTo>
                <a:lnTo>
                  <a:pt x="112316" y="27158"/>
                </a:lnTo>
                <a:cubicBezTo>
                  <a:pt x="112316" y="21488"/>
                  <a:pt x="109282" y="16244"/>
                  <a:pt x="104378" y="13409"/>
                </a:cubicBezTo>
                <a:lnTo>
                  <a:pt x="80509" y="-369"/>
                </a:lnTo>
                <a:close/>
                <a:moveTo>
                  <a:pt x="65768" y="82947"/>
                </a:moveTo>
                <a:lnTo>
                  <a:pt x="65768" y="113138"/>
                </a:lnTo>
                <a:lnTo>
                  <a:pt x="40736" y="127595"/>
                </a:lnTo>
                <a:cubicBezTo>
                  <a:pt x="40396" y="127794"/>
                  <a:pt x="39999" y="127907"/>
                  <a:pt x="39602" y="127907"/>
                </a:cubicBezTo>
                <a:lnTo>
                  <a:pt x="39602" y="98056"/>
                </a:lnTo>
                <a:lnTo>
                  <a:pt x="65768" y="82947"/>
                </a:lnTo>
                <a:close/>
                <a:moveTo>
                  <a:pt x="131366" y="83117"/>
                </a:moveTo>
                <a:cubicBezTo>
                  <a:pt x="131564" y="83457"/>
                  <a:pt x="131677" y="83854"/>
                  <a:pt x="131677" y="84251"/>
                </a:cubicBezTo>
                <a:lnTo>
                  <a:pt x="131677" y="111834"/>
                </a:lnTo>
                <a:cubicBezTo>
                  <a:pt x="131677" y="112656"/>
                  <a:pt x="131252" y="113393"/>
                  <a:pt x="130544" y="113790"/>
                </a:cubicBezTo>
                <a:lnTo>
                  <a:pt x="106646" y="127567"/>
                </a:lnTo>
                <a:cubicBezTo>
                  <a:pt x="106306" y="127765"/>
                  <a:pt x="105909" y="127879"/>
                  <a:pt x="105512" y="127879"/>
                </a:cubicBezTo>
                <a:lnTo>
                  <a:pt x="105512" y="98028"/>
                </a:lnTo>
                <a:lnTo>
                  <a:pt x="131366" y="83117"/>
                </a:lnTo>
                <a:close/>
                <a:moveTo>
                  <a:pt x="98737" y="27158"/>
                </a:moveTo>
                <a:lnTo>
                  <a:pt x="98737" y="56044"/>
                </a:lnTo>
                <a:lnTo>
                  <a:pt x="72571" y="71154"/>
                </a:lnTo>
                <a:lnTo>
                  <a:pt x="72571" y="40963"/>
                </a:lnTo>
                <a:lnTo>
                  <a:pt x="98425" y="26052"/>
                </a:lnTo>
                <a:cubicBezTo>
                  <a:pt x="98623" y="26392"/>
                  <a:pt x="98737" y="26789"/>
                  <a:pt x="98737" y="271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6122" y="362857"/>
            <a:ext cx="1372378" cy="290286"/>
          </a:xfrm>
          <a:prstGeom prst="rect">
            <a:avLst/>
          </a:prstGeom>
          <a:noFill/>
          <a:ln/>
        </p:spPr>
        <p:txBody>
          <a:bodyPr wrap="square" lIns="145143" tIns="36286" rIns="145143" bIns="36286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 (Continued)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2857" y="762000"/>
            <a:ext cx="11629571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 System Modules - Part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2857" y="1161143"/>
            <a:ext cx="115479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Remaining four modules completing the logistics platform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1929" y="1496786"/>
            <a:ext cx="5642429" cy="25944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929" y="1641929"/>
            <a:ext cx="417286" cy="417286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179" y="1759857"/>
            <a:ext cx="226786" cy="181429"/>
          </a:xfrm>
          <a:custGeom>
            <a:avLst/>
            <a:gdLst/>
            <a:ahLst/>
            <a:cxnLst/>
            <a:rect l="l" t="t" r="r" b="b"/>
            <a:pathLst>
              <a:path w="226786" h="181429">
                <a:moveTo>
                  <a:pt x="113393" y="5670"/>
                </a:moveTo>
                <a:cubicBezTo>
                  <a:pt x="133732" y="5670"/>
                  <a:pt x="150246" y="22183"/>
                  <a:pt x="150246" y="42522"/>
                </a:cubicBezTo>
                <a:cubicBezTo>
                  <a:pt x="150246" y="62862"/>
                  <a:pt x="133732" y="79375"/>
                  <a:pt x="113393" y="79375"/>
                </a:cubicBezTo>
                <a:cubicBezTo>
                  <a:pt x="93053" y="79375"/>
                  <a:pt x="76540" y="62862"/>
                  <a:pt x="76540" y="42522"/>
                </a:cubicBezTo>
                <a:cubicBezTo>
                  <a:pt x="76540" y="22183"/>
                  <a:pt x="93053" y="5670"/>
                  <a:pt x="113393" y="5670"/>
                </a:cubicBezTo>
                <a:close/>
                <a:moveTo>
                  <a:pt x="34018" y="31183"/>
                </a:moveTo>
                <a:cubicBezTo>
                  <a:pt x="48099" y="31183"/>
                  <a:pt x="59531" y="42615"/>
                  <a:pt x="59531" y="56696"/>
                </a:cubicBezTo>
                <a:cubicBezTo>
                  <a:pt x="59531" y="70778"/>
                  <a:pt x="48099" y="82210"/>
                  <a:pt x="34018" y="82210"/>
                </a:cubicBezTo>
                <a:cubicBezTo>
                  <a:pt x="19937" y="82210"/>
                  <a:pt x="8504" y="70778"/>
                  <a:pt x="8504" y="56696"/>
                </a:cubicBezTo>
                <a:cubicBezTo>
                  <a:pt x="8504" y="42615"/>
                  <a:pt x="19937" y="31183"/>
                  <a:pt x="34018" y="31183"/>
                </a:cubicBezTo>
                <a:close/>
                <a:moveTo>
                  <a:pt x="0" y="147411"/>
                </a:moveTo>
                <a:cubicBezTo>
                  <a:pt x="0" y="122358"/>
                  <a:pt x="20304" y="102054"/>
                  <a:pt x="45357" y="102054"/>
                </a:cubicBezTo>
                <a:cubicBezTo>
                  <a:pt x="49893" y="102054"/>
                  <a:pt x="54287" y="102727"/>
                  <a:pt x="58433" y="103967"/>
                </a:cubicBezTo>
                <a:cubicBezTo>
                  <a:pt x="46775" y="117007"/>
                  <a:pt x="39688" y="134229"/>
                  <a:pt x="39688" y="153080"/>
                </a:cubicBezTo>
                <a:lnTo>
                  <a:pt x="39688" y="158750"/>
                </a:lnTo>
                <a:cubicBezTo>
                  <a:pt x="39688" y="162790"/>
                  <a:pt x="40538" y="166617"/>
                  <a:pt x="42062" y="170089"/>
                </a:cubicBezTo>
                <a:lnTo>
                  <a:pt x="11339" y="170089"/>
                </a:lnTo>
                <a:cubicBezTo>
                  <a:pt x="5067" y="170089"/>
                  <a:pt x="0" y="165022"/>
                  <a:pt x="0" y="158750"/>
                </a:cubicBezTo>
                <a:lnTo>
                  <a:pt x="0" y="147411"/>
                </a:lnTo>
                <a:close/>
                <a:moveTo>
                  <a:pt x="184724" y="170089"/>
                </a:moveTo>
                <a:cubicBezTo>
                  <a:pt x="186248" y="166617"/>
                  <a:pt x="187098" y="162790"/>
                  <a:pt x="187098" y="158750"/>
                </a:cubicBezTo>
                <a:lnTo>
                  <a:pt x="187098" y="153080"/>
                </a:lnTo>
                <a:cubicBezTo>
                  <a:pt x="187098" y="134229"/>
                  <a:pt x="180011" y="117007"/>
                  <a:pt x="168353" y="103967"/>
                </a:cubicBezTo>
                <a:cubicBezTo>
                  <a:pt x="172499" y="102727"/>
                  <a:pt x="176893" y="102054"/>
                  <a:pt x="181429" y="102054"/>
                </a:cubicBezTo>
                <a:cubicBezTo>
                  <a:pt x="206481" y="102054"/>
                  <a:pt x="226786" y="122358"/>
                  <a:pt x="226786" y="147411"/>
                </a:cubicBezTo>
                <a:lnTo>
                  <a:pt x="226786" y="158750"/>
                </a:lnTo>
                <a:cubicBezTo>
                  <a:pt x="226786" y="165022"/>
                  <a:pt x="221718" y="170089"/>
                  <a:pt x="215446" y="170089"/>
                </a:cubicBezTo>
                <a:lnTo>
                  <a:pt x="184724" y="170089"/>
                </a:lnTo>
                <a:close/>
                <a:moveTo>
                  <a:pt x="167254" y="56696"/>
                </a:moveTo>
                <a:cubicBezTo>
                  <a:pt x="167254" y="42615"/>
                  <a:pt x="178687" y="31183"/>
                  <a:pt x="192768" y="31183"/>
                </a:cubicBezTo>
                <a:cubicBezTo>
                  <a:pt x="206849" y="31183"/>
                  <a:pt x="218281" y="42615"/>
                  <a:pt x="218281" y="56696"/>
                </a:cubicBezTo>
                <a:cubicBezTo>
                  <a:pt x="218281" y="70778"/>
                  <a:pt x="206849" y="82210"/>
                  <a:pt x="192768" y="82210"/>
                </a:cubicBezTo>
                <a:cubicBezTo>
                  <a:pt x="178687" y="82210"/>
                  <a:pt x="167254" y="70778"/>
                  <a:pt x="167254" y="56696"/>
                </a:cubicBezTo>
                <a:close/>
                <a:moveTo>
                  <a:pt x="56696" y="153080"/>
                </a:moveTo>
                <a:cubicBezTo>
                  <a:pt x="56696" y="121756"/>
                  <a:pt x="82068" y="96384"/>
                  <a:pt x="113393" y="96384"/>
                </a:cubicBezTo>
                <a:cubicBezTo>
                  <a:pt x="144718" y="96384"/>
                  <a:pt x="170089" y="121756"/>
                  <a:pt x="170089" y="153080"/>
                </a:cubicBezTo>
                <a:lnTo>
                  <a:pt x="170089" y="158750"/>
                </a:lnTo>
                <a:cubicBezTo>
                  <a:pt x="170089" y="165022"/>
                  <a:pt x="165022" y="170089"/>
                  <a:pt x="158750" y="170089"/>
                </a:cubicBezTo>
                <a:lnTo>
                  <a:pt x="68036" y="170089"/>
                </a:lnTo>
                <a:cubicBezTo>
                  <a:pt x="61764" y="170089"/>
                  <a:pt x="56696" y="165022"/>
                  <a:pt x="56696" y="158750"/>
                </a:cubicBezTo>
                <a:lnTo>
                  <a:pt x="56696" y="1530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34143" y="1614714"/>
            <a:ext cx="21408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Agent Management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4143" y="1868714"/>
            <a:ext cx="21317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Workforce management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8929" y="2168071"/>
            <a:ext cx="5388429" cy="1397000"/>
          </a:xfrm>
          <a:prstGeom prst="roundRect">
            <a:avLst>
              <a:gd name="adj" fmla="val 0"/>
            </a:avLst>
          </a:prstGeom>
          <a:solidFill>
            <a:srgbClr val="4ECDC4">
              <a:alpha val="10196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571" y="2249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5998" y="2249714"/>
            <a:ext cx="1342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Add delivery agents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0571" y="2503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5998" y="2503714"/>
            <a:ext cx="1505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Assign city operations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0571" y="2757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5998" y="2757714"/>
            <a:ext cx="1841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Track workforce availability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0571" y="3011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5998" y="3011714"/>
            <a:ext cx="14967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Manage logistics staff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571" y="3265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5998" y="3265714"/>
            <a:ext cx="16600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 rot="-60000">
            <a:off x="496491" y="3608630"/>
            <a:ext cx="5388429" cy="308429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39667" y="3751368"/>
            <a:ext cx="127000" cy="145143"/>
          </a:xfrm>
          <a:custGeom>
            <a:avLst/>
            <a:gdLst/>
            <a:ahLst/>
            <a:cxnLst/>
            <a:rect l="l" t="t" r="r" b="b"/>
            <a:pathLst>
              <a:path w="127000" h="145143">
                <a:moveTo>
                  <a:pt x="63500" y="70304"/>
                </a:moveTo>
                <a:cubicBezTo>
                  <a:pt x="44725" y="70304"/>
                  <a:pt x="29482" y="55061"/>
                  <a:pt x="29482" y="36286"/>
                </a:cubicBezTo>
                <a:cubicBezTo>
                  <a:pt x="29482" y="17511"/>
                  <a:pt x="44725" y="2268"/>
                  <a:pt x="63500" y="2268"/>
                </a:cubicBezTo>
                <a:cubicBezTo>
                  <a:pt x="82275" y="2268"/>
                  <a:pt x="97518" y="17511"/>
                  <a:pt x="97518" y="36286"/>
                </a:cubicBezTo>
                <a:cubicBezTo>
                  <a:pt x="97518" y="55061"/>
                  <a:pt x="82275" y="70304"/>
                  <a:pt x="63500" y="70304"/>
                </a:cubicBezTo>
                <a:close/>
                <a:moveTo>
                  <a:pt x="54854" y="86179"/>
                </a:moveTo>
                <a:lnTo>
                  <a:pt x="72146" y="86179"/>
                </a:lnTo>
                <a:cubicBezTo>
                  <a:pt x="74896" y="86179"/>
                  <a:pt x="77107" y="88390"/>
                  <a:pt x="77107" y="91140"/>
                </a:cubicBezTo>
                <a:cubicBezTo>
                  <a:pt x="77107" y="92330"/>
                  <a:pt x="76682" y="93464"/>
                  <a:pt x="75917" y="94371"/>
                </a:cubicBezTo>
                <a:lnTo>
                  <a:pt x="68149" y="103443"/>
                </a:lnTo>
                <a:lnTo>
                  <a:pt x="76937" y="136071"/>
                </a:lnTo>
                <a:lnTo>
                  <a:pt x="77107" y="136071"/>
                </a:lnTo>
                <a:lnTo>
                  <a:pt x="86916" y="96809"/>
                </a:lnTo>
                <a:cubicBezTo>
                  <a:pt x="87539" y="94343"/>
                  <a:pt x="90062" y="92840"/>
                  <a:pt x="92444" y="93748"/>
                </a:cubicBezTo>
                <a:cubicBezTo>
                  <a:pt x="109991" y="100438"/>
                  <a:pt x="122464" y="117447"/>
                  <a:pt x="122464" y="137347"/>
                </a:cubicBezTo>
                <a:cubicBezTo>
                  <a:pt x="122464" y="141628"/>
                  <a:pt x="118977" y="145115"/>
                  <a:pt x="114697" y="145115"/>
                </a:cubicBezTo>
                <a:lnTo>
                  <a:pt x="12303" y="145143"/>
                </a:lnTo>
                <a:cubicBezTo>
                  <a:pt x="8023" y="145143"/>
                  <a:pt x="4536" y="141656"/>
                  <a:pt x="4536" y="137375"/>
                </a:cubicBezTo>
                <a:cubicBezTo>
                  <a:pt x="4536" y="117475"/>
                  <a:pt x="17009" y="100466"/>
                  <a:pt x="34556" y="93776"/>
                </a:cubicBezTo>
                <a:cubicBezTo>
                  <a:pt x="36938" y="92869"/>
                  <a:pt x="39461" y="94371"/>
                  <a:pt x="40084" y="96838"/>
                </a:cubicBezTo>
                <a:lnTo>
                  <a:pt x="49893" y="136100"/>
                </a:lnTo>
                <a:lnTo>
                  <a:pt x="50063" y="136100"/>
                </a:lnTo>
                <a:lnTo>
                  <a:pt x="58851" y="103471"/>
                </a:lnTo>
                <a:lnTo>
                  <a:pt x="51083" y="94400"/>
                </a:lnTo>
                <a:cubicBezTo>
                  <a:pt x="50318" y="93492"/>
                  <a:pt x="49893" y="92358"/>
                  <a:pt x="49893" y="91168"/>
                </a:cubicBezTo>
                <a:cubicBezTo>
                  <a:pt x="49893" y="88418"/>
                  <a:pt x="52104" y="86207"/>
                  <a:pt x="54854" y="862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 rot="-60000">
            <a:off x="713851" y="3654931"/>
            <a:ext cx="516293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Staff Management System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7643" y="1496786"/>
            <a:ext cx="5642429" cy="25944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4643" y="1641929"/>
            <a:ext cx="417286" cy="417286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99893" y="1759857"/>
            <a:ext cx="226786" cy="181429"/>
          </a:xfrm>
          <a:custGeom>
            <a:avLst/>
            <a:gdLst/>
            <a:ahLst/>
            <a:cxnLst/>
            <a:rect l="l" t="t" r="r" b="b"/>
            <a:pathLst>
              <a:path w="226786" h="181429">
                <a:moveTo>
                  <a:pt x="204107" y="17009"/>
                </a:moveTo>
                <a:cubicBezTo>
                  <a:pt x="204107" y="13076"/>
                  <a:pt x="202087" y="9426"/>
                  <a:pt x="198721" y="7371"/>
                </a:cubicBezTo>
                <a:cubicBezTo>
                  <a:pt x="195355" y="5315"/>
                  <a:pt x="191209" y="5103"/>
                  <a:pt x="187701" y="6874"/>
                </a:cubicBezTo>
                <a:lnTo>
                  <a:pt x="146525" y="27462"/>
                </a:lnTo>
                <a:lnTo>
                  <a:pt x="82954" y="6237"/>
                </a:lnTo>
                <a:cubicBezTo>
                  <a:pt x="80084" y="5280"/>
                  <a:pt x="77001" y="5492"/>
                  <a:pt x="74308" y="6839"/>
                </a:cubicBezTo>
                <a:lnTo>
                  <a:pt x="28951" y="29518"/>
                </a:lnTo>
                <a:cubicBezTo>
                  <a:pt x="25088" y="31467"/>
                  <a:pt x="22679" y="35400"/>
                  <a:pt x="22679" y="39688"/>
                </a:cubicBezTo>
                <a:lnTo>
                  <a:pt x="22679" y="164420"/>
                </a:lnTo>
                <a:cubicBezTo>
                  <a:pt x="22679" y="168353"/>
                  <a:pt x="24698" y="172003"/>
                  <a:pt x="28065" y="174058"/>
                </a:cubicBezTo>
                <a:cubicBezTo>
                  <a:pt x="31431" y="176113"/>
                  <a:pt x="35577" y="176326"/>
                  <a:pt x="39085" y="174554"/>
                </a:cubicBezTo>
                <a:lnTo>
                  <a:pt x="80225" y="153966"/>
                </a:lnTo>
                <a:lnTo>
                  <a:pt x="141635" y="174448"/>
                </a:lnTo>
                <a:cubicBezTo>
                  <a:pt x="140111" y="172180"/>
                  <a:pt x="138623" y="169806"/>
                  <a:pt x="137170" y="167396"/>
                </a:cubicBezTo>
                <a:cubicBezTo>
                  <a:pt x="133272" y="160912"/>
                  <a:pt x="129410" y="153470"/>
                  <a:pt x="126539" y="145497"/>
                </a:cubicBezTo>
                <a:lnTo>
                  <a:pt x="90679" y="133556"/>
                </a:lnTo>
                <a:lnTo>
                  <a:pt x="90679" y="32742"/>
                </a:lnTo>
                <a:lnTo>
                  <a:pt x="136036" y="47873"/>
                </a:lnTo>
                <a:lnTo>
                  <a:pt x="136036" y="83060"/>
                </a:lnTo>
                <a:cubicBezTo>
                  <a:pt x="147021" y="70374"/>
                  <a:pt x="163321" y="62366"/>
                  <a:pt x="181393" y="62366"/>
                </a:cubicBezTo>
                <a:cubicBezTo>
                  <a:pt x="189402" y="62366"/>
                  <a:pt x="197056" y="63925"/>
                  <a:pt x="204072" y="66795"/>
                </a:cubicBezTo>
                <a:lnTo>
                  <a:pt x="204107" y="17009"/>
                </a:lnTo>
                <a:close/>
                <a:moveTo>
                  <a:pt x="181429" y="79375"/>
                </a:moveTo>
                <a:cubicBezTo>
                  <a:pt x="157935" y="79375"/>
                  <a:pt x="138906" y="98085"/>
                  <a:pt x="138906" y="121153"/>
                </a:cubicBezTo>
                <a:cubicBezTo>
                  <a:pt x="138906" y="145568"/>
                  <a:pt x="161620" y="174448"/>
                  <a:pt x="173845" y="188232"/>
                </a:cubicBezTo>
                <a:cubicBezTo>
                  <a:pt x="177956" y="192839"/>
                  <a:pt x="184937" y="192839"/>
                  <a:pt x="189047" y="188232"/>
                </a:cubicBezTo>
                <a:cubicBezTo>
                  <a:pt x="201272" y="174448"/>
                  <a:pt x="223986" y="145568"/>
                  <a:pt x="223986" y="121153"/>
                </a:cubicBezTo>
                <a:cubicBezTo>
                  <a:pt x="223986" y="98085"/>
                  <a:pt x="204958" y="79375"/>
                  <a:pt x="181464" y="79375"/>
                </a:cubicBezTo>
                <a:close/>
                <a:moveTo>
                  <a:pt x="167254" y="121897"/>
                </a:moveTo>
                <a:cubicBezTo>
                  <a:pt x="167254" y="114074"/>
                  <a:pt x="173606" y="107723"/>
                  <a:pt x="181429" y="107723"/>
                </a:cubicBezTo>
                <a:cubicBezTo>
                  <a:pt x="189251" y="107723"/>
                  <a:pt x="195603" y="114074"/>
                  <a:pt x="195603" y="121897"/>
                </a:cubicBezTo>
                <a:cubicBezTo>
                  <a:pt x="195603" y="129720"/>
                  <a:pt x="189251" y="136071"/>
                  <a:pt x="181429" y="136071"/>
                </a:cubicBezTo>
                <a:cubicBezTo>
                  <a:pt x="173606" y="136071"/>
                  <a:pt x="167254" y="129720"/>
                  <a:pt x="167254" y="121897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2" name="Text 30"/>
          <p:cNvSpPr/>
          <p:nvPr/>
        </p:nvSpPr>
        <p:spPr>
          <a:xfrm>
            <a:off x="6839857" y="1614714"/>
            <a:ext cx="19503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Tracking Map Module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39857" y="1868714"/>
            <a:ext cx="1941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visualization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4643" y="2168071"/>
            <a:ext cx="5388429" cy="1397000"/>
          </a:xfrm>
          <a:prstGeom prst="roundRect">
            <a:avLst>
              <a:gd name="adj" fmla="val 0"/>
            </a:avLst>
          </a:prstGeom>
          <a:solidFill>
            <a:srgbClr val="FFE66D">
              <a:alpha val="10196"/>
            </a:srgbClr>
          </a:solidFill>
          <a:ln w="25400">
            <a:solidFill>
              <a:srgbClr val="FFE6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6286" y="2249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31712" y="2249714"/>
            <a:ext cx="2086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Visualize logistics hubs on map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6286" y="2503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1712" y="2503714"/>
            <a:ext cx="1796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Display live delivery routes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6286" y="2757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1712" y="2757714"/>
            <a:ext cx="1805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map with Folium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6286" y="3011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1712" y="3011714"/>
            <a:ext cx="16963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map interface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6286" y="3265714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31712" y="3265714"/>
            <a:ext cx="19866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Geographic data visualization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 rot="60000">
            <a:off x="6302205" y="3608630"/>
            <a:ext cx="5388429" cy="308429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47560" y="3722284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99757" y="79375"/>
                </a:moveTo>
                <a:lnTo>
                  <a:pt x="45641" y="79375"/>
                </a:lnTo>
                <a:cubicBezTo>
                  <a:pt x="46463" y="97660"/>
                  <a:pt x="50517" y="114498"/>
                  <a:pt x="56271" y="126830"/>
                </a:cubicBezTo>
                <a:cubicBezTo>
                  <a:pt x="59503" y="133775"/>
                  <a:pt x="62990" y="138679"/>
                  <a:pt x="66221" y="141684"/>
                </a:cubicBezTo>
                <a:cubicBezTo>
                  <a:pt x="69396" y="144661"/>
                  <a:pt x="71579" y="145143"/>
                  <a:pt x="72713" y="145143"/>
                </a:cubicBezTo>
                <a:cubicBezTo>
                  <a:pt x="73847" y="145143"/>
                  <a:pt x="76030" y="144661"/>
                  <a:pt x="79205" y="141684"/>
                </a:cubicBezTo>
                <a:cubicBezTo>
                  <a:pt x="82437" y="138679"/>
                  <a:pt x="85923" y="133747"/>
                  <a:pt x="89155" y="126830"/>
                </a:cubicBezTo>
                <a:cubicBezTo>
                  <a:pt x="94910" y="114498"/>
                  <a:pt x="98964" y="97660"/>
                  <a:pt x="99786" y="79375"/>
                </a:cubicBezTo>
                <a:close/>
                <a:moveTo>
                  <a:pt x="45612" y="65768"/>
                </a:moveTo>
                <a:lnTo>
                  <a:pt x="99729" y="65768"/>
                </a:lnTo>
                <a:cubicBezTo>
                  <a:pt x="98935" y="47483"/>
                  <a:pt x="94881" y="30644"/>
                  <a:pt x="89127" y="18313"/>
                </a:cubicBezTo>
                <a:cubicBezTo>
                  <a:pt x="85895" y="11396"/>
                  <a:pt x="82408" y="6463"/>
                  <a:pt x="79177" y="3458"/>
                </a:cubicBezTo>
                <a:cubicBezTo>
                  <a:pt x="76002" y="482"/>
                  <a:pt x="73819" y="0"/>
                  <a:pt x="72685" y="0"/>
                </a:cubicBezTo>
                <a:cubicBezTo>
                  <a:pt x="71551" y="0"/>
                  <a:pt x="69368" y="482"/>
                  <a:pt x="66193" y="3458"/>
                </a:cubicBezTo>
                <a:cubicBezTo>
                  <a:pt x="62961" y="6463"/>
                  <a:pt x="59475" y="11396"/>
                  <a:pt x="56243" y="18313"/>
                </a:cubicBezTo>
                <a:cubicBezTo>
                  <a:pt x="50488" y="30644"/>
                  <a:pt x="46434" y="47483"/>
                  <a:pt x="45612" y="65768"/>
                </a:cubicBezTo>
                <a:close/>
                <a:moveTo>
                  <a:pt x="32005" y="65768"/>
                </a:moveTo>
                <a:cubicBezTo>
                  <a:pt x="32997" y="41502"/>
                  <a:pt x="39262" y="18965"/>
                  <a:pt x="48419" y="4167"/>
                </a:cubicBezTo>
                <a:cubicBezTo>
                  <a:pt x="22310" y="13409"/>
                  <a:pt x="3090" y="37193"/>
                  <a:pt x="425" y="65768"/>
                </a:cubicBezTo>
                <a:lnTo>
                  <a:pt x="32005" y="65768"/>
                </a:lnTo>
                <a:close/>
                <a:moveTo>
                  <a:pt x="425" y="79375"/>
                </a:moveTo>
                <a:cubicBezTo>
                  <a:pt x="3090" y="107950"/>
                  <a:pt x="22310" y="131734"/>
                  <a:pt x="48419" y="140976"/>
                </a:cubicBezTo>
                <a:cubicBezTo>
                  <a:pt x="39262" y="126178"/>
                  <a:pt x="32997" y="103641"/>
                  <a:pt x="32005" y="79375"/>
                </a:cubicBezTo>
                <a:lnTo>
                  <a:pt x="425" y="79375"/>
                </a:lnTo>
                <a:close/>
                <a:moveTo>
                  <a:pt x="113365" y="79375"/>
                </a:moveTo>
                <a:cubicBezTo>
                  <a:pt x="112372" y="103641"/>
                  <a:pt x="106107" y="126178"/>
                  <a:pt x="96951" y="140976"/>
                </a:cubicBezTo>
                <a:cubicBezTo>
                  <a:pt x="123060" y="131706"/>
                  <a:pt x="142280" y="107950"/>
                  <a:pt x="144944" y="79375"/>
                </a:cubicBezTo>
                <a:lnTo>
                  <a:pt x="113365" y="79375"/>
                </a:lnTo>
                <a:close/>
                <a:moveTo>
                  <a:pt x="144944" y="65768"/>
                </a:moveTo>
                <a:cubicBezTo>
                  <a:pt x="142280" y="37193"/>
                  <a:pt x="123060" y="13409"/>
                  <a:pt x="96951" y="4167"/>
                </a:cubicBezTo>
                <a:cubicBezTo>
                  <a:pt x="106107" y="18965"/>
                  <a:pt x="112372" y="41502"/>
                  <a:pt x="113365" y="65768"/>
                </a:cubicBezTo>
                <a:lnTo>
                  <a:pt x="144944" y="6576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 rot="60000">
            <a:off x="6519565" y="3654931"/>
            <a:ext cx="516293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Folium Map Integration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1929" y="4254500"/>
            <a:ext cx="5642429" cy="25944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8929" y="4399643"/>
            <a:ext cx="417286" cy="417286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5518" y="4517571"/>
            <a:ext cx="204107" cy="181429"/>
          </a:xfrm>
          <a:custGeom>
            <a:avLst/>
            <a:gdLst/>
            <a:ahLst/>
            <a:cxnLst/>
            <a:rect l="l" t="t" r="r" b="b"/>
            <a:pathLst>
              <a:path w="204107" h="181429">
                <a:moveTo>
                  <a:pt x="181570" y="85045"/>
                </a:moveTo>
                <a:lnTo>
                  <a:pt x="119204" y="85045"/>
                </a:lnTo>
                <a:cubicBezTo>
                  <a:pt x="112932" y="85045"/>
                  <a:pt x="107865" y="79977"/>
                  <a:pt x="107865" y="73705"/>
                </a:cubicBezTo>
                <a:lnTo>
                  <a:pt x="107865" y="11339"/>
                </a:lnTo>
                <a:cubicBezTo>
                  <a:pt x="107865" y="5067"/>
                  <a:pt x="112968" y="-71"/>
                  <a:pt x="119169" y="744"/>
                </a:cubicBezTo>
                <a:cubicBezTo>
                  <a:pt x="157085" y="5776"/>
                  <a:pt x="187134" y="35825"/>
                  <a:pt x="192165" y="73741"/>
                </a:cubicBezTo>
                <a:cubicBezTo>
                  <a:pt x="192980" y="79942"/>
                  <a:pt x="187842" y="85045"/>
                  <a:pt x="181570" y="85045"/>
                </a:cubicBezTo>
                <a:close/>
                <a:moveTo>
                  <a:pt x="78879" y="13182"/>
                </a:moveTo>
                <a:cubicBezTo>
                  <a:pt x="85293" y="11835"/>
                  <a:pt x="90856" y="17080"/>
                  <a:pt x="90856" y="23635"/>
                </a:cubicBezTo>
                <a:lnTo>
                  <a:pt x="90856" y="93549"/>
                </a:lnTo>
                <a:cubicBezTo>
                  <a:pt x="90856" y="95533"/>
                  <a:pt x="91565" y="97447"/>
                  <a:pt x="92805" y="98971"/>
                </a:cubicBezTo>
                <a:lnTo>
                  <a:pt x="139615" y="155455"/>
                </a:lnTo>
                <a:cubicBezTo>
                  <a:pt x="143761" y="160451"/>
                  <a:pt x="142875" y="167999"/>
                  <a:pt x="137170" y="171081"/>
                </a:cubicBezTo>
                <a:cubicBezTo>
                  <a:pt x="125086" y="177672"/>
                  <a:pt x="111231" y="181429"/>
                  <a:pt x="96526" y="181429"/>
                </a:cubicBezTo>
                <a:cubicBezTo>
                  <a:pt x="49574" y="181429"/>
                  <a:pt x="11481" y="143336"/>
                  <a:pt x="11481" y="96384"/>
                </a:cubicBezTo>
                <a:cubicBezTo>
                  <a:pt x="11481" y="55456"/>
                  <a:pt x="40361" y="21297"/>
                  <a:pt x="78879" y="13182"/>
                </a:cubicBezTo>
                <a:close/>
                <a:moveTo>
                  <a:pt x="169310" y="102054"/>
                </a:moveTo>
                <a:lnTo>
                  <a:pt x="191988" y="102054"/>
                </a:lnTo>
                <a:cubicBezTo>
                  <a:pt x="198544" y="102054"/>
                  <a:pt x="203788" y="107617"/>
                  <a:pt x="202442" y="114031"/>
                </a:cubicBezTo>
                <a:cubicBezTo>
                  <a:pt x="198827" y="131181"/>
                  <a:pt x="190039" y="146419"/>
                  <a:pt x="177779" y="158041"/>
                </a:cubicBezTo>
                <a:cubicBezTo>
                  <a:pt x="173420" y="162187"/>
                  <a:pt x="166581" y="161301"/>
                  <a:pt x="162754" y="156659"/>
                </a:cubicBezTo>
                <a:lnTo>
                  <a:pt x="132847" y="120622"/>
                </a:lnTo>
                <a:cubicBezTo>
                  <a:pt x="126717" y="113216"/>
                  <a:pt x="131996" y="102054"/>
                  <a:pt x="141564" y="102054"/>
                </a:cubicBezTo>
                <a:lnTo>
                  <a:pt x="169274" y="1020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1034143" y="4372429"/>
            <a:ext cx="14695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Analytics Module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34143" y="4626429"/>
            <a:ext cx="1460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98929" y="4925786"/>
            <a:ext cx="5388429" cy="1397000"/>
          </a:xfrm>
          <a:prstGeom prst="roundRect">
            <a:avLst>
              <a:gd name="adj" fmla="val 0"/>
            </a:avLst>
          </a:prstGeom>
          <a:solidFill>
            <a:srgbClr val="FF6B6B">
              <a:alpha val="10196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571" y="5007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5998" y="5007429"/>
            <a:ext cx="1841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statistics overview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80571" y="5261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25998" y="5261429"/>
            <a:ext cx="1923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Shipment distribution charts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80571" y="5515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25998" y="5515429"/>
            <a:ext cx="1451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Fleet analysis reports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80571" y="5769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25998" y="5769429"/>
            <a:ext cx="2186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Business intelligence dashboard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80571" y="6023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25998" y="6023429"/>
            <a:ext cx="14060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Chart.js visualization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 rot="-60000">
            <a:off x="496491" y="6366345"/>
            <a:ext cx="5388429" cy="308429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48736" y="6508768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9071" y="9071"/>
                </a:moveTo>
                <a:cubicBezTo>
                  <a:pt x="14089" y="9071"/>
                  <a:pt x="18143" y="13125"/>
                  <a:pt x="18143" y="18143"/>
                </a:cubicBezTo>
                <a:lnTo>
                  <a:pt x="18143" y="113393"/>
                </a:lnTo>
                <a:cubicBezTo>
                  <a:pt x="18143" y="115888"/>
                  <a:pt x="20184" y="117929"/>
                  <a:pt x="22679" y="117929"/>
                </a:cubicBezTo>
                <a:lnTo>
                  <a:pt x="136071" y="117929"/>
                </a:lnTo>
                <a:cubicBezTo>
                  <a:pt x="141089" y="117929"/>
                  <a:pt x="145143" y="121982"/>
                  <a:pt x="145143" y="127000"/>
                </a:cubicBezTo>
                <a:cubicBezTo>
                  <a:pt x="145143" y="132018"/>
                  <a:pt x="141089" y="136071"/>
                  <a:pt x="136071" y="136071"/>
                </a:cubicBezTo>
                <a:lnTo>
                  <a:pt x="22679" y="136071"/>
                </a:lnTo>
                <a:cubicBezTo>
                  <a:pt x="10149" y="136071"/>
                  <a:pt x="0" y="125923"/>
                  <a:pt x="0" y="113393"/>
                </a:cubicBezTo>
                <a:lnTo>
                  <a:pt x="0" y="18143"/>
                </a:lnTo>
                <a:cubicBezTo>
                  <a:pt x="0" y="13125"/>
                  <a:pt x="4054" y="9071"/>
                  <a:pt x="9071" y="9071"/>
                </a:cubicBezTo>
                <a:close/>
                <a:moveTo>
                  <a:pt x="36286" y="27214"/>
                </a:moveTo>
                <a:cubicBezTo>
                  <a:pt x="36286" y="22197"/>
                  <a:pt x="40340" y="18143"/>
                  <a:pt x="45357" y="18143"/>
                </a:cubicBezTo>
                <a:lnTo>
                  <a:pt x="99786" y="18143"/>
                </a:lnTo>
                <a:cubicBezTo>
                  <a:pt x="104803" y="18143"/>
                  <a:pt x="108857" y="22197"/>
                  <a:pt x="108857" y="27214"/>
                </a:cubicBezTo>
                <a:cubicBezTo>
                  <a:pt x="108857" y="32232"/>
                  <a:pt x="104803" y="36286"/>
                  <a:pt x="99786" y="36286"/>
                </a:cubicBezTo>
                <a:lnTo>
                  <a:pt x="45357" y="36286"/>
                </a:lnTo>
                <a:cubicBezTo>
                  <a:pt x="40340" y="36286"/>
                  <a:pt x="36286" y="32232"/>
                  <a:pt x="36286" y="27214"/>
                </a:cubicBezTo>
                <a:close/>
                <a:moveTo>
                  <a:pt x="45357" y="49893"/>
                </a:moveTo>
                <a:lnTo>
                  <a:pt x="81643" y="49893"/>
                </a:lnTo>
                <a:cubicBezTo>
                  <a:pt x="86660" y="49893"/>
                  <a:pt x="90714" y="53947"/>
                  <a:pt x="90714" y="58964"/>
                </a:cubicBezTo>
                <a:cubicBezTo>
                  <a:pt x="90714" y="63982"/>
                  <a:pt x="86660" y="68036"/>
                  <a:pt x="81643" y="68036"/>
                </a:cubicBezTo>
                <a:lnTo>
                  <a:pt x="45357" y="68036"/>
                </a:lnTo>
                <a:cubicBezTo>
                  <a:pt x="40340" y="68036"/>
                  <a:pt x="36286" y="63982"/>
                  <a:pt x="36286" y="58964"/>
                </a:cubicBezTo>
                <a:cubicBezTo>
                  <a:pt x="36286" y="53947"/>
                  <a:pt x="40340" y="49893"/>
                  <a:pt x="45357" y="49893"/>
                </a:cubicBezTo>
                <a:close/>
                <a:moveTo>
                  <a:pt x="45357" y="81643"/>
                </a:moveTo>
                <a:lnTo>
                  <a:pt x="117929" y="81643"/>
                </a:lnTo>
                <a:cubicBezTo>
                  <a:pt x="122946" y="81643"/>
                  <a:pt x="127000" y="85697"/>
                  <a:pt x="127000" y="90714"/>
                </a:cubicBezTo>
                <a:cubicBezTo>
                  <a:pt x="127000" y="95732"/>
                  <a:pt x="122946" y="99786"/>
                  <a:pt x="117929" y="99786"/>
                </a:cubicBezTo>
                <a:lnTo>
                  <a:pt x="45357" y="99786"/>
                </a:lnTo>
                <a:cubicBezTo>
                  <a:pt x="40340" y="99786"/>
                  <a:pt x="36286" y="95732"/>
                  <a:pt x="36286" y="90714"/>
                </a:cubicBezTo>
                <a:cubicBezTo>
                  <a:pt x="36286" y="85697"/>
                  <a:pt x="40340" y="81643"/>
                  <a:pt x="45357" y="81643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6" name="Text 64"/>
          <p:cNvSpPr/>
          <p:nvPr/>
        </p:nvSpPr>
        <p:spPr>
          <a:xfrm rot="-60000">
            <a:off x="713851" y="6412645"/>
            <a:ext cx="516293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Analytics Dashboard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77643" y="4254500"/>
            <a:ext cx="5642429" cy="259442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304643" y="4399643"/>
            <a:ext cx="417286" cy="417286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45250" y="4517571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0" y="22679"/>
                </a:moveTo>
                <a:cubicBezTo>
                  <a:pt x="0" y="10170"/>
                  <a:pt x="10170" y="0"/>
                  <a:pt x="22679" y="0"/>
                </a:cubicBezTo>
                <a:lnTo>
                  <a:pt x="75654" y="0"/>
                </a:lnTo>
                <a:cubicBezTo>
                  <a:pt x="81678" y="0"/>
                  <a:pt x="87454" y="2374"/>
                  <a:pt x="91706" y="6626"/>
                </a:cubicBezTo>
                <a:lnTo>
                  <a:pt x="129445" y="44400"/>
                </a:lnTo>
                <a:cubicBezTo>
                  <a:pt x="133697" y="48653"/>
                  <a:pt x="136071" y="54429"/>
                  <a:pt x="136071" y="60453"/>
                </a:cubicBezTo>
                <a:lnTo>
                  <a:pt x="136071" y="158750"/>
                </a:lnTo>
                <a:cubicBezTo>
                  <a:pt x="136071" y="171259"/>
                  <a:pt x="125902" y="181429"/>
                  <a:pt x="113393" y="181429"/>
                </a:cubicBezTo>
                <a:lnTo>
                  <a:pt x="22679" y="181429"/>
                </a:lnTo>
                <a:cubicBezTo>
                  <a:pt x="10170" y="181429"/>
                  <a:pt x="0" y="171259"/>
                  <a:pt x="0" y="158750"/>
                </a:cubicBezTo>
                <a:lnTo>
                  <a:pt x="0" y="22679"/>
                </a:lnTo>
                <a:close/>
                <a:moveTo>
                  <a:pt x="73705" y="20730"/>
                </a:moveTo>
                <a:lnTo>
                  <a:pt x="73705" y="53862"/>
                </a:lnTo>
                <a:cubicBezTo>
                  <a:pt x="73705" y="58574"/>
                  <a:pt x="77497" y="62366"/>
                  <a:pt x="82210" y="62366"/>
                </a:cubicBezTo>
                <a:lnTo>
                  <a:pt x="115342" y="62366"/>
                </a:lnTo>
                <a:lnTo>
                  <a:pt x="73705" y="20730"/>
                </a:lnTo>
                <a:close/>
                <a:moveTo>
                  <a:pt x="42522" y="90714"/>
                </a:moveTo>
                <a:cubicBezTo>
                  <a:pt x="37809" y="90714"/>
                  <a:pt x="34018" y="94506"/>
                  <a:pt x="34018" y="99219"/>
                </a:cubicBezTo>
                <a:cubicBezTo>
                  <a:pt x="34018" y="103932"/>
                  <a:pt x="37809" y="107723"/>
                  <a:pt x="42522" y="107723"/>
                </a:cubicBezTo>
                <a:lnTo>
                  <a:pt x="93549" y="107723"/>
                </a:lnTo>
                <a:cubicBezTo>
                  <a:pt x="98262" y="107723"/>
                  <a:pt x="102054" y="103932"/>
                  <a:pt x="102054" y="99219"/>
                </a:cubicBezTo>
                <a:cubicBezTo>
                  <a:pt x="102054" y="94506"/>
                  <a:pt x="98262" y="90714"/>
                  <a:pt x="93549" y="90714"/>
                </a:cubicBezTo>
                <a:lnTo>
                  <a:pt x="42522" y="90714"/>
                </a:lnTo>
                <a:close/>
                <a:moveTo>
                  <a:pt x="42522" y="124732"/>
                </a:moveTo>
                <a:cubicBezTo>
                  <a:pt x="37809" y="124732"/>
                  <a:pt x="34018" y="128524"/>
                  <a:pt x="34018" y="133237"/>
                </a:cubicBezTo>
                <a:cubicBezTo>
                  <a:pt x="34018" y="137949"/>
                  <a:pt x="37809" y="141741"/>
                  <a:pt x="42522" y="141741"/>
                </a:cubicBezTo>
                <a:lnTo>
                  <a:pt x="93549" y="141741"/>
                </a:lnTo>
                <a:cubicBezTo>
                  <a:pt x="98262" y="141741"/>
                  <a:pt x="102054" y="137949"/>
                  <a:pt x="102054" y="133237"/>
                </a:cubicBezTo>
                <a:cubicBezTo>
                  <a:pt x="102054" y="128524"/>
                  <a:pt x="98262" y="124732"/>
                  <a:pt x="93549" y="124732"/>
                </a:cubicBezTo>
                <a:lnTo>
                  <a:pt x="42522" y="1247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6839857" y="4372429"/>
            <a:ext cx="17326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Reports Module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839857" y="4626429"/>
            <a:ext cx="1723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Comprehensive reporting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04643" y="4925786"/>
            <a:ext cx="5388429" cy="1397000"/>
          </a:xfrm>
          <a:prstGeom prst="roundRect">
            <a:avLst>
              <a:gd name="adj" fmla="val 0"/>
            </a:avLst>
          </a:prstGeom>
          <a:solidFill>
            <a:srgbClr val="4ECDC4">
              <a:alpha val="10196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86286" y="5007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31712" y="5007429"/>
            <a:ext cx="1895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Logistics reports generation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386286" y="5261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531712" y="5261429"/>
            <a:ext cx="1968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performance reports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86286" y="5515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531712" y="5515429"/>
            <a:ext cx="1587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Truck utilization reports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86286" y="5769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31712" y="5769429"/>
            <a:ext cx="18596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Workforce analytics reports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386286" y="6023429"/>
            <a:ext cx="145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▸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531712" y="6023429"/>
            <a:ext cx="1841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Exportable data summaries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 rot="60000">
            <a:off x="6302205" y="6366345"/>
            <a:ext cx="5388429" cy="308429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14572" y="6476092"/>
            <a:ext cx="163286" cy="145143"/>
          </a:xfrm>
          <a:custGeom>
            <a:avLst/>
            <a:gdLst/>
            <a:ahLst/>
            <a:cxnLst/>
            <a:rect l="l" t="t" r="r" b="b"/>
            <a:pathLst>
              <a:path w="163286" h="145143">
                <a:moveTo>
                  <a:pt x="27356" y="0"/>
                </a:moveTo>
                <a:cubicBezTo>
                  <a:pt x="17349" y="0"/>
                  <a:pt x="9213" y="8136"/>
                  <a:pt x="9213" y="18143"/>
                </a:cubicBezTo>
                <a:lnTo>
                  <a:pt x="9213" y="127000"/>
                </a:lnTo>
                <a:cubicBezTo>
                  <a:pt x="9213" y="137007"/>
                  <a:pt x="17349" y="145143"/>
                  <a:pt x="27356" y="145143"/>
                </a:cubicBezTo>
                <a:lnTo>
                  <a:pt x="99927" y="145143"/>
                </a:lnTo>
                <a:cubicBezTo>
                  <a:pt x="109934" y="145143"/>
                  <a:pt x="118070" y="137007"/>
                  <a:pt x="118070" y="127000"/>
                </a:cubicBezTo>
                <a:lnTo>
                  <a:pt x="118070" y="99786"/>
                </a:lnTo>
                <a:lnTo>
                  <a:pt x="140210" y="99786"/>
                </a:lnTo>
                <a:lnTo>
                  <a:pt x="131422" y="108574"/>
                </a:lnTo>
                <a:cubicBezTo>
                  <a:pt x="128758" y="111238"/>
                  <a:pt x="128758" y="115547"/>
                  <a:pt x="131422" y="118184"/>
                </a:cubicBezTo>
                <a:cubicBezTo>
                  <a:pt x="134087" y="120820"/>
                  <a:pt x="138396" y="120848"/>
                  <a:pt x="141032" y="118184"/>
                </a:cubicBezTo>
                <a:lnTo>
                  <a:pt x="161443" y="97773"/>
                </a:lnTo>
                <a:cubicBezTo>
                  <a:pt x="164108" y="95108"/>
                  <a:pt x="164108" y="90799"/>
                  <a:pt x="161443" y="88163"/>
                </a:cubicBezTo>
                <a:lnTo>
                  <a:pt x="141032" y="67752"/>
                </a:lnTo>
                <a:cubicBezTo>
                  <a:pt x="138368" y="65088"/>
                  <a:pt x="134059" y="65088"/>
                  <a:pt x="131422" y="67752"/>
                </a:cubicBezTo>
                <a:cubicBezTo>
                  <a:pt x="128786" y="70417"/>
                  <a:pt x="128758" y="74726"/>
                  <a:pt x="131422" y="77362"/>
                </a:cubicBezTo>
                <a:lnTo>
                  <a:pt x="140210" y="86150"/>
                </a:lnTo>
                <a:lnTo>
                  <a:pt x="118070" y="86150"/>
                </a:lnTo>
                <a:lnTo>
                  <a:pt x="118070" y="48305"/>
                </a:lnTo>
                <a:cubicBezTo>
                  <a:pt x="118070" y="43486"/>
                  <a:pt x="116171" y="38865"/>
                  <a:pt x="112769" y="35464"/>
                </a:cubicBezTo>
                <a:lnTo>
                  <a:pt x="82550" y="5301"/>
                </a:lnTo>
                <a:cubicBezTo>
                  <a:pt x="79148" y="1899"/>
                  <a:pt x="74556" y="0"/>
                  <a:pt x="69737" y="0"/>
                </a:cubicBezTo>
                <a:lnTo>
                  <a:pt x="27356" y="0"/>
                </a:lnTo>
                <a:close/>
                <a:moveTo>
                  <a:pt x="101487" y="49893"/>
                </a:moveTo>
                <a:lnTo>
                  <a:pt x="74981" y="49893"/>
                </a:lnTo>
                <a:cubicBezTo>
                  <a:pt x="71211" y="49893"/>
                  <a:pt x="68177" y="46860"/>
                  <a:pt x="68177" y="43089"/>
                </a:cubicBezTo>
                <a:lnTo>
                  <a:pt x="68177" y="16584"/>
                </a:lnTo>
                <a:lnTo>
                  <a:pt x="101487" y="49893"/>
                </a:lnTo>
                <a:close/>
                <a:moveTo>
                  <a:pt x="63642" y="92982"/>
                </a:moveTo>
                <a:cubicBezTo>
                  <a:pt x="63642" y="89212"/>
                  <a:pt x="66675" y="86179"/>
                  <a:pt x="70445" y="86179"/>
                </a:cubicBezTo>
                <a:lnTo>
                  <a:pt x="99927" y="86179"/>
                </a:lnTo>
                <a:lnTo>
                  <a:pt x="99927" y="99786"/>
                </a:lnTo>
                <a:lnTo>
                  <a:pt x="70445" y="99786"/>
                </a:lnTo>
                <a:cubicBezTo>
                  <a:pt x="66675" y="99786"/>
                  <a:pt x="63642" y="96752"/>
                  <a:pt x="63642" y="929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 rot="60000">
            <a:off x="6519565" y="6412645"/>
            <a:ext cx="516293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Automated Report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1330865" y="-556333"/>
            <a:ext cx="1190625" cy="11906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910888" y="5576888"/>
            <a:ext cx="885825" cy="885825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700000">
            <a:off x="-524528" y="2142474"/>
            <a:ext cx="733425" cy="73342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0525" y="390525"/>
            <a:ext cx="800100" cy="3238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628650" y="381000"/>
            <a:ext cx="609600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8001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DAA Concepts Implementation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Design and Analysis of Algorithms applied to real-world logistics optimization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0525" y="1571625"/>
            <a:ext cx="6743700" cy="1447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3875" y="1704975"/>
            <a:ext cx="514350" cy="51435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6750" y="1847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62050" y="1695450"/>
            <a:ext cx="593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2050" y="2000250"/>
            <a:ext cx="592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Usage: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Shortest route optimization between delivery 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2050" y="2266950"/>
            <a:ext cx="59245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Calculates the shortest path from source to all destinations in a weighted graph. Time complexity: O(V²) or O(E + V log V) with priority queue. Reduces travel distance and fuel consumption.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0525" y="3114675"/>
            <a:ext cx="6743700" cy="1447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3875" y="3248025"/>
            <a:ext cx="514350" cy="5143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750" y="3390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62050" y="3238500"/>
            <a:ext cx="593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Data Structure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2050" y="3543300"/>
            <a:ext cx="592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Usage: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Logistics network visualization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2050" y="3810000"/>
            <a:ext cx="59245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Represents cities as nodes and routes as weighted edges. Adjacency list implementation for efficient storage. Visualized using Cytoscape.js for interactive network exploration.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0525" y="4657725"/>
            <a:ext cx="6743700" cy="1447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3875" y="4791075"/>
            <a:ext cx="514350" cy="51435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6750" y="4933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5" name="Text 23"/>
          <p:cNvSpPr/>
          <p:nvPr/>
        </p:nvSpPr>
        <p:spPr>
          <a:xfrm>
            <a:off x="1162050" y="4781550"/>
            <a:ext cx="593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Traversal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62050" y="5086350"/>
            <a:ext cx="592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Usage: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Node exploration animation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62050" y="5353050"/>
            <a:ext cx="59245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BFS and DFS traversal for exploring delivery networks. Step-by-step animation showing path discovery. Helps visualize algorithm execution and route discovery process.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rot="-60000">
            <a:off x="7293539" y="1537208"/>
            <a:ext cx="4486275" cy="239077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60982" y="177594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 rot="-60000">
            <a:off x="7662723" y="1668266"/>
            <a:ext cx="408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 Impact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 rot="-60000">
            <a:off x="7440107" y="2020639"/>
            <a:ext cx="4210050" cy="55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 rot="-60000">
            <a:off x="7488721" y="2069255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40-60%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 rot="-60000">
            <a:off x="7492711" y="2297818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efficiency improvement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rot="-60000">
            <a:off x="7450746" y="2630146"/>
            <a:ext cx="4210050" cy="55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 rot="-60000">
            <a:off x="7499360" y="2678762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30-50%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 rot="-60000">
            <a:off x="7503350" y="2907325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Fuel consumption reduction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 rot="-60000">
            <a:off x="7461385" y="3239653"/>
            <a:ext cx="4210050" cy="55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 rot="-60000">
            <a:off x="7509999" y="3288269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25-40%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 rot="-60000">
            <a:off x="7513989" y="3516832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time savings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09545" y="4105275"/>
            <a:ext cx="4495800" cy="1885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35751" y="42767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7652445" y="4229100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Optimization Techniques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33370" y="45720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76096" y="45720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Fuel consumption minimization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33370" y="48387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76096" y="4838700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time reduction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33370" y="51054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76096" y="510540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Distance optimization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33370" y="53721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76096" y="53721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Resource allocation efficiency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33370" y="563880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76096" y="56388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path recalculation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 rot="60000">
            <a:off x="7306231" y="6085243"/>
            <a:ext cx="4495800" cy="40005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349453" y="622721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 rot="60000">
            <a:off x="7603154" y="6172614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DAA Course Project Application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449535" y="-454672"/>
            <a:ext cx="839272" cy="839272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098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628960" y="5861365"/>
            <a:ext cx="1128053" cy="550490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098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347440" y="1728178"/>
            <a:ext cx="694881" cy="694881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6098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0001" y="370001"/>
            <a:ext cx="767076" cy="30683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2441" y="451221"/>
            <a:ext cx="162440" cy="144391"/>
          </a:xfrm>
          <a:custGeom>
            <a:avLst/>
            <a:gdLst/>
            <a:ahLst/>
            <a:cxnLst/>
            <a:rect l="l" t="t" r="r" b="b"/>
            <a:pathLst>
              <a:path w="162440" h="144391">
                <a:moveTo>
                  <a:pt x="87283" y="-5330"/>
                </a:moveTo>
                <a:cubicBezTo>
                  <a:pt x="86127" y="-7586"/>
                  <a:pt x="83786" y="-9024"/>
                  <a:pt x="81248" y="-9024"/>
                </a:cubicBezTo>
                <a:cubicBezTo>
                  <a:pt x="78710" y="-9024"/>
                  <a:pt x="76369" y="-7586"/>
                  <a:pt x="75213" y="-5330"/>
                </a:cubicBezTo>
                <a:lnTo>
                  <a:pt x="54457" y="35336"/>
                </a:lnTo>
                <a:lnTo>
                  <a:pt x="9363" y="42499"/>
                </a:lnTo>
                <a:cubicBezTo>
                  <a:pt x="6853" y="42894"/>
                  <a:pt x="4766" y="44671"/>
                  <a:pt x="3976" y="47096"/>
                </a:cubicBezTo>
                <a:cubicBezTo>
                  <a:pt x="3187" y="49522"/>
                  <a:pt x="3835" y="52172"/>
                  <a:pt x="5612" y="53977"/>
                </a:cubicBezTo>
                <a:lnTo>
                  <a:pt x="37874" y="86268"/>
                </a:lnTo>
                <a:lnTo>
                  <a:pt x="30768" y="131362"/>
                </a:lnTo>
                <a:cubicBezTo>
                  <a:pt x="30373" y="133872"/>
                  <a:pt x="31416" y="136410"/>
                  <a:pt x="33475" y="137905"/>
                </a:cubicBezTo>
                <a:cubicBezTo>
                  <a:pt x="35534" y="139399"/>
                  <a:pt x="38241" y="139625"/>
                  <a:pt x="40525" y="138469"/>
                </a:cubicBezTo>
                <a:lnTo>
                  <a:pt x="81248" y="117769"/>
                </a:lnTo>
                <a:lnTo>
                  <a:pt x="121943" y="138469"/>
                </a:lnTo>
                <a:cubicBezTo>
                  <a:pt x="124199" y="139625"/>
                  <a:pt x="126934" y="139399"/>
                  <a:pt x="128993" y="137905"/>
                </a:cubicBezTo>
                <a:cubicBezTo>
                  <a:pt x="131052" y="136410"/>
                  <a:pt x="132095" y="133900"/>
                  <a:pt x="131700" y="131362"/>
                </a:cubicBezTo>
                <a:lnTo>
                  <a:pt x="124565" y="86268"/>
                </a:lnTo>
                <a:lnTo>
                  <a:pt x="156828" y="53977"/>
                </a:lnTo>
                <a:cubicBezTo>
                  <a:pt x="158632" y="52172"/>
                  <a:pt x="159253" y="49522"/>
                  <a:pt x="158463" y="47096"/>
                </a:cubicBezTo>
                <a:cubicBezTo>
                  <a:pt x="157674" y="44671"/>
                  <a:pt x="155615" y="42894"/>
                  <a:pt x="153077" y="42499"/>
                </a:cubicBezTo>
                <a:lnTo>
                  <a:pt x="108011" y="35336"/>
                </a:lnTo>
                <a:lnTo>
                  <a:pt x="87283" y="-53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2767" y="360977"/>
            <a:ext cx="589433" cy="288782"/>
          </a:xfrm>
          <a:prstGeom prst="rect">
            <a:avLst/>
          </a:prstGeom>
          <a:noFill/>
          <a:ln/>
        </p:spPr>
        <p:txBody>
          <a:bodyPr wrap="square" lIns="144391" tIns="36098" rIns="144391" bIns="36098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0977" y="758052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Features &amp; Capabilities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0977" y="1155127"/>
            <a:ext cx="1155126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Comprehensive feature set creating a complete logistics management solution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0001" y="1489030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246" y="1579275"/>
            <a:ext cx="342928" cy="342928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2746" y="1669519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38072" y="17767"/>
                </a:moveTo>
                <a:cubicBezTo>
                  <a:pt x="38072" y="7963"/>
                  <a:pt x="46035" y="0"/>
                  <a:pt x="55839" y="0"/>
                </a:cubicBezTo>
                <a:lnTo>
                  <a:pt x="63453" y="0"/>
                </a:lnTo>
                <a:cubicBezTo>
                  <a:pt x="69069" y="0"/>
                  <a:pt x="73605" y="4537"/>
                  <a:pt x="73605" y="10152"/>
                </a:cubicBezTo>
                <a:lnTo>
                  <a:pt x="73605" y="152287"/>
                </a:lnTo>
                <a:cubicBezTo>
                  <a:pt x="73605" y="157903"/>
                  <a:pt x="69069" y="162440"/>
                  <a:pt x="63453" y="162440"/>
                </a:cubicBezTo>
                <a:lnTo>
                  <a:pt x="53301" y="162440"/>
                </a:lnTo>
                <a:cubicBezTo>
                  <a:pt x="43846" y="162440"/>
                  <a:pt x="35883" y="155967"/>
                  <a:pt x="33630" y="147211"/>
                </a:cubicBezTo>
                <a:cubicBezTo>
                  <a:pt x="33408" y="147211"/>
                  <a:pt x="33218" y="147211"/>
                  <a:pt x="32996" y="147211"/>
                </a:cubicBezTo>
                <a:cubicBezTo>
                  <a:pt x="18972" y="147211"/>
                  <a:pt x="7614" y="135853"/>
                  <a:pt x="7614" y="121830"/>
                </a:cubicBezTo>
                <a:cubicBezTo>
                  <a:pt x="7614" y="116119"/>
                  <a:pt x="9518" y="110852"/>
                  <a:pt x="12691" y="106601"/>
                </a:cubicBezTo>
                <a:cubicBezTo>
                  <a:pt x="6536" y="101969"/>
                  <a:pt x="2538" y="94608"/>
                  <a:pt x="2538" y="86296"/>
                </a:cubicBezTo>
                <a:cubicBezTo>
                  <a:pt x="2538" y="76493"/>
                  <a:pt x="8122" y="67958"/>
                  <a:pt x="16244" y="63739"/>
                </a:cubicBezTo>
                <a:cubicBezTo>
                  <a:pt x="13991" y="59931"/>
                  <a:pt x="12691" y="55490"/>
                  <a:pt x="12691" y="50762"/>
                </a:cubicBezTo>
                <a:cubicBezTo>
                  <a:pt x="12691" y="36739"/>
                  <a:pt x="24049" y="25381"/>
                  <a:pt x="38072" y="25381"/>
                </a:cubicBezTo>
                <a:lnTo>
                  <a:pt x="38072" y="17767"/>
                </a:lnTo>
                <a:close/>
                <a:moveTo>
                  <a:pt x="124368" y="17767"/>
                </a:moveTo>
                <a:lnTo>
                  <a:pt x="124368" y="25381"/>
                </a:lnTo>
                <a:cubicBezTo>
                  <a:pt x="138391" y="25381"/>
                  <a:pt x="149749" y="36739"/>
                  <a:pt x="149749" y="50762"/>
                </a:cubicBezTo>
                <a:cubicBezTo>
                  <a:pt x="149749" y="55521"/>
                  <a:pt x="148448" y="59963"/>
                  <a:pt x="146196" y="63739"/>
                </a:cubicBezTo>
                <a:cubicBezTo>
                  <a:pt x="154349" y="67958"/>
                  <a:pt x="159902" y="76461"/>
                  <a:pt x="159902" y="86296"/>
                </a:cubicBezTo>
                <a:cubicBezTo>
                  <a:pt x="159902" y="94608"/>
                  <a:pt x="155904" y="101969"/>
                  <a:pt x="149749" y="106601"/>
                </a:cubicBezTo>
                <a:cubicBezTo>
                  <a:pt x="152922" y="110852"/>
                  <a:pt x="154825" y="116119"/>
                  <a:pt x="154825" y="121830"/>
                </a:cubicBezTo>
                <a:cubicBezTo>
                  <a:pt x="154825" y="135853"/>
                  <a:pt x="143467" y="147211"/>
                  <a:pt x="129444" y="147211"/>
                </a:cubicBezTo>
                <a:cubicBezTo>
                  <a:pt x="129222" y="147211"/>
                  <a:pt x="129032" y="147211"/>
                  <a:pt x="128810" y="147211"/>
                </a:cubicBezTo>
                <a:cubicBezTo>
                  <a:pt x="126557" y="155967"/>
                  <a:pt x="118594" y="162440"/>
                  <a:pt x="109139" y="162440"/>
                </a:cubicBezTo>
                <a:lnTo>
                  <a:pt x="98987" y="162440"/>
                </a:lnTo>
                <a:cubicBezTo>
                  <a:pt x="93371" y="162440"/>
                  <a:pt x="88834" y="157903"/>
                  <a:pt x="88834" y="152287"/>
                </a:cubicBezTo>
                <a:lnTo>
                  <a:pt x="88834" y="10152"/>
                </a:lnTo>
                <a:cubicBezTo>
                  <a:pt x="88834" y="4537"/>
                  <a:pt x="93371" y="0"/>
                  <a:pt x="98987" y="0"/>
                </a:cubicBezTo>
                <a:lnTo>
                  <a:pt x="106601" y="0"/>
                </a:lnTo>
                <a:cubicBezTo>
                  <a:pt x="116405" y="0"/>
                  <a:pt x="124368" y="7963"/>
                  <a:pt x="124368" y="177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1221" y="2003423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AI-Based Route Optimization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221" y="2256107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Dijkstra algorithm for intelligent path finding and fuel-efficient routing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9777" y="1489030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0021" y="1579275"/>
            <a:ext cx="342928" cy="342928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2521" y="1669519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0" y="81220"/>
                </a:moveTo>
                <a:cubicBezTo>
                  <a:pt x="0" y="36393"/>
                  <a:pt x="36393" y="0"/>
                  <a:pt x="81220" y="0"/>
                </a:cubicBezTo>
                <a:cubicBezTo>
                  <a:pt x="126046" y="0"/>
                  <a:pt x="162440" y="36393"/>
                  <a:pt x="162440" y="81220"/>
                </a:cubicBezTo>
                <a:cubicBezTo>
                  <a:pt x="162440" y="126046"/>
                  <a:pt x="126046" y="162440"/>
                  <a:pt x="81220" y="162440"/>
                </a:cubicBezTo>
                <a:cubicBezTo>
                  <a:pt x="36393" y="162440"/>
                  <a:pt x="0" y="126046"/>
                  <a:pt x="0" y="81220"/>
                </a:cubicBezTo>
                <a:close/>
                <a:moveTo>
                  <a:pt x="91372" y="30457"/>
                </a:moveTo>
                <a:cubicBezTo>
                  <a:pt x="91372" y="24854"/>
                  <a:pt x="86823" y="20305"/>
                  <a:pt x="81220" y="20305"/>
                </a:cubicBezTo>
                <a:cubicBezTo>
                  <a:pt x="75617" y="20305"/>
                  <a:pt x="71067" y="24854"/>
                  <a:pt x="71067" y="30457"/>
                </a:cubicBezTo>
                <a:cubicBezTo>
                  <a:pt x="71067" y="36061"/>
                  <a:pt x="75617" y="40610"/>
                  <a:pt x="81220" y="40610"/>
                </a:cubicBezTo>
                <a:cubicBezTo>
                  <a:pt x="86823" y="40610"/>
                  <a:pt x="91372" y="36061"/>
                  <a:pt x="91372" y="30457"/>
                </a:cubicBezTo>
                <a:close/>
                <a:moveTo>
                  <a:pt x="81220" y="131982"/>
                </a:moveTo>
                <a:cubicBezTo>
                  <a:pt x="92419" y="131982"/>
                  <a:pt x="101525" y="122877"/>
                  <a:pt x="101525" y="111677"/>
                </a:cubicBezTo>
                <a:cubicBezTo>
                  <a:pt x="101525" y="106538"/>
                  <a:pt x="99621" y="101810"/>
                  <a:pt x="96449" y="98257"/>
                </a:cubicBezTo>
                <a:lnTo>
                  <a:pt x="118498" y="54189"/>
                </a:lnTo>
                <a:cubicBezTo>
                  <a:pt x="120370" y="50413"/>
                  <a:pt x="118847" y="45845"/>
                  <a:pt x="115104" y="43973"/>
                </a:cubicBezTo>
                <a:cubicBezTo>
                  <a:pt x="111360" y="42101"/>
                  <a:pt x="106760" y="43624"/>
                  <a:pt x="104888" y="47368"/>
                </a:cubicBezTo>
                <a:lnTo>
                  <a:pt x="82838" y="91436"/>
                </a:lnTo>
                <a:cubicBezTo>
                  <a:pt x="82299" y="91404"/>
                  <a:pt x="81759" y="91372"/>
                  <a:pt x="81220" y="91372"/>
                </a:cubicBezTo>
                <a:cubicBezTo>
                  <a:pt x="70020" y="91372"/>
                  <a:pt x="60915" y="100478"/>
                  <a:pt x="60915" y="111677"/>
                </a:cubicBezTo>
                <a:cubicBezTo>
                  <a:pt x="60915" y="122877"/>
                  <a:pt x="70020" y="131982"/>
                  <a:pt x="81220" y="131982"/>
                </a:cubicBezTo>
                <a:close/>
                <a:moveTo>
                  <a:pt x="55839" y="45686"/>
                </a:moveTo>
                <a:cubicBezTo>
                  <a:pt x="55839" y="40083"/>
                  <a:pt x="51289" y="35534"/>
                  <a:pt x="45686" y="35534"/>
                </a:cubicBezTo>
                <a:cubicBezTo>
                  <a:pt x="40083" y="35534"/>
                  <a:pt x="35534" y="40083"/>
                  <a:pt x="35534" y="45686"/>
                </a:cubicBezTo>
                <a:cubicBezTo>
                  <a:pt x="35534" y="51289"/>
                  <a:pt x="40083" y="55839"/>
                  <a:pt x="45686" y="55839"/>
                </a:cubicBezTo>
                <a:cubicBezTo>
                  <a:pt x="51289" y="55839"/>
                  <a:pt x="55839" y="51289"/>
                  <a:pt x="55839" y="45686"/>
                </a:cubicBezTo>
                <a:close/>
                <a:moveTo>
                  <a:pt x="30457" y="91372"/>
                </a:moveTo>
                <a:cubicBezTo>
                  <a:pt x="36061" y="91372"/>
                  <a:pt x="40610" y="86823"/>
                  <a:pt x="40610" y="81220"/>
                </a:cubicBezTo>
                <a:cubicBezTo>
                  <a:pt x="40610" y="75617"/>
                  <a:pt x="36061" y="71067"/>
                  <a:pt x="30457" y="71067"/>
                </a:cubicBezTo>
                <a:cubicBezTo>
                  <a:pt x="24854" y="71067"/>
                  <a:pt x="20305" y="75617"/>
                  <a:pt x="20305" y="81220"/>
                </a:cubicBezTo>
                <a:cubicBezTo>
                  <a:pt x="20305" y="86823"/>
                  <a:pt x="24854" y="91372"/>
                  <a:pt x="30457" y="91372"/>
                </a:cubicBezTo>
                <a:close/>
                <a:moveTo>
                  <a:pt x="142135" y="81220"/>
                </a:moveTo>
                <a:cubicBezTo>
                  <a:pt x="142135" y="75617"/>
                  <a:pt x="137586" y="71067"/>
                  <a:pt x="131982" y="71067"/>
                </a:cubicBezTo>
                <a:cubicBezTo>
                  <a:pt x="126379" y="71067"/>
                  <a:pt x="121830" y="75617"/>
                  <a:pt x="121830" y="81220"/>
                </a:cubicBezTo>
                <a:cubicBezTo>
                  <a:pt x="121830" y="86823"/>
                  <a:pt x="126379" y="91372"/>
                  <a:pt x="131982" y="91372"/>
                </a:cubicBezTo>
                <a:cubicBezTo>
                  <a:pt x="137586" y="91372"/>
                  <a:pt x="142135" y="86823"/>
                  <a:pt x="142135" y="812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310997" y="2003423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Logistics 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10997" y="2256107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monitoring with active deliveries, trucks, and agents status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89552" y="1489030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79796" y="1579275"/>
            <a:ext cx="342928" cy="342928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2449" y="1669519"/>
            <a:ext cx="142135" cy="162440"/>
          </a:xfrm>
          <a:custGeom>
            <a:avLst/>
            <a:gdLst/>
            <a:ahLst/>
            <a:cxnLst/>
            <a:rect l="l" t="t" r="r" b="b"/>
            <a:pathLst>
              <a:path w="142135" h="162440">
                <a:moveTo>
                  <a:pt x="117198" y="40610"/>
                </a:moveTo>
                <a:lnTo>
                  <a:pt x="106315" y="25381"/>
                </a:lnTo>
                <a:lnTo>
                  <a:pt x="35851" y="25381"/>
                </a:lnTo>
                <a:lnTo>
                  <a:pt x="24969" y="40610"/>
                </a:lnTo>
                <a:lnTo>
                  <a:pt x="117198" y="40610"/>
                </a:lnTo>
                <a:close/>
                <a:moveTo>
                  <a:pt x="0" y="47114"/>
                </a:moveTo>
                <a:cubicBezTo>
                  <a:pt x="0" y="42894"/>
                  <a:pt x="1333" y="38770"/>
                  <a:pt x="3775" y="35312"/>
                </a:cubicBezTo>
                <a:lnTo>
                  <a:pt x="19321" y="13579"/>
                </a:lnTo>
                <a:cubicBezTo>
                  <a:pt x="23129" y="8249"/>
                  <a:pt x="29284" y="5076"/>
                  <a:pt x="35819" y="5076"/>
                </a:cubicBezTo>
                <a:lnTo>
                  <a:pt x="106284" y="5076"/>
                </a:lnTo>
                <a:cubicBezTo>
                  <a:pt x="112851" y="5076"/>
                  <a:pt x="119006" y="8249"/>
                  <a:pt x="122813" y="13579"/>
                </a:cubicBezTo>
                <a:lnTo>
                  <a:pt x="138328" y="35312"/>
                </a:lnTo>
                <a:cubicBezTo>
                  <a:pt x="140802" y="38770"/>
                  <a:pt x="142103" y="42894"/>
                  <a:pt x="142103" y="47114"/>
                </a:cubicBezTo>
                <a:lnTo>
                  <a:pt x="142135" y="131982"/>
                </a:lnTo>
                <a:cubicBezTo>
                  <a:pt x="142135" y="143182"/>
                  <a:pt x="133029" y="152287"/>
                  <a:pt x="121830" y="152287"/>
                </a:cubicBezTo>
                <a:lnTo>
                  <a:pt x="20305" y="152287"/>
                </a:lnTo>
                <a:cubicBezTo>
                  <a:pt x="9106" y="152287"/>
                  <a:pt x="0" y="143182"/>
                  <a:pt x="0" y="131982"/>
                </a:cubicBezTo>
                <a:lnTo>
                  <a:pt x="0" y="47114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3" name="Text 21"/>
          <p:cNvSpPr/>
          <p:nvPr/>
        </p:nvSpPr>
        <p:spPr>
          <a:xfrm>
            <a:off x="8170772" y="2003423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Management System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70772" y="2256107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Full CRUD operations for shipments with database persistence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0001" y="2860743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246" y="2950987"/>
            <a:ext cx="342928" cy="342928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2594" y="3041232"/>
            <a:ext cx="182745" cy="162440"/>
          </a:xfrm>
          <a:custGeom>
            <a:avLst/>
            <a:gdLst/>
            <a:ahLst/>
            <a:cxnLst/>
            <a:rect l="l" t="t" r="r" b="b"/>
            <a:pathLst>
              <a:path w="182745" h="162440">
                <a:moveTo>
                  <a:pt x="0" y="30457"/>
                </a:moveTo>
                <a:cubicBezTo>
                  <a:pt x="0" y="19258"/>
                  <a:pt x="9106" y="10152"/>
                  <a:pt x="20305" y="10152"/>
                </a:cubicBezTo>
                <a:lnTo>
                  <a:pt x="111677" y="10152"/>
                </a:lnTo>
                <a:cubicBezTo>
                  <a:pt x="122877" y="10152"/>
                  <a:pt x="131982" y="19258"/>
                  <a:pt x="131982" y="30457"/>
                </a:cubicBezTo>
                <a:lnTo>
                  <a:pt x="131982" y="40610"/>
                </a:lnTo>
                <a:lnTo>
                  <a:pt x="148068" y="40610"/>
                </a:lnTo>
                <a:cubicBezTo>
                  <a:pt x="153461" y="40610"/>
                  <a:pt x="158632" y="42736"/>
                  <a:pt x="162440" y="46543"/>
                </a:cubicBezTo>
                <a:lnTo>
                  <a:pt x="176812" y="60915"/>
                </a:lnTo>
                <a:cubicBezTo>
                  <a:pt x="180619" y="64722"/>
                  <a:pt x="182745" y="69893"/>
                  <a:pt x="182745" y="75287"/>
                </a:cubicBezTo>
                <a:lnTo>
                  <a:pt x="182745" y="121830"/>
                </a:lnTo>
                <a:cubicBezTo>
                  <a:pt x="182745" y="133029"/>
                  <a:pt x="173639" y="142135"/>
                  <a:pt x="162440" y="142135"/>
                </a:cubicBezTo>
                <a:lnTo>
                  <a:pt x="161393" y="142135"/>
                </a:lnTo>
                <a:cubicBezTo>
                  <a:pt x="158093" y="153842"/>
                  <a:pt x="147306" y="162440"/>
                  <a:pt x="134520" y="162440"/>
                </a:cubicBezTo>
                <a:cubicBezTo>
                  <a:pt x="121735" y="162440"/>
                  <a:pt x="110979" y="153842"/>
                  <a:pt x="107648" y="142135"/>
                </a:cubicBezTo>
                <a:lnTo>
                  <a:pt x="75097" y="142135"/>
                </a:lnTo>
                <a:cubicBezTo>
                  <a:pt x="71797" y="153842"/>
                  <a:pt x="61010" y="162440"/>
                  <a:pt x="48224" y="162440"/>
                </a:cubicBezTo>
                <a:cubicBezTo>
                  <a:pt x="35438" y="162440"/>
                  <a:pt x="24683" y="153842"/>
                  <a:pt x="21352" y="142135"/>
                </a:cubicBezTo>
                <a:lnTo>
                  <a:pt x="20305" y="142135"/>
                </a:lnTo>
                <a:cubicBezTo>
                  <a:pt x="9106" y="142135"/>
                  <a:pt x="0" y="133029"/>
                  <a:pt x="0" y="121830"/>
                </a:cubicBezTo>
                <a:lnTo>
                  <a:pt x="0" y="30457"/>
                </a:lnTo>
                <a:close/>
                <a:moveTo>
                  <a:pt x="162440" y="91372"/>
                </a:moveTo>
                <a:lnTo>
                  <a:pt x="162440" y="75287"/>
                </a:lnTo>
                <a:lnTo>
                  <a:pt x="148068" y="60915"/>
                </a:lnTo>
                <a:lnTo>
                  <a:pt x="131982" y="60915"/>
                </a:lnTo>
                <a:lnTo>
                  <a:pt x="131982" y="91372"/>
                </a:lnTo>
                <a:lnTo>
                  <a:pt x="162440" y="91372"/>
                </a:lnTo>
                <a:close/>
                <a:moveTo>
                  <a:pt x="60915" y="134520"/>
                </a:moveTo>
                <a:cubicBezTo>
                  <a:pt x="60915" y="127516"/>
                  <a:pt x="55228" y="121830"/>
                  <a:pt x="48224" y="121830"/>
                </a:cubicBezTo>
                <a:cubicBezTo>
                  <a:pt x="41220" y="121830"/>
                  <a:pt x="35534" y="127516"/>
                  <a:pt x="35534" y="134520"/>
                </a:cubicBezTo>
                <a:cubicBezTo>
                  <a:pt x="35534" y="141524"/>
                  <a:pt x="41220" y="147211"/>
                  <a:pt x="48224" y="147211"/>
                </a:cubicBezTo>
                <a:cubicBezTo>
                  <a:pt x="55228" y="147211"/>
                  <a:pt x="60915" y="141524"/>
                  <a:pt x="60915" y="134520"/>
                </a:cubicBezTo>
                <a:close/>
                <a:moveTo>
                  <a:pt x="134520" y="147211"/>
                </a:moveTo>
                <a:cubicBezTo>
                  <a:pt x="141524" y="147211"/>
                  <a:pt x="147211" y="141524"/>
                  <a:pt x="147211" y="134520"/>
                </a:cubicBezTo>
                <a:cubicBezTo>
                  <a:pt x="147211" y="127516"/>
                  <a:pt x="141524" y="121830"/>
                  <a:pt x="134520" y="121830"/>
                </a:cubicBezTo>
                <a:cubicBezTo>
                  <a:pt x="127516" y="121830"/>
                  <a:pt x="121830" y="127516"/>
                  <a:pt x="121830" y="134520"/>
                </a:cubicBezTo>
                <a:cubicBezTo>
                  <a:pt x="121830" y="141524"/>
                  <a:pt x="127516" y="147211"/>
                  <a:pt x="134520" y="1472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1221" y="3375135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Fleet Management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1221" y="3627819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Truck operations, status tracking, and fleet availability monitoring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29777" y="2860743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20021" y="2950987"/>
            <a:ext cx="342928" cy="342928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92217" y="3041232"/>
            <a:ext cx="203050" cy="162440"/>
          </a:xfrm>
          <a:custGeom>
            <a:avLst/>
            <a:gdLst/>
            <a:ahLst/>
            <a:cxnLst/>
            <a:rect l="l" t="t" r="r" b="b"/>
            <a:pathLst>
              <a:path w="203050" h="162440">
                <a:moveTo>
                  <a:pt x="101525" y="5076"/>
                </a:moveTo>
                <a:cubicBezTo>
                  <a:pt x="119736" y="5076"/>
                  <a:pt x="134520" y="19861"/>
                  <a:pt x="134520" y="38072"/>
                </a:cubicBezTo>
                <a:cubicBezTo>
                  <a:pt x="134520" y="56283"/>
                  <a:pt x="119736" y="71067"/>
                  <a:pt x="101525" y="71067"/>
                </a:cubicBezTo>
                <a:cubicBezTo>
                  <a:pt x="83314" y="71067"/>
                  <a:pt x="68529" y="56283"/>
                  <a:pt x="68529" y="38072"/>
                </a:cubicBezTo>
                <a:cubicBezTo>
                  <a:pt x="68529" y="19861"/>
                  <a:pt x="83314" y="5076"/>
                  <a:pt x="101525" y="5076"/>
                </a:cubicBezTo>
                <a:close/>
                <a:moveTo>
                  <a:pt x="30457" y="27919"/>
                </a:moveTo>
                <a:cubicBezTo>
                  <a:pt x="43065" y="27919"/>
                  <a:pt x="53301" y="38155"/>
                  <a:pt x="53301" y="50762"/>
                </a:cubicBezTo>
                <a:cubicBezTo>
                  <a:pt x="53301" y="63370"/>
                  <a:pt x="43065" y="73605"/>
                  <a:pt x="30457" y="73605"/>
                </a:cubicBezTo>
                <a:cubicBezTo>
                  <a:pt x="17850" y="73605"/>
                  <a:pt x="7614" y="63370"/>
                  <a:pt x="7614" y="50762"/>
                </a:cubicBezTo>
                <a:cubicBezTo>
                  <a:pt x="7614" y="38155"/>
                  <a:pt x="17850" y="27919"/>
                  <a:pt x="30457" y="27919"/>
                </a:cubicBezTo>
                <a:close/>
                <a:moveTo>
                  <a:pt x="0" y="131982"/>
                </a:moveTo>
                <a:cubicBezTo>
                  <a:pt x="0" y="109552"/>
                  <a:pt x="18179" y="91372"/>
                  <a:pt x="40610" y="91372"/>
                </a:cubicBezTo>
                <a:cubicBezTo>
                  <a:pt x="44671" y="91372"/>
                  <a:pt x="48605" y="91975"/>
                  <a:pt x="52317" y="93086"/>
                </a:cubicBezTo>
                <a:cubicBezTo>
                  <a:pt x="41879" y="104761"/>
                  <a:pt x="35534" y="120180"/>
                  <a:pt x="35534" y="137058"/>
                </a:cubicBezTo>
                <a:lnTo>
                  <a:pt x="35534" y="142135"/>
                </a:lnTo>
                <a:cubicBezTo>
                  <a:pt x="35534" y="145752"/>
                  <a:pt x="36295" y="149178"/>
                  <a:pt x="37659" y="152287"/>
                </a:cubicBezTo>
                <a:lnTo>
                  <a:pt x="10152" y="152287"/>
                </a:lnTo>
                <a:cubicBezTo>
                  <a:pt x="4537" y="152287"/>
                  <a:pt x="0" y="147750"/>
                  <a:pt x="0" y="142135"/>
                </a:cubicBezTo>
                <a:lnTo>
                  <a:pt x="0" y="131982"/>
                </a:lnTo>
                <a:close/>
                <a:moveTo>
                  <a:pt x="165390" y="152287"/>
                </a:moveTo>
                <a:cubicBezTo>
                  <a:pt x="166754" y="149178"/>
                  <a:pt x="167516" y="145752"/>
                  <a:pt x="167516" y="142135"/>
                </a:cubicBezTo>
                <a:lnTo>
                  <a:pt x="167516" y="137058"/>
                </a:lnTo>
                <a:cubicBezTo>
                  <a:pt x="167516" y="120180"/>
                  <a:pt x="161171" y="104761"/>
                  <a:pt x="150733" y="93086"/>
                </a:cubicBezTo>
                <a:cubicBezTo>
                  <a:pt x="154445" y="91975"/>
                  <a:pt x="158379" y="91372"/>
                  <a:pt x="162440" y="91372"/>
                </a:cubicBezTo>
                <a:cubicBezTo>
                  <a:pt x="184870" y="91372"/>
                  <a:pt x="203050" y="109552"/>
                  <a:pt x="203050" y="131982"/>
                </a:cubicBezTo>
                <a:lnTo>
                  <a:pt x="203050" y="142135"/>
                </a:lnTo>
                <a:cubicBezTo>
                  <a:pt x="203050" y="147750"/>
                  <a:pt x="198513" y="152287"/>
                  <a:pt x="192897" y="152287"/>
                </a:cubicBezTo>
                <a:lnTo>
                  <a:pt x="165390" y="152287"/>
                </a:lnTo>
                <a:close/>
                <a:moveTo>
                  <a:pt x="149749" y="50762"/>
                </a:moveTo>
                <a:cubicBezTo>
                  <a:pt x="149749" y="38155"/>
                  <a:pt x="159985" y="27919"/>
                  <a:pt x="172592" y="27919"/>
                </a:cubicBezTo>
                <a:cubicBezTo>
                  <a:pt x="185200" y="27919"/>
                  <a:pt x="195435" y="38155"/>
                  <a:pt x="195435" y="50762"/>
                </a:cubicBezTo>
                <a:cubicBezTo>
                  <a:pt x="195435" y="63370"/>
                  <a:pt x="185200" y="73605"/>
                  <a:pt x="172592" y="73605"/>
                </a:cubicBezTo>
                <a:cubicBezTo>
                  <a:pt x="159985" y="73605"/>
                  <a:pt x="149749" y="63370"/>
                  <a:pt x="149749" y="50762"/>
                </a:cubicBezTo>
                <a:close/>
                <a:moveTo>
                  <a:pt x="50762" y="137058"/>
                </a:moveTo>
                <a:cubicBezTo>
                  <a:pt x="50762" y="109012"/>
                  <a:pt x="73479" y="86296"/>
                  <a:pt x="101525" y="86296"/>
                </a:cubicBezTo>
                <a:cubicBezTo>
                  <a:pt x="129571" y="86296"/>
                  <a:pt x="152287" y="109012"/>
                  <a:pt x="152287" y="137058"/>
                </a:cubicBezTo>
                <a:lnTo>
                  <a:pt x="152287" y="142135"/>
                </a:lnTo>
                <a:cubicBezTo>
                  <a:pt x="152287" y="147750"/>
                  <a:pt x="147750" y="152287"/>
                  <a:pt x="142135" y="152287"/>
                </a:cubicBezTo>
                <a:lnTo>
                  <a:pt x="60915" y="152287"/>
                </a:lnTo>
                <a:cubicBezTo>
                  <a:pt x="55299" y="152287"/>
                  <a:pt x="50762" y="147750"/>
                  <a:pt x="50762" y="142135"/>
                </a:cubicBezTo>
                <a:lnTo>
                  <a:pt x="50762" y="1370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310997" y="3375135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Delivery Agent Management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10997" y="3627819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Staff management with city assignments and workforce tracking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89552" y="2860743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79796" y="2950987"/>
            <a:ext cx="342928" cy="342928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1992" y="3041232"/>
            <a:ext cx="203050" cy="162440"/>
          </a:xfrm>
          <a:custGeom>
            <a:avLst/>
            <a:gdLst/>
            <a:ahLst/>
            <a:cxnLst/>
            <a:rect l="l" t="t" r="r" b="b"/>
            <a:pathLst>
              <a:path w="203050" h="162440">
                <a:moveTo>
                  <a:pt x="182745" y="15229"/>
                </a:moveTo>
                <a:cubicBezTo>
                  <a:pt x="182745" y="11707"/>
                  <a:pt x="180936" y="8439"/>
                  <a:pt x="177922" y="6599"/>
                </a:cubicBezTo>
                <a:cubicBezTo>
                  <a:pt x="174908" y="4759"/>
                  <a:pt x="171196" y="4569"/>
                  <a:pt x="168055" y="6155"/>
                </a:cubicBezTo>
                <a:lnTo>
                  <a:pt x="131189" y="24588"/>
                </a:lnTo>
                <a:lnTo>
                  <a:pt x="74272" y="5584"/>
                </a:lnTo>
                <a:cubicBezTo>
                  <a:pt x="71702" y="4727"/>
                  <a:pt x="68942" y="4918"/>
                  <a:pt x="66530" y="6123"/>
                </a:cubicBezTo>
                <a:lnTo>
                  <a:pt x="25921" y="26428"/>
                </a:lnTo>
                <a:cubicBezTo>
                  <a:pt x="22462" y="28173"/>
                  <a:pt x="20305" y="31695"/>
                  <a:pt x="20305" y="35534"/>
                </a:cubicBezTo>
                <a:lnTo>
                  <a:pt x="20305" y="147211"/>
                </a:lnTo>
                <a:cubicBezTo>
                  <a:pt x="20305" y="150733"/>
                  <a:pt x="22113" y="154000"/>
                  <a:pt x="25127" y="155841"/>
                </a:cubicBezTo>
                <a:cubicBezTo>
                  <a:pt x="28141" y="157681"/>
                  <a:pt x="31853" y="157871"/>
                  <a:pt x="34994" y="156285"/>
                </a:cubicBezTo>
                <a:lnTo>
                  <a:pt x="71829" y="137852"/>
                </a:lnTo>
                <a:lnTo>
                  <a:pt x="126811" y="156190"/>
                </a:lnTo>
                <a:cubicBezTo>
                  <a:pt x="125447" y="154159"/>
                  <a:pt x="124114" y="152033"/>
                  <a:pt x="122813" y="149876"/>
                </a:cubicBezTo>
                <a:cubicBezTo>
                  <a:pt x="119323" y="144070"/>
                  <a:pt x="115865" y="137407"/>
                  <a:pt x="113295" y="130269"/>
                </a:cubicBezTo>
                <a:lnTo>
                  <a:pt x="81188" y="119577"/>
                </a:lnTo>
                <a:lnTo>
                  <a:pt x="81188" y="29315"/>
                </a:lnTo>
                <a:lnTo>
                  <a:pt x="121798" y="42862"/>
                </a:lnTo>
                <a:lnTo>
                  <a:pt x="121798" y="74367"/>
                </a:lnTo>
                <a:cubicBezTo>
                  <a:pt x="131633" y="63009"/>
                  <a:pt x="146227" y="55839"/>
                  <a:pt x="162408" y="55839"/>
                </a:cubicBezTo>
                <a:cubicBezTo>
                  <a:pt x="169578" y="55839"/>
                  <a:pt x="176431" y="57235"/>
                  <a:pt x="182713" y="59804"/>
                </a:cubicBezTo>
                <a:lnTo>
                  <a:pt x="182745" y="15229"/>
                </a:lnTo>
                <a:close/>
                <a:moveTo>
                  <a:pt x="162440" y="71067"/>
                </a:moveTo>
                <a:cubicBezTo>
                  <a:pt x="141405" y="71067"/>
                  <a:pt x="124368" y="87819"/>
                  <a:pt x="124368" y="108473"/>
                </a:cubicBezTo>
                <a:cubicBezTo>
                  <a:pt x="124368" y="130332"/>
                  <a:pt x="144705" y="156190"/>
                  <a:pt x="155650" y="168531"/>
                </a:cubicBezTo>
                <a:cubicBezTo>
                  <a:pt x="159330" y="172656"/>
                  <a:pt x="165581" y="172656"/>
                  <a:pt x="169261" y="168531"/>
                </a:cubicBezTo>
                <a:cubicBezTo>
                  <a:pt x="180207" y="156190"/>
                  <a:pt x="200543" y="130332"/>
                  <a:pt x="200543" y="108473"/>
                </a:cubicBezTo>
                <a:cubicBezTo>
                  <a:pt x="200543" y="87819"/>
                  <a:pt x="183506" y="71067"/>
                  <a:pt x="162471" y="71067"/>
                </a:cubicBezTo>
                <a:close/>
                <a:moveTo>
                  <a:pt x="149749" y="109139"/>
                </a:moveTo>
                <a:cubicBezTo>
                  <a:pt x="149749" y="102135"/>
                  <a:pt x="155436" y="96449"/>
                  <a:pt x="162440" y="96449"/>
                </a:cubicBezTo>
                <a:cubicBezTo>
                  <a:pt x="169444" y="96449"/>
                  <a:pt x="175130" y="102135"/>
                  <a:pt x="175130" y="109139"/>
                </a:cubicBezTo>
                <a:cubicBezTo>
                  <a:pt x="175130" y="116143"/>
                  <a:pt x="169444" y="121830"/>
                  <a:pt x="162440" y="121830"/>
                </a:cubicBezTo>
                <a:cubicBezTo>
                  <a:pt x="155436" y="121830"/>
                  <a:pt x="149749" y="116143"/>
                  <a:pt x="149749" y="109139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8" name="Text 36"/>
          <p:cNvSpPr/>
          <p:nvPr/>
        </p:nvSpPr>
        <p:spPr>
          <a:xfrm>
            <a:off x="8170772" y="3375135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Tracking Map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70772" y="3627819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Folium integration for real-time geographic visualization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0001" y="4232456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0246" y="4322700"/>
            <a:ext cx="342928" cy="342928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2746" y="4412944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0" y="25381"/>
                </a:moveTo>
                <a:cubicBezTo>
                  <a:pt x="0" y="16974"/>
                  <a:pt x="6821" y="10152"/>
                  <a:pt x="15229" y="10152"/>
                </a:cubicBezTo>
                <a:lnTo>
                  <a:pt x="45686" y="10152"/>
                </a:lnTo>
                <a:cubicBezTo>
                  <a:pt x="54094" y="10152"/>
                  <a:pt x="60915" y="16974"/>
                  <a:pt x="60915" y="25381"/>
                </a:cubicBezTo>
                <a:lnTo>
                  <a:pt x="60915" y="30457"/>
                </a:lnTo>
                <a:lnTo>
                  <a:pt x="101525" y="30457"/>
                </a:lnTo>
                <a:lnTo>
                  <a:pt x="101525" y="25381"/>
                </a:lnTo>
                <a:cubicBezTo>
                  <a:pt x="101525" y="16974"/>
                  <a:pt x="108346" y="10152"/>
                  <a:pt x="116754" y="10152"/>
                </a:cubicBezTo>
                <a:lnTo>
                  <a:pt x="147211" y="10152"/>
                </a:lnTo>
                <a:cubicBezTo>
                  <a:pt x="155618" y="10152"/>
                  <a:pt x="162440" y="16974"/>
                  <a:pt x="162440" y="25381"/>
                </a:cubicBezTo>
                <a:lnTo>
                  <a:pt x="162440" y="55839"/>
                </a:lnTo>
                <a:cubicBezTo>
                  <a:pt x="162440" y="64246"/>
                  <a:pt x="155618" y="71067"/>
                  <a:pt x="147211" y="71067"/>
                </a:cubicBezTo>
                <a:lnTo>
                  <a:pt x="116754" y="71067"/>
                </a:lnTo>
                <a:cubicBezTo>
                  <a:pt x="108346" y="71067"/>
                  <a:pt x="101525" y="64246"/>
                  <a:pt x="101525" y="55839"/>
                </a:cubicBezTo>
                <a:lnTo>
                  <a:pt x="101525" y="50762"/>
                </a:lnTo>
                <a:lnTo>
                  <a:pt x="60915" y="50762"/>
                </a:lnTo>
                <a:lnTo>
                  <a:pt x="60915" y="55839"/>
                </a:lnTo>
                <a:cubicBezTo>
                  <a:pt x="60915" y="58155"/>
                  <a:pt x="60376" y="60376"/>
                  <a:pt x="59455" y="62343"/>
                </a:cubicBezTo>
                <a:lnTo>
                  <a:pt x="81220" y="91372"/>
                </a:lnTo>
                <a:lnTo>
                  <a:pt x="106601" y="91372"/>
                </a:lnTo>
                <a:cubicBezTo>
                  <a:pt x="115009" y="91372"/>
                  <a:pt x="121830" y="98194"/>
                  <a:pt x="121830" y="106601"/>
                </a:cubicBezTo>
                <a:lnTo>
                  <a:pt x="121830" y="137058"/>
                </a:lnTo>
                <a:cubicBezTo>
                  <a:pt x="121830" y="145466"/>
                  <a:pt x="115009" y="152287"/>
                  <a:pt x="106601" y="152287"/>
                </a:cubicBezTo>
                <a:lnTo>
                  <a:pt x="76144" y="152287"/>
                </a:lnTo>
                <a:cubicBezTo>
                  <a:pt x="67736" y="152287"/>
                  <a:pt x="60915" y="145466"/>
                  <a:pt x="60915" y="137058"/>
                </a:cubicBezTo>
                <a:lnTo>
                  <a:pt x="60915" y="106601"/>
                </a:lnTo>
                <a:cubicBezTo>
                  <a:pt x="60915" y="104285"/>
                  <a:pt x="61454" y="102064"/>
                  <a:pt x="62374" y="100097"/>
                </a:cubicBezTo>
                <a:lnTo>
                  <a:pt x="40610" y="71067"/>
                </a:lnTo>
                <a:lnTo>
                  <a:pt x="15229" y="71067"/>
                </a:lnTo>
                <a:cubicBezTo>
                  <a:pt x="6821" y="71067"/>
                  <a:pt x="0" y="64246"/>
                  <a:pt x="0" y="55839"/>
                </a:cubicBezTo>
                <a:lnTo>
                  <a:pt x="0" y="253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1221" y="4746848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Visualization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1221" y="4999532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Cytoscape.js for interactive network and path visualization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29777" y="4232456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20021" y="4322700"/>
            <a:ext cx="342928" cy="342928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12521" y="4412944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10152" y="10152"/>
                </a:moveTo>
                <a:cubicBezTo>
                  <a:pt x="15768" y="10152"/>
                  <a:pt x="20305" y="14689"/>
                  <a:pt x="20305" y="20305"/>
                </a:cubicBezTo>
                <a:lnTo>
                  <a:pt x="20305" y="126906"/>
                </a:lnTo>
                <a:cubicBezTo>
                  <a:pt x="20305" y="129698"/>
                  <a:pt x="22589" y="131982"/>
                  <a:pt x="25381" y="131982"/>
                </a:cubicBezTo>
                <a:lnTo>
                  <a:pt x="152287" y="131982"/>
                </a:lnTo>
                <a:cubicBezTo>
                  <a:pt x="157903" y="131982"/>
                  <a:pt x="162440" y="136519"/>
                  <a:pt x="162440" y="142135"/>
                </a:cubicBezTo>
                <a:cubicBezTo>
                  <a:pt x="162440" y="147750"/>
                  <a:pt x="157903" y="152287"/>
                  <a:pt x="152287" y="152287"/>
                </a:cubicBezTo>
                <a:lnTo>
                  <a:pt x="25381" y="152287"/>
                </a:lnTo>
                <a:cubicBezTo>
                  <a:pt x="11358" y="152287"/>
                  <a:pt x="0" y="140929"/>
                  <a:pt x="0" y="126906"/>
                </a:cubicBezTo>
                <a:lnTo>
                  <a:pt x="0" y="20305"/>
                </a:lnTo>
                <a:cubicBezTo>
                  <a:pt x="0" y="14689"/>
                  <a:pt x="4537" y="10152"/>
                  <a:pt x="10152" y="10152"/>
                </a:cubicBezTo>
                <a:close/>
                <a:moveTo>
                  <a:pt x="40610" y="30457"/>
                </a:moveTo>
                <a:cubicBezTo>
                  <a:pt x="40610" y="24842"/>
                  <a:pt x="45147" y="20305"/>
                  <a:pt x="50762" y="20305"/>
                </a:cubicBezTo>
                <a:lnTo>
                  <a:pt x="111677" y="20305"/>
                </a:lnTo>
                <a:cubicBezTo>
                  <a:pt x="117293" y="20305"/>
                  <a:pt x="121830" y="24842"/>
                  <a:pt x="121830" y="30457"/>
                </a:cubicBezTo>
                <a:cubicBezTo>
                  <a:pt x="121830" y="36073"/>
                  <a:pt x="117293" y="40610"/>
                  <a:pt x="111677" y="40610"/>
                </a:cubicBezTo>
                <a:lnTo>
                  <a:pt x="50762" y="40610"/>
                </a:lnTo>
                <a:cubicBezTo>
                  <a:pt x="45147" y="40610"/>
                  <a:pt x="40610" y="36073"/>
                  <a:pt x="40610" y="30457"/>
                </a:cubicBezTo>
                <a:close/>
                <a:moveTo>
                  <a:pt x="50762" y="55839"/>
                </a:moveTo>
                <a:lnTo>
                  <a:pt x="91372" y="55839"/>
                </a:lnTo>
                <a:cubicBezTo>
                  <a:pt x="96988" y="55839"/>
                  <a:pt x="101525" y="60376"/>
                  <a:pt x="101525" y="65991"/>
                </a:cubicBezTo>
                <a:cubicBezTo>
                  <a:pt x="101525" y="71607"/>
                  <a:pt x="96988" y="76144"/>
                  <a:pt x="91372" y="76144"/>
                </a:cubicBezTo>
                <a:lnTo>
                  <a:pt x="50762" y="76144"/>
                </a:lnTo>
                <a:cubicBezTo>
                  <a:pt x="45147" y="76144"/>
                  <a:pt x="40610" y="71607"/>
                  <a:pt x="40610" y="65991"/>
                </a:cubicBezTo>
                <a:cubicBezTo>
                  <a:pt x="40610" y="60376"/>
                  <a:pt x="45147" y="55839"/>
                  <a:pt x="50762" y="55839"/>
                </a:cubicBezTo>
                <a:close/>
                <a:moveTo>
                  <a:pt x="50762" y="91372"/>
                </a:moveTo>
                <a:lnTo>
                  <a:pt x="131982" y="91372"/>
                </a:lnTo>
                <a:cubicBezTo>
                  <a:pt x="137598" y="91372"/>
                  <a:pt x="142135" y="95909"/>
                  <a:pt x="142135" y="101525"/>
                </a:cubicBezTo>
                <a:cubicBezTo>
                  <a:pt x="142135" y="107140"/>
                  <a:pt x="137598" y="111677"/>
                  <a:pt x="131982" y="111677"/>
                </a:cubicBezTo>
                <a:lnTo>
                  <a:pt x="50762" y="111677"/>
                </a:lnTo>
                <a:cubicBezTo>
                  <a:pt x="45147" y="111677"/>
                  <a:pt x="40610" y="107140"/>
                  <a:pt x="40610" y="101525"/>
                </a:cubicBezTo>
                <a:cubicBezTo>
                  <a:pt x="40610" y="95909"/>
                  <a:pt x="45147" y="91372"/>
                  <a:pt x="50762" y="913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310997" y="4746848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10997" y="4999532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Chart.js powered business intelligence and data visualization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89552" y="4232456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79796" y="4322700"/>
            <a:ext cx="342928" cy="342928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72297" y="4412944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0"/>
                </a:moveTo>
                <a:cubicBezTo>
                  <a:pt x="36359" y="0"/>
                  <a:pt x="0" y="36359"/>
                  <a:pt x="0" y="81220"/>
                </a:cubicBezTo>
                <a:cubicBezTo>
                  <a:pt x="0" y="126081"/>
                  <a:pt x="36359" y="162440"/>
                  <a:pt x="81220" y="162440"/>
                </a:cubicBezTo>
                <a:cubicBezTo>
                  <a:pt x="103048" y="162440"/>
                  <a:pt x="122877" y="153810"/>
                  <a:pt x="137471" y="139787"/>
                </a:cubicBezTo>
                <a:cubicBezTo>
                  <a:pt x="139787" y="137566"/>
                  <a:pt x="140453" y="134108"/>
                  <a:pt x="139152" y="131189"/>
                </a:cubicBezTo>
                <a:cubicBezTo>
                  <a:pt x="137852" y="128270"/>
                  <a:pt x="134806" y="126462"/>
                  <a:pt x="131602" y="126716"/>
                </a:cubicBezTo>
                <a:cubicBezTo>
                  <a:pt x="130047" y="126843"/>
                  <a:pt x="128492" y="126906"/>
                  <a:pt x="126906" y="126906"/>
                </a:cubicBezTo>
                <a:cubicBezTo>
                  <a:pt x="94672" y="126906"/>
                  <a:pt x="68529" y="100763"/>
                  <a:pt x="68529" y="68529"/>
                </a:cubicBezTo>
                <a:cubicBezTo>
                  <a:pt x="68529" y="45654"/>
                  <a:pt x="81696" y="25825"/>
                  <a:pt x="100922" y="16244"/>
                </a:cubicBezTo>
                <a:cubicBezTo>
                  <a:pt x="103809" y="14816"/>
                  <a:pt x="105459" y="11707"/>
                  <a:pt x="105078" y="8503"/>
                </a:cubicBezTo>
                <a:cubicBezTo>
                  <a:pt x="104697" y="5298"/>
                  <a:pt x="102350" y="2697"/>
                  <a:pt x="99209" y="1999"/>
                </a:cubicBezTo>
                <a:cubicBezTo>
                  <a:pt x="93403" y="698"/>
                  <a:pt x="87375" y="0"/>
                  <a:pt x="8122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3" name="Text 51"/>
          <p:cNvSpPr/>
          <p:nvPr/>
        </p:nvSpPr>
        <p:spPr>
          <a:xfrm>
            <a:off x="8170772" y="4746848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Professional Dark UI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170772" y="4999532"/>
            <a:ext cx="3645868" cy="19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Modern enterprise-grade user interface design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70001" y="5604169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0246" y="5694413"/>
            <a:ext cx="342928" cy="342928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2899" y="5784657"/>
            <a:ext cx="142135" cy="162440"/>
          </a:xfrm>
          <a:custGeom>
            <a:avLst/>
            <a:gdLst/>
            <a:ahLst/>
            <a:cxnLst/>
            <a:rect l="l" t="t" r="r" b="b"/>
            <a:pathLst>
              <a:path w="142135" h="162440">
                <a:moveTo>
                  <a:pt x="142135" y="65293"/>
                </a:moveTo>
                <a:cubicBezTo>
                  <a:pt x="137439" y="68402"/>
                  <a:pt x="132046" y="70909"/>
                  <a:pt x="126430" y="72907"/>
                </a:cubicBezTo>
                <a:cubicBezTo>
                  <a:pt x="111519" y="78238"/>
                  <a:pt x="91943" y="81220"/>
                  <a:pt x="71067" y="81220"/>
                </a:cubicBezTo>
                <a:cubicBezTo>
                  <a:pt x="50191" y="81220"/>
                  <a:pt x="30584" y="78206"/>
                  <a:pt x="15705" y="72907"/>
                </a:cubicBezTo>
                <a:cubicBezTo>
                  <a:pt x="10121" y="70909"/>
                  <a:pt x="4696" y="68402"/>
                  <a:pt x="0" y="65293"/>
                </a:cubicBezTo>
                <a:lnTo>
                  <a:pt x="0" y="91372"/>
                </a:lnTo>
                <a:cubicBezTo>
                  <a:pt x="0" y="105395"/>
                  <a:pt x="31822" y="116754"/>
                  <a:pt x="71067" y="116754"/>
                </a:cubicBezTo>
                <a:cubicBezTo>
                  <a:pt x="110313" y="116754"/>
                  <a:pt x="142135" y="105395"/>
                  <a:pt x="142135" y="91372"/>
                </a:cubicBezTo>
                <a:lnTo>
                  <a:pt x="142135" y="65293"/>
                </a:lnTo>
                <a:close/>
                <a:moveTo>
                  <a:pt x="142135" y="40610"/>
                </a:moveTo>
                <a:lnTo>
                  <a:pt x="142135" y="25381"/>
                </a:lnTo>
                <a:cubicBezTo>
                  <a:pt x="142135" y="11358"/>
                  <a:pt x="110313" y="0"/>
                  <a:pt x="71067" y="0"/>
                </a:cubicBezTo>
                <a:cubicBezTo>
                  <a:pt x="31822" y="0"/>
                  <a:pt x="0" y="11358"/>
                  <a:pt x="0" y="25381"/>
                </a:cubicBezTo>
                <a:lnTo>
                  <a:pt x="0" y="40610"/>
                </a:lnTo>
                <a:cubicBezTo>
                  <a:pt x="0" y="54633"/>
                  <a:pt x="31822" y="65991"/>
                  <a:pt x="71067" y="65991"/>
                </a:cubicBezTo>
                <a:cubicBezTo>
                  <a:pt x="110313" y="65991"/>
                  <a:pt x="142135" y="54633"/>
                  <a:pt x="142135" y="40610"/>
                </a:cubicBezTo>
                <a:close/>
                <a:moveTo>
                  <a:pt x="126430" y="123670"/>
                </a:moveTo>
                <a:cubicBezTo>
                  <a:pt x="111550" y="128968"/>
                  <a:pt x="91975" y="131982"/>
                  <a:pt x="71067" y="131982"/>
                </a:cubicBezTo>
                <a:cubicBezTo>
                  <a:pt x="50160" y="131982"/>
                  <a:pt x="30584" y="128968"/>
                  <a:pt x="15705" y="123670"/>
                </a:cubicBezTo>
                <a:cubicBezTo>
                  <a:pt x="10121" y="121671"/>
                  <a:pt x="4696" y="119165"/>
                  <a:pt x="0" y="116056"/>
                </a:cubicBezTo>
                <a:lnTo>
                  <a:pt x="0" y="137058"/>
                </a:lnTo>
                <a:cubicBezTo>
                  <a:pt x="0" y="151082"/>
                  <a:pt x="31822" y="162440"/>
                  <a:pt x="71067" y="162440"/>
                </a:cubicBezTo>
                <a:cubicBezTo>
                  <a:pt x="110313" y="162440"/>
                  <a:pt x="142135" y="151082"/>
                  <a:pt x="142135" y="137058"/>
                </a:cubicBezTo>
                <a:lnTo>
                  <a:pt x="142135" y="116056"/>
                </a:lnTo>
                <a:cubicBezTo>
                  <a:pt x="137439" y="119165"/>
                  <a:pt x="132046" y="121671"/>
                  <a:pt x="126430" y="1236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51221" y="6118561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Database Integration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51221" y="6371245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SQLite with SQLAlchemy ORM for reliable data management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229777" y="5604169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320021" y="5694413"/>
            <a:ext cx="342928" cy="342928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12521" y="5784657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20908" y="72495"/>
                </a:moveTo>
                <a:cubicBezTo>
                  <a:pt x="25127" y="42989"/>
                  <a:pt x="50540" y="20305"/>
                  <a:pt x="81220" y="20305"/>
                </a:cubicBezTo>
                <a:cubicBezTo>
                  <a:pt x="98035" y="20305"/>
                  <a:pt x="113264" y="27126"/>
                  <a:pt x="124304" y="38135"/>
                </a:cubicBezTo>
                <a:cubicBezTo>
                  <a:pt x="124368" y="38199"/>
                  <a:pt x="124431" y="38262"/>
                  <a:pt x="124495" y="38326"/>
                </a:cubicBezTo>
                <a:lnTo>
                  <a:pt x="126906" y="40610"/>
                </a:lnTo>
                <a:lnTo>
                  <a:pt x="111709" y="40610"/>
                </a:lnTo>
                <a:cubicBezTo>
                  <a:pt x="106093" y="40610"/>
                  <a:pt x="101557" y="45147"/>
                  <a:pt x="101557" y="50762"/>
                </a:cubicBezTo>
                <a:cubicBezTo>
                  <a:pt x="101557" y="56378"/>
                  <a:pt x="106093" y="60915"/>
                  <a:pt x="111709" y="60915"/>
                </a:cubicBezTo>
                <a:lnTo>
                  <a:pt x="152319" y="60915"/>
                </a:lnTo>
                <a:cubicBezTo>
                  <a:pt x="157935" y="60915"/>
                  <a:pt x="162471" y="56378"/>
                  <a:pt x="162471" y="50762"/>
                </a:cubicBezTo>
                <a:lnTo>
                  <a:pt x="162471" y="10152"/>
                </a:lnTo>
                <a:cubicBezTo>
                  <a:pt x="162471" y="4537"/>
                  <a:pt x="157935" y="0"/>
                  <a:pt x="152319" y="0"/>
                </a:cubicBezTo>
                <a:cubicBezTo>
                  <a:pt x="146703" y="0"/>
                  <a:pt x="142166" y="4537"/>
                  <a:pt x="142166" y="10152"/>
                </a:cubicBezTo>
                <a:lnTo>
                  <a:pt x="142166" y="27094"/>
                </a:lnTo>
                <a:lnTo>
                  <a:pt x="138581" y="23700"/>
                </a:lnTo>
                <a:cubicBezTo>
                  <a:pt x="123892" y="9074"/>
                  <a:pt x="103587" y="0"/>
                  <a:pt x="81220" y="0"/>
                </a:cubicBezTo>
                <a:cubicBezTo>
                  <a:pt x="40293" y="0"/>
                  <a:pt x="6440" y="30267"/>
                  <a:pt x="825" y="69640"/>
                </a:cubicBezTo>
                <a:cubicBezTo>
                  <a:pt x="32" y="75192"/>
                  <a:pt x="3871" y="80331"/>
                  <a:pt x="9423" y="81125"/>
                </a:cubicBezTo>
                <a:cubicBezTo>
                  <a:pt x="14975" y="81918"/>
                  <a:pt x="20115" y="78047"/>
                  <a:pt x="20908" y="72527"/>
                </a:cubicBezTo>
                <a:close/>
                <a:moveTo>
                  <a:pt x="161615" y="92800"/>
                </a:moveTo>
                <a:cubicBezTo>
                  <a:pt x="162408" y="87248"/>
                  <a:pt x="158537" y="82108"/>
                  <a:pt x="153017" y="81315"/>
                </a:cubicBezTo>
                <a:cubicBezTo>
                  <a:pt x="147496" y="80522"/>
                  <a:pt x="142325" y="84392"/>
                  <a:pt x="141532" y="89913"/>
                </a:cubicBezTo>
                <a:cubicBezTo>
                  <a:pt x="137312" y="119419"/>
                  <a:pt x="111899" y="142103"/>
                  <a:pt x="81220" y="142103"/>
                </a:cubicBezTo>
                <a:cubicBezTo>
                  <a:pt x="64405" y="142103"/>
                  <a:pt x="49176" y="135282"/>
                  <a:pt x="38135" y="124273"/>
                </a:cubicBezTo>
                <a:cubicBezTo>
                  <a:pt x="38072" y="124209"/>
                  <a:pt x="38008" y="124146"/>
                  <a:pt x="37945" y="124082"/>
                </a:cubicBezTo>
                <a:lnTo>
                  <a:pt x="35534" y="121798"/>
                </a:lnTo>
                <a:lnTo>
                  <a:pt x="50731" y="121798"/>
                </a:lnTo>
                <a:cubicBezTo>
                  <a:pt x="56346" y="121798"/>
                  <a:pt x="60883" y="117261"/>
                  <a:pt x="60883" y="111646"/>
                </a:cubicBezTo>
                <a:cubicBezTo>
                  <a:pt x="60883" y="106030"/>
                  <a:pt x="56346" y="101493"/>
                  <a:pt x="50731" y="101493"/>
                </a:cubicBezTo>
                <a:lnTo>
                  <a:pt x="10152" y="101525"/>
                </a:lnTo>
                <a:cubicBezTo>
                  <a:pt x="7456" y="101525"/>
                  <a:pt x="4854" y="102603"/>
                  <a:pt x="2951" y="104539"/>
                </a:cubicBezTo>
                <a:cubicBezTo>
                  <a:pt x="1047" y="106474"/>
                  <a:pt x="-32" y="109044"/>
                  <a:pt x="0" y="111772"/>
                </a:cubicBezTo>
                <a:lnTo>
                  <a:pt x="317" y="152065"/>
                </a:lnTo>
                <a:cubicBezTo>
                  <a:pt x="349" y="157681"/>
                  <a:pt x="4949" y="162186"/>
                  <a:pt x="10565" y="162122"/>
                </a:cubicBezTo>
                <a:cubicBezTo>
                  <a:pt x="16181" y="162059"/>
                  <a:pt x="20686" y="157490"/>
                  <a:pt x="20622" y="151875"/>
                </a:cubicBezTo>
                <a:lnTo>
                  <a:pt x="20495" y="135536"/>
                </a:lnTo>
                <a:lnTo>
                  <a:pt x="23890" y="138740"/>
                </a:lnTo>
                <a:cubicBezTo>
                  <a:pt x="38579" y="153366"/>
                  <a:pt x="58853" y="162440"/>
                  <a:pt x="81220" y="162440"/>
                </a:cubicBezTo>
                <a:cubicBezTo>
                  <a:pt x="122147" y="162440"/>
                  <a:pt x="155999" y="132173"/>
                  <a:pt x="161615" y="92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4310997" y="6118561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Data Management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310997" y="6371245"/>
            <a:ext cx="3645868" cy="19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updates and synchronization across all modules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089552" y="5604169"/>
            <a:ext cx="3736113" cy="124537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179796" y="5694413"/>
            <a:ext cx="342928" cy="342928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82449" y="5784657"/>
            <a:ext cx="142135" cy="162440"/>
          </a:xfrm>
          <a:custGeom>
            <a:avLst/>
            <a:gdLst/>
            <a:ahLst/>
            <a:cxnLst/>
            <a:rect l="l" t="t" r="r" b="b"/>
            <a:pathLst>
              <a:path w="142135" h="162440">
                <a:moveTo>
                  <a:pt x="53301" y="10152"/>
                </a:moveTo>
                <a:lnTo>
                  <a:pt x="7614" y="10152"/>
                </a:lnTo>
                <a:cubicBezTo>
                  <a:pt x="3395" y="10152"/>
                  <a:pt x="0" y="13547"/>
                  <a:pt x="0" y="17767"/>
                </a:cubicBezTo>
                <a:lnTo>
                  <a:pt x="0" y="63453"/>
                </a:lnTo>
                <a:cubicBezTo>
                  <a:pt x="0" y="66530"/>
                  <a:pt x="1840" y="69322"/>
                  <a:pt x="4696" y="70496"/>
                </a:cubicBezTo>
                <a:cubicBezTo>
                  <a:pt x="7551" y="71670"/>
                  <a:pt x="10819" y="71004"/>
                  <a:pt x="13008" y="68847"/>
                </a:cubicBezTo>
                <a:lnTo>
                  <a:pt x="25698" y="56156"/>
                </a:lnTo>
                <a:lnTo>
                  <a:pt x="50762" y="81220"/>
                </a:lnTo>
                <a:lnTo>
                  <a:pt x="25698" y="106284"/>
                </a:lnTo>
                <a:lnTo>
                  <a:pt x="13008" y="93593"/>
                </a:lnTo>
                <a:cubicBezTo>
                  <a:pt x="10819" y="91404"/>
                  <a:pt x="7551" y="90770"/>
                  <a:pt x="4696" y="91943"/>
                </a:cubicBezTo>
                <a:cubicBezTo>
                  <a:pt x="1840" y="93117"/>
                  <a:pt x="0" y="95909"/>
                  <a:pt x="0" y="98987"/>
                </a:cubicBezTo>
                <a:lnTo>
                  <a:pt x="0" y="144673"/>
                </a:lnTo>
                <a:cubicBezTo>
                  <a:pt x="0" y="148892"/>
                  <a:pt x="3395" y="152287"/>
                  <a:pt x="7614" y="152287"/>
                </a:cubicBezTo>
                <a:lnTo>
                  <a:pt x="53301" y="152287"/>
                </a:lnTo>
                <a:cubicBezTo>
                  <a:pt x="56378" y="152287"/>
                  <a:pt x="59170" y="150447"/>
                  <a:pt x="60344" y="147592"/>
                </a:cubicBezTo>
                <a:cubicBezTo>
                  <a:pt x="61518" y="144736"/>
                  <a:pt x="60883" y="141468"/>
                  <a:pt x="58694" y="139279"/>
                </a:cubicBezTo>
                <a:lnTo>
                  <a:pt x="46003" y="126589"/>
                </a:lnTo>
                <a:lnTo>
                  <a:pt x="71067" y="101525"/>
                </a:lnTo>
                <a:lnTo>
                  <a:pt x="96131" y="126589"/>
                </a:lnTo>
                <a:lnTo>
                  <a:pt x="83441" y="139279"/>
                </a:lnTo>
                <a:cubicBezTo>
                  <a:pt x="81252" y="141468"/>
                  <a:pt x="80617" y="144736"/>
                  <a:pt x="81791" y="147592"/>
                </a:cubicBezTo>
                <a:cubicBezTo>
                  <a:pt x="82965" y="150447"/>
                  <a:pt x="85757" y="152287"/>
                  <a:pt x="88834" y="152287"/>
                </a:cubicBezTo>
                <a:lnTo>
                  <a:pt x="134520" y="152287"/>
                </a:lnTo>
                <a:cubicBezTo>
                  <a:pt x="138740" y="152287"/>
                  <a:pt x="142135" y="148892"/>
                  <a:pt x="142135" y="144673"/>
                </a:cubicBezTo>
                <a:lnTo>
                  <a:pt x="142135" y="98987"/>
                </a:lnTo>
                <a:cubicBezTo>
                  <a:pt x="142135" y="95909"/>
                  <a:pt x="140295" y="93117"/>
                  <a:pt x="137439" y="91943"/>
                </a:cubicBezTo>
                <a:cubicBezTo>
                  <a:pt x="134584" y="90770"/>
                  <a:pt x="131316" y="91404"/>
                  <a:pt x="129127" y="93593"/>
                </a:cubicBezTo>
                <a:lnTo>
                  <a:pt x="116436" y="106284"/>
                </a:lnTo>
                <a:lnTo>
                  <a:pt x="91372" y="81220"/>
                </a:lnTo>
                <a:lnTo>
                  <a:pt x="116436" y="56156"/>
                </a:lnTo>
                <a:lnTo>
                  <a:pt x="129127" y="68847"/>
                </a:lnTo>
                <a:cubicBezTo>
                  <a:pt x="131316" y="71036"/>
                  <a:pt x="134584" y="71670"/>
                  <a:pt x="137439" y="70496"/>
                </a:cubicBezTo>
                <a:cubicBezTo>
                  <a:pt x="140295" y="69322"/>
                  <a:pt x="142135" y="66530"/>
                  <a:pt x="142135" y="63453"/>
                </a:cubicBezTo>
                <a:lnTo>
                  <a:pt x="142135" y="17767"/>
                </a:lnTo>
                <a:cubicBezTo>
                  <a:pt x="142135" y="13547"/>
                  <a:pt x="138740" y="10152"/>
                  <a:pt x="134520" y="10152"/>
                </a:cubicBezTo>
                <a:lnTo>
                  <a:pt x="88834" y="10152"/>
                </a:lnTo>
                <a:cubicBezTo>
                  <a:pt x="85757" y="10152"/>
                  <a:pt x="82965" y="11993"/>
                  <a:pt x="81791" y="14848"/>
                </a:cubicBezTo>
                <a:cubicBezTo>
                  <a:pt x="80617" y="17703"/>
                  <a:pt x="81283" y="20971"/>
                  <a:pt x="83441" y="23160"/>
                </a:cubicBezTo>
                <a:lnTo>
                  <a:pt x="96131" y="35851"/>
                </a:lnTo>
                <a:lnTo>
                  <a:pt x="71067" y="60915"/>
                </a:lnTo>
                <a:lnTo>
                  <a:pt x="46003" y="35851"/>
                </a:lnTo>
                <a:lnTo>
                  <a:pt x="58694" y="23160"/>
                </a:lnTo>
                <a:cubicBezTo>
                  <a:pt x="60883" y="20971"/>
                  <a:pt x="61518" y="17703"/>
                  <a:pt x="60344" y="14848"/>
                </a:cubicBezTo>
                <a:cubicBezTo>
                  <a:pt x="59170" y="11993"/>
                  <a:pt x="56378" y="10152"/>
                  <a:pt x="53301" y="10152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8" name="Text 66"/>
          <p:cNvSpPr/>
          <p:nvPr/>
        </p:nvSpPr>
        <p:spPr>
          <a:xfrm>
            <a:off x="8170772" y="6118561"/>
            <a:ext cx="364586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170772" y="6371245"/>
            <a:ext cx="3645868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Enterprise-level design supporting growth and expansion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97152" y="-326875"/>
            <a:ext cx="925437" cy="925437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961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709338" y="5373748"/>
            <a:ext cx="653749" cy="653749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961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394797" y="3442797"/>
            <a:ext cx="789593" cy="382061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961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2345" y="352345"/>
            <a:ext cx="815064" cy="399042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6111" y="475454"/>
            <a:ext cx="152825" cy="152825"/>
          </a:xfrm>
          <a:custGeom>
            <a:avLst/>
            <a:gdLst/>
            <a:ahLst/>
            <a:cxnLst/>
            <a:rect l="l" t="t" r="r" b="b"/>
            <a:pathLst>
              <a:path w="152825" h="152825">
                <a:moveTo>
                  <a:pt x="19103" y="19103"/>
                </a:moveTo>
                <a:cubicBezTo>
                  <a:pt x="19103" y="13820"/>
                  <a:pt x="14835" y="9552"/>
                  <a:pt x="9552" y="9552"/>
                </a:cubicBezTo>
                <a:cubicBezTo>
                  <a:pt x="4268" y="9552"/>
                  <a:pt x="0" y="13820"/>
                  <a:pt x="0" y="19103"/>
                </a:cubicBezTo>
                <a:lnTo>
                  <a:pt x="0" y="119394"/>
                </a:lnTo>
                <a:cubicBezTo>
                  <a:pt x="0" y="132587"/>
                  <a:pt x="10686" y="143273"/>
                  <a:pt x="23879" y="143273"/>
                </a:cubicBezTo>
                <a:lnTo>
                  <a:pt x="143273" y="143273"/>
                </a:lnTo>
                <a:cubicBezTo>
                  <a:pt x="148556" y="143273"/>
                  <a:pt x="152825" y="139005"/>
                  <a:pt x="152825" y="133721"/>
                </a:cubicBezTo>
                <a:cubicBezTo>
                  <a:pt x="152825" y="128438"/>
                  <a:pt x="148556" y="124170"/>
                  <a:pt x="143273" y="124170"/>
                </a:cubicBezTo>
                <a:lnTo>
                  <a:pt x="23879" y="124170"/>
                </a:lnTo>
                <a:cubicBezTo>
                  <a:pt x="21252" y="124170"/>
                  <a:pt x="19103" y="122021"/>
                  <a:pt x="19103" y="119394"/>
                </a:cubicBezTo>
                <a:lnTo>
                  <a:pt x="19103" y="19103"/>
                </a:lnTo>
                <a:close/>
                <a:moveTo>
                  <a:pt x="140467" y="44952"/>
                </a:moveTo>
                <a:cubicBezTo>
                  <a:pt x="144198" y="41221"/>
                  <a:pt x="144198" y="35162"/>
                  <a:pt x="140467" y="31431"/>
                </a:cubicBezTo>
                <a:cubicBezTo>
                  <a:pt x="136736" y="27699"/>
                  <a:pt x="130677" y="27699"/>
                  <a:pt x="126946" y="31431"/>
                </a:cubicBezTo>
                <a:lnTo>
                  <a:pt x="95515" y="62891"/>
                </a:lnTo>
                <a:lnTo>
                  <a:pt x="78382" y="45788"/>
                </a:lnTo>
                <a:cubicBezTo>
                  <a:pt x="74651" y="42057"/>
                  <a:pt x="68592" y="42057"/>
                  <a:pt x="64861" y="45788"/>
                </a:cubicBezTo>
                <a:lnTo>
                  <a:pt x="36206" y="74442"/>
                </a:lnTo>
                <a:cubicBezTo>
                  <a:pt x="32475" y="78173"/>
                  <a:pt x="32475" y="84233"/>
                  <a:pt x="36206" y="87964"/>
                </a:cubicBezTo>
                <a:cubicBezTo>
                  <a:pt x="39937" y="91695"/>
                  <a:pt x="45997" y="91695"/>
                  <a:pt x="49728" y="87964"/>
                </a:cubicBezTo>
                <a:lnTo>
                  <a:pt x="71636" y="66055"/>
                </a:lnTo>
                <a:lnTo>
                  <a:pt x="88770" y="83188"/>
                </a:lnTo>
                <a:cubicBezTo>
                  <a:pt x="92501" y="86919"/>
                  <a:pt x="98560" y="86919"/>
                  <a:pt x="102291" y="83188"/>
                </a:cubicBezTo>
                <a:lnTo>
                  <a:pt x="140497" y="4498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80293" y="339610"/>
            <a:ext cx="625322" cy="373571"/>
          </a:xfrm>
          <a:prstGeom prst="rect">
            <a:avLst/>
          </a:prstGeom>
          <a:noFill/>
          <a:ln/>
        </p:spPr>
        <p:txBody>
          <a:bodyPr wrap="square" lIns="169805" tIns="67922" rIns="169805" bIns="67922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9610" y="899967"/>
            <a:ext cx="11716546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Advantages &amp; Business 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9610" y="1443343"/>
            <a:ext cx="1158919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Quantifiable benefits and operational improvements for logistics companies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8100" y="1893326"/>
            <a:ext cx="6766730" cy="7641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0925" y="2046150"/>
            <a:ext cx="322630" cy="32263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18" y="2139543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0"/>
                </a:moveTo>
                <a:cubicBezTo>
                  <a:pt x="105409" y="0"/>
                  <a:pt x="135844" y="30435"/>
                  <a:pt x="135844" y="67922"/>
                </a:cubicBezTo>
                <a:cubicBezTo>
                  <a:pt x="135844" y="105409"/>
                  <a:pt x="105409" y="135844"/>
                  <a:pt x="67922" y="135844"/>
                </a:cubicBezTo>
                <a:cubicBezTo>
                  <a:pt x="30435" y="135844"/>
                  <a:pt x="0" y="105409"/>
                  <a:pt x="0" y="67922"/>
                </a:cubicBezTo>
                <a:cubicBezTo>
                  <a:pt x="0" y="30435"/>
                  <a:pt x="30435" y="0"/>
                  <a:pt x="67922" y="0"/>
                </a:cubicBezTo>
                <a:close/>
                <a:moveTo>
                  <a:pt x="61554" y="31838"/>
                </a:moveTo>
                <a:lnTo>
                  <a:pt x="61554" y="67922"/>
                </a:lnTo>
                <a:cubicBezTo>
                  <a:pt x="61554" y="70045"/>
                  <a:pt x="62616" y="72034"/>
                  <a:pt x="64393" y="73228"/>
                </a:cubicBezTo>
                <a:lnTo>
                  <a:pt x="89864" y="90209"/>
                </a:lnTo>
                <a:cubicBezTo>
                  <a:pt x="92783" y="92172"/>
                  <a:pt x="96736" y="91376"/>
                  <a:pt x="98699" y="88431"/>
                </a:cubicBezTo>
                <a:cubicBezTo>
                  <a:pt x="100663" y="85486"/>
                  <a:pt x="99867" y="81559"/>
                  <a:pt x="96922" y="79596"/>
                </a:cubicBezTo>
                <a:lnTo>
                  <a:pt x="74290" y="64526"/>
                </a:lnTo>
                <a:lnTo>
                  <a:pt x="74290" y="31838"/>
                </a:lnTo>
                <a:cubicBezTo>
                  <a:pt x="74290" y="28310"/>
                  <a:pt x="71451" y="25471"/>
                  <a:pt x="67922" y="25471"/>
                </a:cubicBezTo>
                <a:cubicBezTo>
                  <a:pt x="64393" y="25471"/>
                  <a:pt x="61554" y="28310"/>
                  <a:pt x="61554" y="318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33928" y="2037660"/>
            <a:ext cx="463567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Reduces Delivery Time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3928" y="2309348"/>
            <a:ext cx="462718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Optimized routing algorithms minimize travel distance and delivery duration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8100" y="2776312"/>
            <a:ext cx="6766730" cy="7641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0925" y="2929136"/>
            <a:ext cx="322630" cy="322630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18" y="3022529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125045" y="1778"/>
                </a:moveTo>
                <a:cubicBezTo>
                  <a:pt x="126744" y="159"/>
                  <a:pt x="129211" y="-425"/>
                  <a:pt x="131493" y="318"/>
                </a:cubicBezTo>
                <a:cubicBezTo>
                  <a:pt x="134093" y="1194"/>
                  <a:pt x="135844" y="3635"/>
                  <a:pt x="135844" y="6368"/>
                </a:cubicBezTo>
                <a:lnTo>
                  <a:pt x="135844" y="55956"/>
                </a:lnTo>
                <a:cubicBezTo>
                  <a:pt x="135844" y="90766"/>
                  <a:pt x="107163" y="118864"/>
                  <a:pt x="72486" y="118864"/>
                </a:cubicBezTo>
                <a:cubicBezTo>
                  <a:pt x="52056" y="118864"/>
                  <a:pt x="34439" y="105730"/>
                  <a:pt x="28044" y="87370"/>
                </a:cubicBezTo>
                <a:cubicBezTo>
                  <a:pt x="18652" y="95542"/>
                  <a:pt x="12735" y="107561"/>
                  <a:pt x="12735" y="120986"/>
                </a:cubicBezTo>
                <a:cubicBezTo>
                  <a:pt x="12735" y="124515"/>
                  <a:pt x="9896" y="127354"/>
                  <a:pt x="6368" y="127354"/>
                </a:cubicBezTo>
                <a:cubicBezTo>
                  <a:pt x="2839" y="127354"/>
                  <a:pt x="0" y="124515"/>
                  <a:pt x="0" y="120986"/>
                </a:cubicBezTo>
                <a:cubicBezTo>
                  <a:pt x="0" y="101114"/>
                  <a:pt x="10135" y="83602"/>
                  <a:pt x="25497" y="73308"/>
                </a:cubicBezTo>
                <a:cubicBezTo>
                  <a:pt x="34863" y="67046"/>
                  <a:pt x="46033" y="63677"/>
                  <a:pt x="57309" y="63677"/>
                </a:cubicBezTo>
                <a:lnTo>
                  <a:pt x="78535" y="63677"/>
                </a:lnTo>
                <a:cubicBezTo>
                  <a:pt x="82064" y="63677"/>
                  <a:pt x="84903" y="60838"/>
                  <a:pt x="84903" y="57309"/>
                </a:cubicBezTo>
                <a:cubicBezTo>
                  <a:pt x="84903" y="53780"/>
                  <a:pt x="82064" y="50942"/>
                  <a:pt x="78535" y="50942"/>
                </a:cubicBezTo>
                <a:lnTo>
                  <a:pt x="57309" y="50942"/>
                </a:lnTo>
                <a:cubicBezTo>
                  <a:pt x="46776" y="50942"/>
                  <a:pt x="36800" y="53276"/>
                  <a:pt x="27859" y="57442"/>
                </a:cubicBezTo>
                <a:cubicBezTo>
                  <a:pt x="34041" y="38869"/>
                  <a:pt x="51525" y="25471"/>
                  <a:pt x="72167" y="25471"/>
                </a:cubicBezTo>
                <a:cubicBezTo>
                  <a:pt x="89784" y="25471"/>
                  <a:pt x="102891" y="19607"/>
                  <a:pt x="111620" y="13797"/>
                </a:cubicBezTo>
                <a:cubicBezTo>
                  <a:pt x="116714" y="10401"/>
                  <a:pt x="121039" y="6341"/>
                  <a:pt x="125072" y="17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33928" y="2920646"/>
            <a:ext cx="4533794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Saves Fuel Consumption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3928" y="3192334"/>
            <a:ext cx="452530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Shortest path finding significantly reduces fuel costs and carbon footprint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8100" y="3659298"/>
            <a:ext cx="6766730" cy="7641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0925" y="3812123"/>
            <a:ext cx="322630" cy="322630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18" y="3905515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135844" y="25471"/>
                </a:moveTo>
                <a:cubicBezTo>
                  <a:pt x="135844" y="38790"/>
                  <a:pt x="120164" y="58662"/>
                  <a:pt x="113398" y="66595"/>
                </a:cubicBezTo>
                <a:cubicBezTo>
                  <a:pt x="112390" y="67763"/>
                  <a:pt x="110904" y="68214"/>
                  <a:pt x="109551" y="67922"/>
                </a:cubicBezTo>
                <a:lnTo>
                  <a:pt x="84903" y="67922"/>
                </a:lnTo>
                <a:cubicBezTo>
                  <a:pt x="80206" y="67922"/>
                  <a:pt x="76412" y="71716"/>
                  <a:pt x="76412" y="76412"/>
                </a:cubicBezTo>
                <a:cubicBezTo>
                  <a:pt x="76412" y="81108"/>
                  <a:pt x="80206" y="84903"/>
                  <a:pt x="84903" y="84903"/>
                </a:cubicBezTo>
                <a:lnTo>
                  <a:pt x="110373" y="84903"/>
                </a:lnTo>
                <a:cubicBezTo>
                  <a:pt x="124435" y="84903"/>
                  <a:pt x="135844" y="96311"/>
                  <a:pt x="135844" y="110373"/>
                </a:cubicBezTo>
                <a:cubicBezTo>
                  <a:pt x="135844" y="124435"/>
                  <a:pt x="124435" y="135844"/>
                  <a:pt x="110373" y="135844"/>
                </a:cubicBezTo>
                <a:lnTo>
                  <a:pt x="37039" y="135844"/>
                </a:lnTo>
                <a:cubicBezTo>
                  <a:pt x="39347" y="133217"/>
                  <a:pt x="42159" y="129848"/>
                  <a:pt x="44998" y="126080"/>
                </a:cubicBezTo>
                <a:cubicBezTo>
                  <a:pt x="46670" y="123852"/>
                  <a:pt x="48394" y="121411"/>
                  <a:pt x="50039" y="118864"/>
                </a:cubicBezTo>
                <a:lnTo>
                  <a:pt x="110373" y="118864"/>
                </a:lnTo>
                <a:cubicBezTo>
                  <a:pt x="115069" y="118864"/>
                  <a:pt x="118864" y="115069"/>
                  <a:pt x="118864" y="110373"/>
                </a:cubicBezTo>
                <a:cubicBezTo>
                  <a:pt x="118864" y="105677"/>
                  <a:pt x="115069" y="101883"/>
                  <a:pt x="110373" y="101883"/>
                </a:cubicBezTo>
                <a:lnTo>
                  <a:pt x="84903" y="101883"/>
                </a:lnTo>
                <a:cubicBezTo>
                  <a:pt x="70841" y="101883"/>
                  <a:pt x="59432" y="90474"/>
                  <a:pt x="59432" y="76412"/>
                </a:cubicBezTo>
                <a:cubicBezTo>
                  <a:pt x="59432" y="62350"/>
                  <a:pt x="70841" y="50942"/>
                  <a:pt x="84903" y="50942"/>
                </a:cubicBezTo>
                <a:lnTo>
                  <a:pt x="95462" y="50942"/>
                </a:lnTo>
                <a:cubicBezTo>
                  <a:pt x="89891" y="42584"/>
                  <a:pt x="84903" y="32979"/>
                  <a:pt x="84903" y="25471"/>
                </a:cubicBezTo>
                <a:cubicBezTo>
                  <a:pt x="84903" y="11409"/>
                  <a:pt x="96311" y="0"/>
                  <a:pt x="110373" y="0"/>
                </a:cubicBezTo>
                <a:cubicBezTo>
                  <a:pt x="124435" y="0"/>
                  <a:pt x="135844" y="11409"/>
                  <a:pt x="135844" y="25471"/>
                </a:cubicBezTo>
                <a:close/>
                <a:moveTo>
                  <a:pt x="31069" y="129768"/>
                </a:moveTo>
                <a:cubicBezTo>
                  <a:pt x="30061" y="130909"/>
                  <a:pt x="29159" y="131917"/>
                  <a:pt x="28389" y="132766"/>
                </a:cubicBezTo>
                <a:lnTo>
                  <a:pt x="27912" y="133297"/>
                </a:lnTo>
                <a:lnTo>
                  <a:pt x="27859" y="133244"/>
                </a:lnTo>
                <a:cubicBezTo>
                  <a:pt x="26267" y="134464"/>
                  <a:pt x="23985" y="134305"/>
                  <a:pt x="22552" y="132766"/>
                </a:cubicBezTo>
                <a:cubicBezTo>
                  <a:pt x="15866" y="125497"/>
                  <a:pt x="0" y="106791"/>
                  <a:pt x="0" y="93393"/>
                </a:cubicBezTo>
                <a:cubicBezTo>
                  <a:pt x="0" y="79331"/>
                  <a:pt x="11409" y="67922"/>
                  <a:pt x="25471" y="67922"/>
                </a:cubicBezTo>
                <a:cubicBezTo>
                  <a:pt x="39533" y="67922"/>
                  <a:pt x="50942" y="79331"/>
                  <a:pt x="50942" y="93393"/>
                </a:cubicBezTo>
                <a:cubicBezTo>
                  <a:pt x="50942" y="101352"/>
                  <a:pt x="45343" y="111169"/>
                  <a:pt x="39400" y="119368"/>
                </a:cubicBezTo>
                <a:cubicBezTo>
                  <a:pt x="36561" y="123268"/>
                  <a:pt x="33643" y="126797"/>
                  <a:pt x="31228" y="129582"/>
                </a:cubicBezTo>
                <a:lnTo>
                  <a:pt x="31069" y="129768"/>
                </a:lnTo>
                <a:close/>
                <a:moveTo>
                  <a:pt x="33961" y="93393"/>
                </a:moveTo>
                <a:cubicBezTo>
                  <a:pt x="33961" y="88707"/>
                  <a:pt x="30157" y="84903"/>
                  <a:pt x="25471" y="84903"/>
                </a:cubicBezTo>
                <a:cubicBezTo>
                  <a:pt x="20785" y="84903"/>
                  <a:pt x="16981" y="88707"/>
                  <a:pt x="16981" y="93393"/>
                </a:cubicBezTo>
                <a:cubicBezTo>
                  <a:pt x="16981" y="98079"/>
                  <a:pt x="20785" y="101883"/>
                  <a:pt x="25471" y="101883"/>
                </a:cubicBezTo>
                <a:cubicBezTo>
                  <a:pt x="30157" y="101883"/>
                  <a:pt x="33961" y="98079"/>
                  <a:pt x="33961" y="93393"/>
                </a:cubicBezTo>
                <a:close/>
                <a:moveTo>
                  <a:pt x="110373" y="33961"/>
                </a:moveTo>
                <a:cubicBezTo>
                  <a:pt x="115059" y="33961"/>
                  <a:pt x="118864" y="30157"/>
                  <a:pt x="118864" y="25471"/>
                </a:cubicBezTo>
                <a:cubicBezTo>
                  <a:pt x="118864" y="20785"/>
                  <a:pt x="115059" y="16981"/>
                  <a:pt x="110373" y="16981"/>
                </a:cubicBezTo>
                <a:cubicBezTo>
                  <a:pt x="105687" y="16981"/>
                  <a:pt x="101883" y="20785"/>
                  <a:pt x="101883" y="25471"/>
                </a:cubicBezTo>
                <a:cubicBezTo>
                  <a:pt x="101883" y="30157"/>
                  <a:pt x="105687" y="33961"/>
                  <a:pt x="110373" y="3396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3" name="Text 21"/>
          <p:cNvSpPr/>
          <p:nvPr/>
        </p:nvSpPr>
        <p:spPr>
          <a:xfrm>
            <a:off x="933928" y="3803632"/>
            <a:ext cx="466963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Improves Route Efficiency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3928" y="4075320"/>
            <a:ext cx="466114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Intelligent algorithms ensure optimal resource allocation and route planning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8100" y="4542284"/>
            <a:ext cx="6766730" cy="76412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0925" y="4695109"/>
            <a:ext cx="322630" cy="32263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827" y="4788501"/>
            <a:ext cx="152825" cy="135844"/>
          </a:xfrm>
          <a:custGeom>
            <a:avLst/>
            <a:gdLst/>
            <a:ahLst/>
            <a:cxnLst/>
            <a:rect l="l" t="t" r="r" b="b"/>
            <a:pathLst>
              <a:path w="152825" h="135844">
                <a:moveTo>
                  <a:pt x="0" y="25471"/>
                </a:moveTo>
                <a:cubicBezTo>
                  <a:pt x="0" y="16105"/>
                  <a:pt x="7615" y="8490"/>
                  <a:pt x="16981" y="8490"/>
                </a:cubicBezTo>
                <a:lnTo>
                  <a:pt x="93393" y="8490"/>
                </a:lnTo>
                <a:cubicBezTo>
                  <a:pt x="102759" y="8490"/>
                  <a:pt x="110373" y="16105"/>
                  <a:pt x="110373" y="25471"/>
                </a:cubicBezTo>
                <a:lnTo>
                  <a:pt x="110373" y="33961"/>
                </a:lnTo>
                <a:lnTo>
                  <a:pt x="123825" y="33961"/>
                </a:lnTo>
                <a:cubicBezTo>
                  <a:pt x="128335" y="33961"/>
                  <a:pt x="132660" y="35739"/>
                  <a:pt x="135844" y="38922"/>
                </a:cubicBezTo>
                <a:lnTo>
                  <a:pt x="147863" y="50942"/>
                </a:lnTo>
                <a:cubicBezTo>
                  <a:pt x="151047" y="54125"/>
                  <a:pt x="152825" y="58450"/>
                  <a:pt x="152825" y="62961"/>
                </a:cubicBezTo>
                <a:lnTo>
                  <a:pt x="152825" y="101883"/>
                </a:lnTo>
                <a:cubicBezTo>
                  <a:pt x="152825" y="111249"/>
                  <a:pt x="145210" y="118864"/>
                  <a:pt x="135844" y="118864"/>
                </a:cubicBezTo>
                <a:lnTo>
                  <a:pt x="134968" y="118864"/>
                </a:lnTo>
                <a:cubicBezTo>
                  <a:pt x="132209" y="128654"/>
                  <a:pt x="123188" y="135844"/>
                  <a:pt x="112496" y="135844"/>
                </a:cubicBezTo>
                <a:cubicBezTo>
                  <a:pt x="101803" y="135844"/>
                  <a:pt x="92809" y="128654"/>
                  <a:pt x="90023" y="118864"/>
                </a:cubicBezTo>
                <a:lnTo>
                  <a:pt x="62801" y="118864"/>
                </a:lnTo>
                <a:cubicBezTo>
                  <a:pt x="60042" y="128654"/>
                  <a:pt x="51021" y="135844"/>
                  <a:pt x="40329" y="135844"/>
                </a:cubicBezTo>
                <a:cubicBezTo>
                  <a:pt x="29636" y="135844"/>
                  <a:pt x="20642" y="128654"/>
                  <a:pt x="17856" y="118864"/>
                </a:cubicBezTo>
                <a:lnTo>
                  <a:pt x="16981" y="118864"/>
                </a:lnTo>
                <a:cubicBezTo>
                  <a:pt x="7615" y="118864"/>
                  <a:pt x="0" y="111249"/>
                  <a:pt x="0" y="101883"/>
                </a:cubicBezTo>
                <a:lnTo>
                  <a:pt x="0" y="25471"/>
                </a:lnTo>
                <a:close/>
                <a:moveTo>
                  <a:pt x="135844" y="76412"/>
                </a:moveTo>
                <a:lnTo>
                  <a:pt x="135844" y="62961"/>
                </a:lnTo>
                <a:lnTo>
                  <a:pt x="123825" y="50942"/>
                </a:lnTo>
                <a:lnTo>
                  <a:pt x="110373" y="50942"/>
                </a:lnTo>
                <a:lnTo>
                  <a:pt x="110373" y="76412"/>
                </a:lnTo>
                <a:lnTo>
                  <a:pt x="135844" y="76412"/>
                </a:lnTo>
                <a:close/>
                <a:moveTo>
                  <a:pt x="50942" y="112496"/>
                </a:moveTo>
                <a:cubicBezTo>
                  <a:pt x="50942" y="106638"/>
                  <a:pt x="46186" y="101883"/>
                  <a:pt x="40329" y="101883"/>
                </a:cubicBezTo>
                <a:cubicBezTo>
                  <a:pt x="34471" y="101883"/>
                  <a:pt x="29716" y="106638"/>
                  <a:pt x="29716" y="112496"/>
                </a:cubicBezTo>
                <a:cubicBezTo>
                  <a:pt x="29716" y="118353"/>
                  <a:pt x="34471" y="123109"/>
                  <a:pt x="40329" y="123109"/>
                </a:cubicBezTo>
                <a:cubicBezTo>
                  <a:pt x="46186" y="123109"/>
                  <a:pt x="50942" y="118353"/>
                  <a:pt x="50942" y="112496"/>
                </a:cubicBezTo>
                <a:close/>
                <a:moveTo>
                  <a:pt x="112496" y="123109"/>
                </a:moveTo>
                <a:cubicBezTo>
                  <a:pt x="118353" y="123109"/>
                  <a:pt x="123109" y="118353"/>
                  <a:pt x="123109" y="112496"/>
                </a:cubicBezTo>
                <a:cubicBezTo>
                  <a:pt x="123109" y="106638"/>
                  <a:pt x="118353" y="101883"/>
                  <a:pt x="112496" y="101883"/>
                </a:cubicBezTo>
                <a:cubicBezTo>
                  <a:pt x="106638" y="101883"/>
                  <a:pt x="101883" y="106638"/>
                  <a:pt x="101883" y="112496"/>
                </a:cubicBezTo>
                <a:cubicBezTo>
                  <a:pt x="101883" y="118353"/>
                  <a:pt x="106638" y="123109"/>
                  <a:pt x="112496" y="1231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33928" y="4686618"/>
            <a:ext cx="437247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Enhances Fleet Management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3928" y="4958306"/>
            <a:ext cx="4363989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Centralized monitoring improves vehicle utilization and fleet operations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 rot="-60000">
            <a:off x="7321179" y="1858287"/>
            <a:ext cx="4499833" cy="2606507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4367" y="2113247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47857" y="0"/>
                </a:moveTo>
                <a:lnTo>
                  <a:pt x="122147" y="0"/>
                </a:lnTo>
                <a:cubicBezTo>
                  <a:pt x="130936" y="0"/>
                  <a:pt x="138099" y="7230"/>
                  <a:pt x="137768" y="15986"/>
                </a:cubicBezTo>
                <a:cubicBezTo>
                  <a:pt x="137701" y="17743"/>
                  <a:pt x="137635" y="19501"/>
                  <a:pt x="137535" y="21226"/>
                </a:cubicBezTo>
                <a:lnTo>
                  <a:pt x="153985" y="21226"/>
                </a:lnTo>
                <a:cubicBezTo>
                  <a:pt x="162641" y="21226"/>
                  <a:pt x="170269" y="28389"/>
                  <a:pt x="169606" y="37742"/>
                </a:cubicBezTo>
                <a:cubicBezTo>
                  <a:pt x="167119" y="72134"/>
                  <a:pt x="149541" y="91038"/>
                  <a:pt x="130471" y="100921"/>
                </a:cubicBezTo>
                <a:cubicBezTo>
                  <a:pt x="125231" y="103641"/>
                  <a:pt x="119892" y="105664"/>
                  <a:pt x="114817" y="107156"/>
                </a:cubicBezTo>
                <a:cubicBezTo>
                  <a:pt x="108118" y="116641"/>
                  <a:pt x="101153" y="121649"/>
                  <a:pt x="95615" y="124336"/>
                </a:cubicBezTo>
                <a:lnTo>
                  <a:pt x="95615" y="148579"/>
                </a:lnTo>
                <a:lnTo>
                  <a:pt x="116840" y="148579"/>
                </a:lnTo>
                <a:cubicBezTo>
                  <a:pt x="122711" y="148579"/>
                  <a:pt x="127453" y="153322"/>
                  <a:pt x="127453" y="159192"/>
                </a:cubicBezTo>
                <a:cubicBezTo>
                  <a:pt x="127453" y="165062"/>
                  <a:pt x="122711" y="169805"/>
                  <a:pt x="116840" y="169805"/>
                </a:cubicBezTo>
                <a:lnTo>
                  <a:pt x="53164" y="169805"/>
                </a:lnTo>
                <a:cubicBezTo>
                  <a:pt x="47293" y="169805"/>
                  <a:pt x="42551" y="165062"/>
                  <a:pt x="42551" y="159192"/>
                </a:cubicBezTo>
                <a:cubicBezTo>
                  <a:pt x="42551" y="153322"/>
                  <a:pt x="47293" y="148579"/>
                  <a:pt x="53164" y="148579"/>
                </a:cubicBezTo>
                <a:lnTo>
                  <a:pt x="74389" y="148579"/>
                </a:lnTo>
                <a:lnTo>
                  <a:pt x="74389" y="124336"/>
                </a:lnTo>
                <a:cubicBezTo>
                  <a:pt x="69083" y="121782"/>
                  <a:pt x="62483" y="117039"/>
                  <a:pt x="56049" y="108317"/>
                </a:cubicBezTo>
                <a:cubicBezTo>
                  <a:pt x="49947" y="106725"/>
                  <a:pt x="43314" y="104304"/>
                  <a:pt x="36846" y="100656"/>
                </a:cubicBezTo>
                <a:cubicBezTo>
                  <a:pt x="18904" y="90607"/>
                  <a:pt x="2720" y="71670"/>
                  <a:pt x="398" y="37675"/>
                </a:cubicBezTo>
                <a:cubicBezTo>
                  <a:pt x="-232" y="28356"/>
                  <a:pt x="7363" y="21192"/>
                  <a:pt x="16019" y="21192"/>
                </a:cubicBezTo>
                <a:lnTo>
                  <a:pt x="32469" y="21192"/>
                </a:lnTo>
                <a:cubicBezTo>
                  <a:pt x="32369" y="19468"/>
                  <a:pt x="32303" y="17743"/>
                  <a:pt x="32236" y="15952"/>
                </a:cubicBezTo>
                <a:cubicBezTo>
                  <a:pt x="31905" y="7164"/>
                  <a:pt x="39068" y="-33"/>
                  <a:pt x="47857" y="-33"/>
                </a:cubicBezTo>
                <a:close/>
                <a:moveTo>
                  <a:pt x="33663" y="37145"/>
                </a:moveTo>
                <a:lnTo>
                  <a:pt x="16284" y="37145"/>
                </a:lnTo>
                <a:cubicBezTo>
                  <a:pt x="18340" y="65236"/>
                  <a:pt x="31241" y="79298"/>
                  <a:pt x="44541" y="86760"/>
                </a:cubicBezTo>
                <a:cubicBezTo>
                  <a:pt x="39765" y="74389"/>
                  <a:pt x="35818" y="58238"/>
                  <a:pt x="33663" y="37145"/>
                </a:cubicBezTo>
                <a:close/>
                <a:moveTo>
                  <a:pt x="126027" y="85168"/>
                </a:moveTo>
                <a:cubicBezTo>
                  <a:pt x="139459" y="77275"/>
                  <a:pt x="151597" y="63246"/>
                  <a:pt x="153654" y="37145"/>
                </a:cubicBezTo>
                <a:lnTo>
                  <a:pt x="136308" y="37145"/>
                </a:lnTo>
                <a:cubicBezTo>
                  <a:pt x="134252" y="57342"/>
                  <a:pt x="130538" y="73029"/>
                  <a:pt x="126027" y="851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 rot="-60000">
            <a:off x="7684806" y="2009656"/>
            <a:ext cx="407532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 rot="-60000">
            <a:off x="7486966" y="2357703"/>
            <a:ext cx="4185694" cy="5943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 rot="-60000">
            <a:off x="7599692" y="2539024"/>
            <a:ext cx="1061281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Route Efficiency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 rot="-60000">
            <a:off x="11107590" y="2470132"/>
            <a:ext cx="54337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+55%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rot="-60000">
            <a:off x="7608383" y="2746024"/>
            <a:ext cx="3956457" cy="9339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60000">
            <a:off x="7612775" y="2781424"/>
            <a:ext cx="2165014" cy="8490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/>
        </p:spPr>
      </p:sp>
      <p:sp>
        <p:nvSpPr>
          <p:cNvPr id="38" name="Shape 36"/>
          <p:cNvSpPr/>
          <p:nvPr/>
        </p:nvSpPr>
        <p:spPr>
          <a:xfrm>
            <a:off x="9777789" y="2781424"/>
            <a:ext cx="16981" cy="84903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/>
        </p:spPr>
      </p:sp>
      <p:sp>
        <p:nvSpPr>
          <p:cNvPr id="39" name="Shape 37"/>
          <p:cNvSpPr/>
          <p:nvPr/>
        </p:nvSpPr>
        <p:spPr>
          <a:xfrm rot="-60000">
            <a:off x="7498821" y="3036819"/>
            <a:ext cx="4185694" cy="5943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 rot="-60000">
            <a:off x="7611547" y="3222067"/>
            <a:ext cx="83204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Fuel Savings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 rot="-60000">
            <a:off x="11125546" y="3149249"/>
            <a:ext cx="53488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+40%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 rot="-60000">
            <a:off x="7620237" y="3425140"/>
            <a:ext cx="3956457" cy="9339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60000">
            <a:off x="7624629" y="3470871"/>
            <a:ext cx="1570696" cy="8490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/>
        </p:spPr>
      </p:sp>
      <p:sp>
        <p:nvSpPr>
          <p:cNvPr id="44" name="Shape 42"/>
          <p:cNvSpPr/>
          <p:nvPr/>
        </p:nvSpPr>
        <p:spPr>
          <a:xfrm>
            <a:off x="9195325" y="3470871"/>
            <a:ext cx="16981" cy="84903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/>
        </p:spPr>
      </p:sp>
      <p:sp>
        <p:nvSpPr>
          <p:cNvPr id="45" name="Shape 43"/>
          <p:cNvSpPr/>
          <p:nvPr/>
        </p:nvSpPr>
        <p:spPr>
          <a:xfrm rot="-60000">
            <a:off x="7510675" y="3715936"/>
            <a:ext cx="4185694" cy="5943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 rot="-60000">
            <a:off x="7623400" y="3898049"/>
            <a:ext cx="101034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Time Reduction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 rot="-60000">
            <a:off x="11137267" y="3828365"/>
            <a:ext cx="53488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+35%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 rot="-60000">
            <a:off x="7632091" y="4104257"/>
            <a:ext cx="3956457" cy="93393"/>
          </a:xfrm>
          <a:prstGeom prst="roundRect">
            <a:avLst>
              <a:gd name="adj" fmla="val 0"/>
            </a:avLst>
          </a:prstGeom>
          <a:solidFill>
            <a:srgbClr val="FFF5F5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60000">
            <a:off x="7636483" y="4153432"/>
            <a:ext cx="1375421" cy="84903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/>
        </p:spPr>
      </p:sp>
      <p:sp>
        <p:nvSpPr>
          <p:cNvPr id="50" name="Shape 48"/>
          <p:cNvSpPr/>
          <p:nvPr/>
        </p:nvSpPr>
        <p:spPr>
          <a:xfrm>
            <a:off x="9011904" y="4153432"/>
            <a:ext cx="16981" cy="84903"/>
          </a:xfrm>
          <a:prstGeom prst="roundRect">
            <a:avLst>
              <a:gd name="adj" fmla="val 0"/>
            </a:avLst>
          </a:prstGeom>
          <a:solidFill>
            <a:srgbClr val="2D3436"/>
          </a:solidFill>
          <a:ln/>
        </p:spPr>
      </p:sp>
      <p:sp>
        <p:nvSpPr>
          <p:cNvPr id="51" name="Shape 49"/>
          <p:cNvSpPr/>
          <p:nvPr/>
        </p:nvSpPr>
        <p:spPr>
          <a:xfrm>
            <a:off x="7339556" y="4661148"/>
            <a:ext cx="4508323" cy="219048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05116" y="4847933"/>
            <a:ext cx="152825" cy="152825"/>
          </a:xfrm>
          <a:custGeom>
            <a:avLst/>
            <a:gdLst/>
            <a:ahLst/>
            <a:cxnLst/>
            <a:rect l="l" t="t" r="r" b="b"/>
            <a:pathLst>
              <a:path w="152825" h="152825">
                <a:moveTo>
                  <a:pt x="76412" y="152825"/>
                </a:moveTo>
                <a:cubicBezTo>
                  <a:pt x="118585" y="152825"/>
                  <a:pt x="152825" y="118585"/>
                  <a:pt x="152825" y="76412"/>
                </a:cubicBezTo>
                <a:cubicBezTo>
                  <a:pt x="152825" y="34239"/>
                  <a:pt x="118585" y="0"/>
                  <a:pt x="76412" y="0"/>
                </a:cubicBezTo>
                <a:cubicBezTo>
                  <a:pt x="34239" y="0"/>
                  <a:pt x="0" y="34239"/>
                  <a:pt x="0" y="76412"/>
                </a:cubicBezTo>
                <a:cubicBezTo>
                  <a:pt x="0" y="118585"/>
                  <a:pt x="34239" y="152825"/>
                  <a:pt x="76412" y="152825"/>
                </a:cubicBezTo>
                <a:close/>
                <a:moveTo>
                  <a:pt x="69249" y="102679"/>
                </a:moveTo>
                <a:lnTo>
                  <a:pt x="69249" y="83576"/>
                </a:lnTo>
                <a:lnTo>
                  <a:pt x="50146" y="83576"/>
                </a:lnTo>
                <a:cubicBezTo>
                  <a:pt x="46176" y="83576"/>
                  <a:pt x="42982" y="80382"/>
                  <a:pt x="42982" y="76412"/>
                </a:cubicBezTo>
                <a:cubicBezTo>
                  <a:pt x="42982" y="72442"/>
                  <a:pt x="46176" y="69249"/>
                  <a:pt x="50146" y="69249"/>
                </a:cubicBezTo>
                <a:lnTo>
                  <a:pt x="69249" y="69249"/>
                </a:lnTo>
                <a:lnTo>
                  <a:pt x="69249" y="50146"/>
                </a:lnTo>
                <a:cubicBezTo>
                  <a:pt x="69249" y="46176"/>
                  <a:pt x="72442" y="42982"/>
                  <a:pt x="76412" y="42982"/>
                </a:cubicBezTo>
                <a:cubicBezTo>
                  <a:pt x="80382" y="42982"/>
                  <a:pt x="83576" y="46176"/>
                  <a:pt x="83576" y="50146"/>
                </a:cubicBezTo>
                <a:lnTo>
                  <a:pt x="83576" y="69249"/>
                </a:lnTo>
                <a:lnTo>
                  <a:pt x="102679" y="69249"/>
                </a:lnTo>
                <a:cubicBezTo>
                  <a:pt x="106649" y="69249"/>
                  <a:pt x="109843" y="72442"/>
                  <a:pt x="109843" y="76412"/>
                </a:cubicBezTo>
                <a:cubicBezTo>
                  <a:pt x="109843" y="80382"/>
                  <a:pt x="106649" y="83576"/>
                  <a:pt x="102679" y="83576"/>
                </a:cubicBezTo>
                <a:lnTo>
                  <a:pt x="83576" y="83576"/>
                </a:lnTo>
                <a:lnTo>
                  <a:pt x="83576" y="102679"/>
                </a:lnTo>
                <a:cubicBezTo>
                  <a:pt x="83576" y="106649"/>
                  <a:pt x="80382" y="109843"/>
                  <a:pt x="76412" y="109843"/>
                </a:cubicBezTo>
                <a:cubicBezTo>
                  <a:pt x="72442" y="109843"/>
                  <a:pt x="69249" y="106649"/>
                  <a:pt x="69249" y="10267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3" name="Text 51"/>
          <p:cNvSpPr/>
          <p:nvPr/>
        </p:nvSpPr>
        <p:spPr>
          <a:xfrm>
            <a:off x="7679166" y="4805482"/>
            <a:ext cx="4100791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Additional Benefits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83891" y="5145092"/>
            <a:ext cx="17829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665635" y="5145092"/>
            <a:ext cx="242821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Reduces manual work with automation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83891" y="5416780"/>
            <a:ext cx="17829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665635" y="5416780"/>
            <a:ext cx="191879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Centralized monitoring system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483891" y="5688468"/>
            <a:ext cx="17829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665635" y="5688468"/>
            <a:ext cx="224991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Improved decision making with data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483891" y="5960156"/>
            <a:ext cx="17829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665635" y="5960156"/>
            <a:ext cx="179144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shipment tracking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483891" y="6231844"/>
            <a:ext cx="17829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665635" y="6231844"/>
            <a:ext cx="187634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User-friendly interface design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483891" y="6503532"/>
            <a:ext cx="17829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665635" y="6503532"/>
            <a:ext cx="2012189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Scalable enterprise architecture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1474388" y="-463611"/>
            <a:ext cx="992188" cy="992188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124406" y="5790406"/>
            <a:ext cx="738188" cy="73818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700000">
            <a:off x="-437107" y="2166271"/>
            <a:ext cx="611188" cy="611188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75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5438" y="325438"/>
            <a:ext cx="674688" cy="26987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250" y="396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515938" y="317500"/>
            <a:ext cx="523875" cy="254000"/>
          </a:xfrm>
          <a:prstGeom prst="rect">
            <a:avLst/>
          </a:prstGeom>
          <a:noFill/>
          <a:ln/>
        </p:spPr>
        <p:txBody>
          <a:bodyPr wrap="square" lIns="127000" tIns="31750" rIns="127000" bIns="3175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7500" y="666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Limitations &amp; Future 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7500" y="10160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Honest assessment of current constraints and exciting future enhancements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-60000">
            <a:off x="325824" y="1263822"/>
            <a:ext cx="5691188" cy="43656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438" y="149690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 rot="-60000">
            <a:off x="633478" y="1373036"/>
            <a:ext cx="535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5438" y="1833563"/>
            <a:ext cx="5699125" cy="777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563" y="1976438"/>
            <a:ext cx="238125" cy="2381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750" y="2016125"/>
            <a:ext cx="8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875" y="193675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Local SQLite Database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875" y="2159000"/>
            <a:ext cx="5207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Currently uses local SQLite which limits scalability for enterprise-level deployment with high concurrent users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5438" y="2690813"/>
            <a:ext cx="5699125" cy="777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6563" y="2833688"/>
            <a:ext cx="238125" cy="2381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859" y="2873375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875" y="2794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Predefined City Network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875" y="3016250"/>
            <a:ext cx="5207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Limited to predefined city nodes and routes, cannot dynamically add new locations without manual configuration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438" y="3548063"/>
            <a:ext cx="5699125" cy="777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563" y="3690937"/>
            <a:ext cx="238125" cy="2381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115" y="3730625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875" y="365125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 GPS Integration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875" y="3873500"/>
            <a:ext cx="5207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Currently lacks real-time GPS tracking integration for live vehicle location updates and dynamic routing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5438" y="4405313"/>
            <a:ext cx="5699125" cy="777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6563" y="4548188"/>
            <a:ext cx="238125" cy="2381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852" y="4587875"/>
            <a:ext cx="11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875" y="45085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 Real-Time API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7875" y="4730750"/>
            <a:ext cx="5207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Missing integration with external APIs for traffic data, weather conditions, or third-party logistics services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5438" y="5262563"/>
            <a:ext cx="5699125" cy="777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6563" y="5405438"/>
            <a:ext cx="238125" cy="23812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131" y="5445125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875" y="536575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Internet Dependency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875" y="5588000"/>
            <a:ext cx="5207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Map visualization requires internet connectivity, limiting offline functionality in remote areas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 rot="60000">
            <a:off x="6167824" y="1263822"/>
            <a:ext cx="5691188" cy="436563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97438" y="140478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 rot="60000">
            <a:off x="6475478" y="1373036"/>
            <a:ext cx="535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67438" y="1833563"/>
            <a:ext cx="5699125" cy="571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46813" y="1912938"/>
            <a:ext cx="206375" cy="20637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2375" y="1968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37021" y="1302"/>
                </a:moveTo>
                <a:cubicBezTo>
                  <a:pt x="38770" y="-446"/>
                  <a:pt x="41597" y="-446"/>
                  <a:pt x="43328" y="1302"/>
                </a:cubicBezTo>
                <a:lnTo>
                  <a:pt x="59959" y="17934"/>
                </a:lnTo>
                <a:lnTo>
                  <a:pt x="70191" y="7702"/>
                </a:lnTo>
                <a:cubicBezTo>
                  <a:pt x="72517" y="5376"/>
                  <a:pt x="76293" y="5376"/>
                  <a:pt x="78618" y="7702"/>
                </a:cubicBezTo>
                <a:lnTo>
                  <a:pt x="87548" y="16632"/>
                </a:lnTo>
                <a:cubicBezTo>
                  <a:pt x="89874" y="18957"/>
                  <a:pt x="89874" y="22733"/>
                  <a:pt x="87548" y="25059"/>
                </a:cubicBezTo>
                <a:lnTo>
                  <a:pt x="77316" y="35291"/>
                </a:lnTo>
                <a:lnTo>
                  <a:pt x="93948" y="51922"/>
                </a:lnTo>
                <a:cubicBezTo>
                  <a:pt x="95696" y="53671"/>
                  <a:pt x="95696" y="56499"/>
                  <a:pt x="93948" y="58229"/>
                </a:cubicBezTo>
                <a:lnTo>
                  <a:pt x="76088" y="76088"/>
                </a:lnTo>
                <a:cubicBezTo>
                  <a:pt x="74340" y="77837"/>
                  <a:pt x="71512" y="77837"/>
                  <a:pt x="69782" y="76088"/>
                </a:cubicBezTo>
                <a:lnTo>
                  <a:pt x="53150" y="59457"/>
                </a:lnTo>
                <a:lnTo>
                  <a:pt x="50267" y="62340"/>
                </a:lnTo>
                <a:cubicBezTo>
                  <a:pt x="52388" y="66917"/>
                  <a:pt x="53578" y="72014"/>
                  <a:pt x="53578" y="77391"/>
                </a:cubicBezTo>
                <a:cubicBezTo>
                  <a:pt x="53578" y="83288"/>
                  <a:pt x="52146" y="88832"/>
                  <a:pt x="49634" y="93725"/>
                </a:cubicBezTo>
                <a:cubicBezTo>
                  <a:pt x="48760" y="95399"/>
                  <a:pt x="46527" y="95641"/>
                  <a:pt x="45207" y="94301"/>
                </a:cubicBezTo>
                <a:lnTo>
                  <a:pt x="27291" y="76386"/>
                </a:lnTo>
                <a:lnTo>
                  <a:pt x="16129" y="87548"/>
                </a:lnTo>
                <a:cubicBezTo>
                  <a:pt x="13804" y="89874"/>
                  <a:pt x="10027" y="89874"/>
                  <a:pt x="7702" y="87548"/>
                </a:cubicBezTo>
                <a:cubicBezTo>
                  <a:pt x="5376" y="85223"/>
                  <a:pt x="5376" y="81446"/>
                  <a:pt x="7702" y="79121"/>
                </a:cubicBezTo>
                <a:lnTo>
                  <a:pt x="18864" y="67959"/>
                </a:lnTo>
                <a:lnTo>
                  <a:pt x="949" y="50043"/>
                </a:lnTo>
                <a:cubicBezTo>
                  <a:pt x="-391" y="48704"/>
                  <a:pt x="-149" y="46472"/>
                  <a:pt x="1525" y="45616"/>
                </a:cubicBezTo>
                <a:cubicBezTo>
                  <a:pt x="6418" y="43086"/>
                  <a:pt x="11981" y="41672"/>
                  <a:pt x="17859" y="41672"/>
                </a:cubicBezTo>
                <a:cubicBezTo>
                  <a:pt x="23236" y="41672"/>
                  <a:pt x="28333" y="42863"/>
                  <a:pt x="32910" y="44983"/>
                </a:cubicBezTo>
                <a:lnTo>
                  <a:pt x="35793" y="42100"/>
                </a:lnTo>
                <a:lnTo>
                  <a:pt x="19162" y="25487"/>
                </a:lnTo>
                <a:cubicBezTo>
                  <a:pt x="17413" y="23738"/>
                  <a:pt x="17413" y="20910"/>
                  <a:pt x="19162" y="19180"/>
                </a:cubicBezTo>
                <a:lnTo>
                  <a:pt x="37021" y="1302"/>
                </a:lnTo>
                <a:close/>
                <a:moveTo>
                  <a:pt x="40184" y="10771"/>
                </a:moveTo>
                <a:lnTo>
                  <a:pt x="28631" y="22324"/>
                </a:lnTo>
                <a:lnTo>
                  <a:pt x="42100" y="35793"/>
                </a:lnTo>
                <a:lnTo>
                  <a:pt x="53653" y="24240"/>
                </a:lnTo>
                <a:lnTo>
                  <a:pt x="40184" y="10771"/>
                </a:lnTo>
                <a:close/>
                <a:moveTo>
                  <a:pt x="72926" y="66619"/>
                </a:moveTo>
                <a:lnTo>
                  <a:pt x="84479" y="55066"/>
                </a:lnTo>
                <a:lnTo>
                  <a:pt x="71010" y="41597"/>
                </a:lnTo>
                <a:lnTo>
                  <a:pt x="59457" y="53150"/>
                </a:lnTo>
                <a:lnTo>
                  <a:pt x="72926" y="666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524625" y="192087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GPS Integration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38875" y="2159000"/>
            <a:ext cx="56197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vehicle tracking with GPS coordinates for dynamic route updates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67438" y="2452688"/>
            <a:ext cx="5699125" cy="571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46813" y="2532063"/>
            <a:ext cx="206375" cy="20637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2375" y="2587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22324" y="10418"/>
                </a:moveTo>
                <a:cubicBezTo>
                  <a:pt x="22324" y="4669"/>
                  <a:pt x="26994" y="0"/>
                  <a:pt x="32742" y="0"/>
                </a:cubicBezTo>
                <a:lnTo>
                  <a:pt x="37207" y="0"/>
                </a:lnTo>
                <a:cubicBezTo>
                  <a:pt x="40500" y="0"/>
                  <a:pt x="43160" y="2660"/>
                  <a:pt x="43160" y="5953"/>
                </a:cubicBezTo>
                <a:lnTo>
                  <a:pt x="43160" y="89297"/>
                </a:lnTo>
                <a:cubicBezTo>
                  <a:pt x="43160" y="92590"/>
                  <a:pt x="40500" y="95250"/>
                  <a:pt x="37207" y="95250"/>
                </a:cubicBezTo>
                <a:lnTo>
                  <a:pt x="31254" y="95250"/>
                </a:lnTo>
                <a:cubicBezTo>
                  <a:pt x="25710" y="95250"/>
                  <a:pt x="21041" y="91455"/>
                  <a:pt x="19720" y="86320"/>
                </a:cubicBezTo>
                <a:cubicBezTo>
                  <a:pt x="19590" y="86320"/>
                  <a:pt x="19478" y="86320"/>
                  <a:pt x="19348" y="86320"/>
                </a:cubicBezTo>
                <a:cubicBezTo>
                  <a:pt x="11125" y="86320"/>
                  <a:pt x="4465" y="79660"/>
                  <a:pt x="4465" y="71438"/>
                </a:cubicBezTo>
                <a:cubicBezTo>
                  <a:pt x="4465" y="68089"/>
                  <a:pt x="5581" y="65001"/>
                  <a:pt x="7441" y="62508"/>
                </a:cubicBezTo>
                <a:cubicBezTo>
                  <a:pt x="3832" y="59792"/>
                  <a:pt x="1488" y="55476"/>
                  <a:pt x="1488" y="50602"/>
                </a:cubicBezTo>
                <a:cubicBezTo>
                  <a:pt x="1488" y="44853"/>
                  <a:pt x="4763" y="39849"/>
                  <a:pt x="9525" y="37374"/>
                </a:cubicBezTo>
                <a:cubicBezTo>
                  <a:pt x="8204" y="35142"/>
                  <a:pt x="7441" y="32538"/>
                  <a:pt x="7441" y="29766"/>
                </a:cubicBezTo>
                <a:cubicBezTo>
                  <a:pt x="7441" y="21543"/>
                  <a:pt x="14101" y="14883"/>
                  <a:pt x="22324" y="14883"/>
                </a:cubicBezTo>
                <a:lnTo>
                  <a:pt x="22324" y="10418"/>
                </a:lnTo>
                <a:close/>
                <a:moveTo>
                  <a:pt x="72926" y="10418"/>
                </a:moveTo>
                <a:lnTo>
                  <a:pt x="72926" y="14883"/>
                </a:lnTo>
                <a:cubicBezTo>
                  <a:pt x="81149" y="14883"/>
                  <a:pt x="87809" y="21543"/>
                  <a:pt x="87809" y="29766"/>
                </a:cubicBezTo>
                <a:cubicBezTo>
                  <a:pt x="87809" y="32556"/>
                  <a:pt x="87046" y="35161"/>
                  <a:pt x="85725" y="37374"/>
                </a:cubicBezTo>
                <a:cubicBezTo>
                  <a:pt x="90506" y="39849"/>
                  <a:pt x="93762" y="44834"/>
                  <a:pt x="93762" y="50602"/>
                </a:cubicBezTo>
                <a:cubicBezTo>
                  <a:pt x="93762" y="55476"/>
                  <a:pt x="91418" y="59792"/>
                  <a:pt x="87809" y="62508"/>
                </a:cubicBezTo>
                <a:cubicBezTo>
                  <a:pt x="89669" y="65001"/>
                  <a:pt x="90785" y="68089"/>
                  <a:pt x="90785" y="71438"/>
                </a:cubicBezTo>
                <a:cubicBezTo>
                  <a:pt x="90785" y="79660"/>
                  <a:pt x="84125" y="86320"/>
                  <a:pt x="75902" y="86320"/>
                </a:cubicBezTo>
                <a:cubicBezTo>
                  <a:pt x="75772" y="86320"/>
                  <a:pt x="75660" y="86320"/>
                  <a:pt x="75530" y="86320"/>
                </a:cubicBezTo>
                <a:cubicBezTo>
                  <a:pt x="74209" y="91455"/>
                  <a:pt x="69540" y="95250"/>
                  <a:pt x="63996" y="95250"/>
                </a:cubicBezTo>
                <a:lnTo>
                  <a:pt x="58043" y="95250"/>
                </a:lnTo>
                <a:cubicBezTo>
                  <a:pt x="54750" y="95250"/>
                  <a:pt x="52090" y="92590"/>
                  <a:pt x="52090" y="89297"/>
                </a:cubicBezTo>
                <a:lnTo>
                  <a:pt x="52090" y="5953"/>
                </a:lnTo>
                <a:cubicBezTo>
                  <a:pt x="52090" y="2660"/>
                  <a:pt x="54750" y="0"/>
                  <a:pt x="58043" y="0"/>
                </a:cubicBezTo>
                <a:lnTo>
                  <a:pt x="62508" y="0"/>
                </a:lnTo>
                <a:cubicBezTo>
                  <a:pt x="68256" y="0"/>
                  <a:pt x="72926" y="4669"/>
                  <a:pt x="72926" y="104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524625" y="2540000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Demand Prediction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38875" y="2778125"/>
            <a:ext cx="56197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Machine learning models to predict delivery demand patterns and optimize resource allocation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7438" y="3071813"/>
            <a:ext cx="5699125" cy="571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46813" y="3151188"/>
            <a:ext cx="206375" cy="20637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90469" y="3206750"/>
            <a:ext cx="119063" cy="95250"/>
          </a:xfrm>
          <a:custGeom>
            <a:avLst/>
            <a:gdLst/>
            <a:ahLst/>
            <a:cxnLst/>
            <a:rect l="l" t="t" r="r" b="b"/>
            <a:pathLst>
              <a:path w="119063" h="95250">
                <a:moveTo>
                  <a:pt x="65484" y="0"/>
                </a:moveTo>
                <a:cubicBezTo>
                  <a:pt x="65484" y="-3293"/>
                  <a:pt x="62824" y="-5953"/>
                  <a:pt x="59531" y="-5953"/>
                </a:cubicBezTo>
                <a:cubicBezTo>
                  <a:pt x="56238" y="-5953"/>
                  <a:pt x="53578" y="-3293"/>
                  <a:pt x="53578" y="0"/>
                </a:cubicBezTo>
                <a:lnTo>
                  <a:pt x="53578" y="11906"/>
                </a:lnTo>
                <a:lnTo>
                  <a:pt x="35719" y="11906"/>
                </a:lnTo>
                <a:cubicBezTo>
                  <a:pt x="25859" y="11906"/>
                  <a:pt x="17859" y="19906"/>
                  <a:pt x="17859" y="29766"/>
                </a:cubicBezTo>
                <a:lnTo>
                  <a:pt x="17859" y="71438"/>
                </a:lnTo>
                <a:cubicBezTo>
                  <a:pt x="17859" y="81297"/>
                  <a:pt x="25859" y="89297"/>
                  <a:pt x="35719" y="89297"/>
                </a:cubicBezTo>
                <a:lnTo>
                  <a:pt x="83344" y="89297"/>
                </a:lnTo>
                <a:cubicBezTo>
                  <a:pt x="93204" y="89297"/>
                  <a:pt x="101203" y="81297"/>
                  <a:pt x="101203" y="71438"/>
                </a:cubicBezTo>
                <a:lnTo>
                  <a:pt x="101203" y="29766"/>
                </a:lnTo>
                <a:cubicBezTo>
                  <a:pt x="101203" y="19906"/>
                  <a:pt x="93204" y="11906"/>
                  <a:pt x="83344" y="11906"/>
                </a:cubicBezTo>
                <a:lnTo>
                  <a:pt x="65484" y="11906"/>
                </a:lnTo>
                <a:lnTo>
                  <a:pt x="65484" y="0"/>
                </a:lnTo>
                <a:close/>
                <a:moveTo>
                  <a:pt x="29766" y="68461"/>
                </a:moveTo>
                <a:cubicBezTo>
                  <a:pt x="29766" y="65987"/>
                  <a:pt x="31756" y="63996"/>
                  <a:pt x="34230" y="63996"/>
                </a:cubicBezTo>
                <a:lnTo>
                  <a:pt x="40184" y="63996"/>
                </a:lnTo>
                <a:cubicBezTo>
                  <a:pt x="42658" y="63996"/>
                  <a:pt x="44648" y="65987"/>
                  <a:pt x="44648" y="68461"/>
                </a:cubicBezTo>
                <a:cubicBezTo>
                  <a:pt x="44648" y="70935"/>
                  <a:pt x="42658" y="72926"/>
                  <a:pt x="40184" y="72926"/>
                </a:cubicBezTo>
                <a:lnTo>
                  <a:pt x="34230" y="72926"/>
                </a:lnTo>
                <a:cubicBezTo>
                  <a:pt x="31756" y="72926"/>
                  <a:pt x="29766" y="70935"/>
                  <a:pt x="29766" y="68461"/>
                </a:cubicBezTo>
                <a:close/>
                <a:moveTo>
                  <a:pt x="52090" y="68461"/>
                </a:moveTo>
                <a:cubicBezTo>
                  <a:pt x="52090" y="65987"/>
                  <a:pt x="54080" y="63996"/>
                  <a:pt x="56555" y="63996"/>
                </a:cubicBezTo>
                <a:lnTo>
                  <a:pt x="62508" y="63996"/>
                </a:lnTo>
                <a:cubicBezTo>
                  <a:pt x="64982" y="63996"/>
                  <a:pt x="66973" y="65987"/>
                  <a:pt x="66973" y="68461"/>
                </a:cubicBezTo>
                <a:cubicBezTo>
                  <a:pt x="66973" y="70935"/>
                  <a:pt x="64982" y="72926"/>
                  <a:pt x="62508" y="72926"/>
                </a:cubicBezTo>
                <a:lnTo>
                  <a:pt x="56555" y="72926"/>
                </a:lnTo>
                <a:cubicBezTo>
                  <a:pt x="54080" y="72926"/>
                  <a:pt x="52090" y="70935"/>
                  <a:pt x="52090" y="68461"/>
                </a:cubicBezTo>
                <a:close/>
                <a:moveTo>
                  <a:pt x="74414" y="68461"/>
                </a:moveTo>
                <a:cubicBezTo>
                  <a:pt x="74414" y="65987"/>
                  <a:pt x="76405" y="63996"/>
                  <a:pt x="78879" y="63996"/>
                </a:cubicBezTo>
                <a:lnTo>
                  <a:pt x="84832" y="63996"/>
                </a:lnTo>
                <a:cubicBezTo>
                  <a:pt x="87306" y="63996"/>
                  <a:pt x="89297" y="65987"/>
                  <a:pt x="89297" y="68461"/>
                </a:cubicBezTo>
                <a:cubicBezTo>
                  <a:pt x="89297" y="70935"/>
                  <a:pt x="87306" y="72926"/>
                  <a:pt x="84832" y="72926"/>
                </a:cubicBezTo>
                <a:lnTo>
                  <a:pt x="78879" y="72926"/>
                </a:lnTo>
                <a:cubicBezTo>
                  <a:pt x="76405" y="72926"/>
                  <a:pt x="74414" y="70935"/>
                  <a:pt x="74414" y="68461"/>
                </a:cubicBezTo>
                <a:close/>
                <a:moveTo>
                  <a:pt x="41672" y="32742"/>
                </a:moveTo>
                <a:cubicBezTo>
                  <a:pt x="46600" y="32742"/>
                  <a:pt x="50602" y="36743"/>
                  <a:pt x="50602" y="41672"/>
                </a:cubicBezTo>
                <a:cubicBezTo>
                  <a:pt x="50602" y="46600"/>
                  <a:pt x="46600" y="50602"/>
                  <a:pt x="41672" y="50602"/>
                </a:cubicBezTo>
                <a:cubicBezTo>
                  <a:pt x="36743" y="50602"/>
                  <a:pt x="32742" y="46600"/>
                  <a:pt x="32742" y="41672"/>
                </a:cubicBezTo>
                <a:cubicBezTo>
                  <a:pt x="32742" y="36743"/>
                  <a:pt x="36743" y="32742"/>
                  <a:pt x="41672" y="32742"/>
                </a:cubicBezTo>
                <a:close/>
                <a:moveTo>
                  <a:pt x="68461" y="41672"/>
                </a:moveTo>
                <a:cubicBezTo>
                  <a:pt x="68461" y="36743"/>
                  <a:pt x="72462" y="32742"/>
                  <a:pt x="77391" y="32742"/>
                </a:cubicBezTo>
                <a:cubicBezTo>
                  <a:pt x="82319" y="32742"/>
                  <a:pt x="86320" y="36743"/>
                  <a:pt x="86320" y="41672"/>
                </a:cubicBezTo>
                <a:cubicBezTo>
                  <a:pt x="86320" y="46600"/>
                  <a:pt x="82319" y="50602"/>
                  <a:pt x="77391" y="50602"/>
                </a:cubicBezTo>
                <a:cubicBezTo>
                  <a:pt x="72462" y="50602"/>
                  <a:pt x="68461" y="46600"/>
                  <a:pt x="68461" y="41672"/>
                </a:cubicBezTo>
                <a:close/>
                <a:moveTo>
                  <a:pt x="11906" y="41672"/>
                </a:moveTo>
                <a:cubicBezTo>
                  <a:pt x="11906" y="38379"/>
                  <a:pt x="9246" y="35719"/>
                  <a:pt x="5953" y="35719"/>
                </a:cubicBezTo>
                <a:cubicBezTo>
                  <a:pt x="2660" y="35719"/>
                  <a:pt x="0" y="38379"/>
                  <a:pt x="0" y="41672"/>
                </a:cubicBezTo>
                <a:lnTo>
                  <a:pt x="0" y="59531"/>
                </a:lnTo>
                <a:cubicBezTo>
                  <a:pt x="0" y="62824"/>
                  <a:pt x="2660" y="65484"/>
                  <a:pt x="5953" y="65484"/>
                </a:cubicBezTo>
                <a:cubicBezTo>
                  <a:pt x="9246" y="65484"/>
                  <a:pt x="11906" y="62824"/>
                  <a:pt x="11906" y="59531"/>
                </a:cubicBezTo>
                <a:lnTo>
                  <a:pt x="11906" y="41672"/>
                </a:lnTo>
                <a:close/>
                <a:moveTo>
                  <a:pt x="113109" y="35719"/>
                </a:moveTo>
                <a:cubicBezTo>
                  <a:pt x="109817" y="35719"/>
                  <a:pt x="107156" y="38379"/>
                  <a:pt x="107156" y="41672"/>
                </a:cubicBezTo>
                <a:lnTo>
                  <a:pt x="107156" y="59531"/>
                </a:lnTo>
                <a:cubicBezTo>
                  <a:pt x="107156" y="62824"/>
                  <a:pt x="109817" y="65484"/>
                  <a:pt x="113109" y="65484"/>
                </a:cubicBezTo>
                <a:cubicBezTo>
                  <a:pt x="116402" y="65484"/>
                  <a:pt x="119063" y="62824"/>
                  <a:pt x="119063" y="59531"/>
                </a:cubicBezTo>
                <a:lnTo>
                  <a:pt x="119063" y="41672"/>
                </a:lnTo>
                <a:cubicBezTo>
                  <a:pt x="119063" y="38379"/>
                  <a:pt x="116402" y="35719"/>
                  <a:pt x="113109" y="35719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4" name="Text 52"/>
          <p:cNvSpPr/>
          <p:nvPr/>
        </p:nvSpPr>
        <p:spPr>
          <a:xfrm>
            <a:off x="6524625" y="3159125"/>
            <a:ext cx="134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ML Route Optimization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38875" y="3397250"/>
            <a:ext cx="56197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Reinforcement learning for dynamic route optimization based on traffic and weather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67438" y="3690937"/>
            <a:ext cx="5699125" cy="571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46813" y="3770313"/>
            <a:ext cx="206375" cy="20637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20234" y="3825875"/>
            <a:ext cx="59531" cy="95250"/>
          </a:xfrm>
          <a:custGeom>
            <a:avLst/>
            <a:gdLst/>
            <a:ahLst/>
            <a:cxnLst/>
            <a:rect l="l" t="t" r="r" b="b"/>
            <a:pathLst>
              <a:path w="59531" h="95250">
                <a:moveTo>
                  <a:pt x="11906" y="-5953"/>
                </a:moveTo>
                <a:cubicBezTo>
                  <a:pt x="5339" y="-5953"/>
                  <a:pt x="0" y="-614"/>
                  <a:pt x="0" y="5953"/>
                </a:cubicBezTo>
                <a:lnTo>
                  <a:pt x="0" y="71438"/>
                </a:lnTo>
                <a:cubicBezTo>
                  <a:pt x="0" y="87883"/>
                  <a:pt x="13320" y="101203"/>
                  <a:pt x="29766" y="101203"/>
                </a:cubicBezTo>
                <a:cubicBezTo>
                  <a:pt x="46211" y="101203"/>
                  <a:pt x="59531" y="87883"/>
                  <a:pt x="59531" y="71438"/>
                </a:cubicBezTo>
                <a:lnTo>
                  <a:pt x="59531" y="5953"/>
                </a:lnTo>
                <a:cubicBezTo>
                  <a:pt x="59531" y="-614"/>
                  <a:pt x="54192" y="-5953"/>
                  <a:pt x="47625" y="-5953"/>
                </a:cubicBezTo>
                <a:lnTo>
                  <a:pt x="11906" y="-5953"/>
                </a:lnTo>
                <a:close/>
                <a:moveTo>
                  <a:pt x="29766" y="66973"/>
                </a:moveTo>
                <a:cubicBezTo>
                  <a:pt x="35514" y="66973"/>
                  <a:pt x="40184" y="71642"/>
                  <a:pt x="40184" y="77391"/>
                </a:cubicBezTo>
                <a:cubicBezTo>
                  <a:pt x="40184" y="83139"/>
                  <a:pt x="35514" y="87809"/>
                  <a:pt x="29766" y="87809"/>
                </a:cubicBezTo>
                <a:cubicBezTo>
                  <a:pt x="24017" y="87809"/>
                  <a:pt x="19348" y="83139"/>
                  <a:pt x="19348" y="77391"/>
                </a:cubicBezTo>
                <a:cubicBezTo>
                  <a:pt x="19348" y="71642"/>
                  <a:pt x="24017" y="66973"/>
                  <a:pt x="29766" y="66973"/>
                </a:cubicBezTo>
                <a:close/>
                <a:moveTo>
                  <a:pt x="40184" y="47625"/>
                </a:moveTo>
                <a:cubicBezTo>
                  <a:pt x="40184" y="53375"/>
                  <a:pt x="35515" y="58043"/>
                  <a:pt x="29766" y="58043"/>
                </a:cubicBezTo>
                <a:cubicBezTo>
                  <a:pt x="24016" y="58043"/>
                  <a:pt x="19348" y="53375"/>
                  <a:pt x="19348" y="47625"/>
                </a:cubicBezTo>
                <a:cubicBezTo>
                  <a:pt x="19348" y="41875"/>
                  <a:pt x="24016" y="37207"/>
                  <a:pt x="29766" y="37207"/>
                </a:cubicBezTo>
                <a:cubicBezTo>
                  <a:pt x="35515" y="37207"/>
                  <a:pt x="40184" y="41875"/>
                  <a:pt x="40184" y="47625"/>
                </a:cubicBezTo>
                <a:close/>
                <a:moveTo>
                  <a:pt x="29766" y="28277"/>
                </a:moveTo>
                <a:cubicBezTo>
                  <a:pt x="24016" y="28277"/>
                  <a:pt x="19348" y="23609"/>
                  <a:pt x="19348" y="17859"/>
                </a:cubicBezTo>
                <a:cubicBezTo>
                  <a:pt x="19348" y="12110"/>
                  <a:pt x="24016" y="7441"/>
                  <a:pt x="29766" y="7441"/>
                </a:cubicBezTo>
                <a:cubicBezTo>
                  <a:pt x="35515" y="7441"/>
                  <a:pt x="40184" y="12110"/>
                  <a:pt x="40184" y="17859"/>
                </a:cubicBezTo>
                <a:cubicBezTo>
                  <a:pt x="40184" y="23609"/>
                  <a:pt x="35515" y="28277"/>
                  <a:pt x="29766" y="282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524625" y="3778250"/>
            <a:ext cx="92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Traffic Analysis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38875" y="4016375"/>
            <a:ext cx="56197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traffic data integration for adaptive routing and delay prediction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67438" y="4310063"/>
            <a:ext cx="5699125" cy="571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46813" y="4389438"/>
            <a:ext cx="206375" cy="20637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14281" y="4445000"/>
            <a:ext cx="71438" cy="95250"/>
          </a:xfrm>
          <a:custGeom>
            <a:avLst/>
            <a:gdLst/>
            <a:ahLst/>
            <a:cxnLst/>
            <a:rect l="l" t="t" r="r" b="b"/>
            <a:pathLst>
              <a:path w="71438" h="95250">
                <a:moveTo>
                  <a:pt x="2977" y="11906"/>
                </a:moveTo>
                <a:cubicBezTo>
                  <a:pt x="2977" y="5339"/>
                  <a:pt x="8316" y="0"/>
                  <a:pt x="14883" y="0"/>
                </a:cubicBezTo>
                <a:lnTo>
                  <a:pt x="56555" y="0"/>
                </a:lnTo>
                <a:cubicBezTo>
                  <a:pt x="63122" y="0"/>
                  <a:pt x="68461" y="5339"/>
                  <a:pt x="68461" y="11906"/>
                </a:cubicBezTo>
                <a:lnTo>
                  <a:pt x="68461" y="83344"/>
                </a:lnTo>
                <a:cubicBezTo>
                  <a:pt x="68461" y="89911"/>
                  <a:pt x="63122" y="95250"/>
                  <a:pt x="56555" y="95250"/>
                </a:cubicBezTo>
                <a:lnTo>
                  <a:pt x="14883" y="95250"/>
                </a:lnTo>
                <a:cubicBezTo>
                  <a:pt x="8316" y="95250"/>
                  <a:pt x="2977" y="89911"/>
                  <a:pt x="2977" y="83344"/>
                </a:cubicBezTo>
                <a:lnTo>
                  <a:pt x="2977" y="11906"/>
                </a:lnTo>
                <a:close/>
                <a:moveTo>
                  <a:pt x="14883" y="11906"/>
                </a:moveTo>
                <a:lnTo>
                  <a:pt x="14883" y="68461"/>
                </a:lnTo>
                <a:lnTo>
                  <a:pt x="56555" y="68461"/>
                </a:lnTo>
                <a:lnTo>
                  <a:pt x="56555" y="11906"/>
                </a:lnTo>
                <a:lnTo>
                  <a:pt x="14883" y="11906"/>
                </a:lnTo>
                <a:close/>
                <a:moveTo>
                  <a:pt x="35719" y="87809"/>
                </a:moveTo>
                <a:cubicBezTo>
                  <a:pt x="39012" y="87809"/>
                  <a:pt x="41672" y="85148"/>
                  <a:pt x="41672" y="81855"/>
                </a:cubicBezTo>
                <a:cubicBezTo>
                  <a:pt x="41672" y="78563"/>
                  <a:pt x="39012" y="75902"/>
                  <a:pt x="35719" y="75902"/>
                </a:cubicBezTo>
                <a:cubicBezTo>
                  <a:pt x="32426" y="75902"/>
                  <a:pt x="29766" y="78563"/>
                  <a:pt x="29766" y="81855"/>
                </a:cubicBezTo>
                <a:cubicBezTo>
                  <a:pt x="29766" y="85148"/>
                  <a:pt x="32426" y="87809"/>
                  <a:pt x="35719" y="878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6524625" y="4397375"/>
            <a:ext cx="106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Driver Mobile App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238875" y="4635500"/>
            <a:ext cx="56197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Native mobile application for drivers with route navigation and delivery updates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67438" y="4929188"/>
            <a:ext cx="5699125" cy="571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246813" y="5008563"/>
            <a:ext cx="206375" cy="20637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96422" y="5064125"/>
            <a:ext cx="107156" cy="95250"/>
          </a:xfrm>
          <a:custGeom>
            <a:avLst/>
            <a:gdLst/>
            <a:ahLst/>
            <a:cxnLst/>
            <a:rect l="l" t="t" r="r" b="b"/>
            <a:pathLst>
              <a:path w="107156" h="95250">
                <a:moveTo>
                  <a:pt x="0" y="62508"/>
                </a:moveTo>
                <a:cubicBezTo>
                  <a:pt x="0" y="77298"/>
                  <a:pt x="11999" y="89297"/>
                  <a:pt x="26789" y="89297"/>
                </a:cubicBezTo>
                <a:lnTo>
                  <a:pt x="83344" y="89297"/>
                </a:lnTo>
                <a:cubicBezTo>
                  <a:pt x="96496" y="89297"/>
                  <a:pt x="107156" y="78637"/>
                  <a:pt x="107156" y="65484"/>
                </a:cubicBezTo>
                <a:cubicBezTo>
                  <a:pt x="107156" y="55885"/>
                  <a:pt x="101482" y="47606"/>
                  <a:pt x="93297" y="43848"/>
                </a:cubicBezTo>
                <a:cubicBezTo>
                  <a:pt x="94543" y="41411"/>
                  <a:pt x="95250" y="38640"/>
                  <a:pt x="95250" y="35719"/>
                </a:cubicBezTo>
                <a:cubicBezTo>
                  <a:pt x="95250" y="25859"/>
                  <a:pt x="87250" y="17859"/>
                  <a:pt x="77391" y="17859"/>
                </a:cubicBezTo>
                <a:cubicBezTo>
                  <a:pt x="74098" y="17859"/>
                  <a:pt x="71028" y="18752"/>
                  <a:pt x="68387" y="20296"/>
                </a:cubicBezTo>
                <a:cubicBezTo>
                  <a:pt x="63903" y="11776"/>
                  <a:pt x="54955" y="5953"/>
                  <a:pt x="44648" y="5953"/>
                </a:cubicBezTo>
                <a:cubicBezTo>
                  <a:pt x="29859" y="5953"/>
                  <a:pt x="17859" y="17952"/>
                  <a:pt x="17859" y="32742"/>
                </a:cubicBezTo>
                <a:cubicBezTo>
                  <a:pt x="17859" y="34230"/>
                  <a:pt x="17990" y="35700"/>
                  <a:pt x="18213" y="37114"/>
                </a:cubicBezTo>
                <a:cubicBezTo>
                  <a:pt x="7627" y="40686"/>
                  <a:pt x="0" y="50713"/>
                  <a:pt x="0" y="62508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9" name="Text 67"/>
          <p:cNvSpPr/>
          <p:nvPr/>
        </p:nvSpPr>
        <p:spPr>
          <a:xfrm>
            <a:off x="6524625" y="5016500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238875" y="5254625"/>
            <a:ext cx="56197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AWS/Azure cloud hosting for scalability, reliability, and global accessibility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67438" y="5548313"/>
            <a:ext cx="5699125" cy="571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246813" y="5627688"/>
            <a:ext cx="206375" cy="20637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90469" y="5683250"/>
            <a:ext cx="119063" cy="95250"/>
          </a:xfrm>
          <a:custGeom>
            <a:avLst/>
            <a:gdLst/>
            <a:ahLst/>
            <a:cxnLst/>
            <a:rect l="l" t="t" r="r" b="b"/>
            <a:pathLst>
              <a:path w="119063" h="95250">
                <a:moveTo>
                  <a:pt x="59531" y="41672"/>
                </a:moveTo>
                <a:cubicBezTo>
                  <a:pt x="70210" y="41672"/>
                  <a:pt x="78879" y="33002"/>
                  <a:pt x="78879" y="22324"/>
                </a:cubicBezTo>
                <a:cubicBezTo>
                  <a:pt x="78879" y="11646"/>
                  <a:pt x="70210" y="2977"/>
                  <a:pt x="59531" y="2977"/>
                </a:cubicBezTo>
                <a:cubicBezTo>
                  <a:pt x="48853" y="2977"/>
                  <a:pt x="40184" y="11646"/>
                  <a:pt x="40184" y="22324"/>
                </a:cubicBezTo>
                <a:cubicBezTo>
                  <a:pt x="40184" y="33002"/>
                  <a:pt x="48853" y="41672"/>
                  <a:pt x="59531" y="41672"/>
                </a:cubicBezTo>
                <a:close/>
                <a:moveTo>
                  <a:pt x="17859" y="43160"/>
                </a:moveTo>
                <a:cubicBezTo>
                  <a:pt x="25252" y="43160"/>
                  <a:pt x="31254" y="37158"/>
                  <a:pt x="31254" y="29766"/>
                </a:cubicBezTo>
                <a:cubicBezTo>
                  <a:pt x="31254" y="22373"/>
                  <a:pt x="25252" y="16371"/>
                  <a:pt x="17859" y="16371"/>
                </a:cubicBezTo>
                <a:cubicBezTo>
                  <a:pt x="10467" y="16371"/>
                  <a:pt x="4465" y="22373"/>
                  <a:pt x="4465" y="29766"/>
                </a:cubicBezTo>
                <a:cubicBezTo>
                  <a:pt x="4465" y="37158"/>
                  <a:pt x="10467" y="43160"/>
                  <a:pt x="17859" y="43160"/>
                </a:cubicBezTo>
                <a:close/>
                <a:moveTo>
                  <a:pt x="0" y="77391"/>
                </a:moveTo>
                <a:lnTo>
                  <a:pt x="0" y="83344"/>
                </a:lnTo>
                <a:cubicBezTo>
                  <a:pt x="0" y="86637"/>
                  <a:pt x="2660" y="89297"/>
                  <a:pt x="5953" y="89297"/>
                </a:cubicBezTo>
                <a:lnTo>
                  <a:pt x="22082" y="89297"/>
                </a:lnTo>
                <a:cubicBezTo>
                  <a:pt x="21282" y="87474"/>
                  <a:pt x="20836" y="85465"/>
                  <a:pt x="20836" y="83344"/>
                </a:cubicBezTo>
                <a:lnTo>
                  <a:pt x="20836" y="80367"/>
                </a:lnTo>
                <a:cubicBezTo>
                  <a:pt x="20836" y="70470"/>
                  <a:pt x="24557" y="61429"/>
                  <a:pt x="30677" y="54583"/>
                </a:cubicBezTo>
                <a:cubicBezTo>
                  <a:pt x="28501" y="53932"/>
                  <a:pt x="26194" y="53578"/>
                  <a:pt x="23812" y="53578"/>
                </a:cubicBezTo>
                <a:cubicBezTo>
                  <a:pt x="10660" y="53578"/>
                  <a:pt x="0" y="64238"/>
                  <a:pt x="0" y="77391"/>
                </a:cubicBezTo>
                <a:close/>
                <a:moveTo>
                  <a:pt x="114598" y="29766"/>
                </a:moveTo>
                <a:cubicBezTo>
                  <a:pt x="114598" y="22373"/>
                  <a:pt x="108596" y="16371"/>
                  <a:pt x="101203" y="16371"/>
                </a:cubicBezTo>
                <a:cubicBezTo>
                  <a:pt x="93810" y="16371"/>
                  <a:pt x="87809" y="22373"/>
                  <a:pt x="87809" y="29766"/>
                </a:cubicBezTo>
                <a:cubicBezTo>
                  <a:pt x="87809" y="37158"/>
                  <a:pt x="93810" y="43160"/>
                  <a:pt x="101203" y="43160"/>
                </a:cubicBezTo>
                <a:cubicBezTo>
                  <a:pt x="108596" y="43160"/>
                  <a:pt x="114598" y="37158"/>
                  <a:pt x="114598" y="29766"/>
                </a:cubicBezTo>
                <a:close/>
                <a:moveTo>
                  <a:pt x="29766" y="80367"/>
                </a:moveTo>
                <a:lnTo>
                  <a:pt x="29766" y="83344"/>
                </a:lnTo>
                <a:cubicBezTo>
                  <a:pt x="29766" y="86637"/>
                  <a:pt x="32426" y="89297"/>
                  <a:pt x="35719" y="89297"/>
                </a:cubicBezTo>
                <a:lnTo>
                  <a:pt x="64889" y="89297"/>
                </a:lnTo>
                <a:cubicBezTo>
                  <a:pt x="63568" y="85279"/>
                  <a:pt x="63717" y="81037"/>
                  <a:pt x="66880" y="77391"/>
                </a:cubicBezTo>
                <a:cubicBezTo>
                  <a:pt x="64275" y="74377"/>
                  <a:pt x="63066" y="70005"/>
                  <a:pt x="64759" y="65615"/>
                </a:cubicBezTo>
                <a:cubicBezTo>
                  <a:pt x="65987" y="62433"/>
                  <a:pt x="67717" y="59457"/>
                  <a:pt x="69856" y="56815"/>
                </a:cubicBezTo>
                <a:cubicBezTo>
                  <a:pt x="70861" y="55587"/>
                  <a:pt x="72014" y="54639"/>
                  <a:pt x="73261" y="53950"/>
                </a:cubicBezTo>
                <a:cubicBezTo>
                  <a:pt x="69149" y="51811"/>
                  <a:pt x="64480" y="50602"/>
                  <a:pt x="59531" y="50602"/>
                </a:cubicBezTo>
                <a:cubicBezTo>
                  <a:pt x="43086" y="50602"/>
                  <a:pt x="29766" y="63922"/>
                  <a:pt x="29766" y="80367"/>
                </a:cubicBezTo>
                <a:close/>
                <a:moveTo>
                  <a:pt x="116198" y="72163"/>
                </a:moveTo>
                <a:cubicBezTo>
                  <a:pt x="117370" y="71493"/>
                  <a:pt x="117965" y="70098"/>
                  <a:pt x="117463" y="68814"/>
                </a:cubicBezTo>
                <a:cubicBezTo>
                  <a:pt x="116570" y="66508"/>
                  <a:pt x="115323" y="64331"/>
                  <a:pt x="113760" y="62415"/>
                </a:cubicBezTo>
                <a:cubicBezTo>
                  <a:pt x="112905" y="61354"/>
                  <a:pt x="111398" y="61168"/>
                  <a:pt x="110226" y="61857"/>
                </a:cubicBezTo>
                <a:cubicBezTo>
                  <a:pt x="106170" y="64201"/>
                  <a:pt x="101185" y="61336"/>
                  <a:pt x="101185" y="56629"/>
                </a:cubicBezTo>
                <a:cubicBezTo>
                  <a:pt x="101185" y="55271"/>
                  <a:pt x="100273" y="54062"/>
                  <a:pt x="98933" y="53857"/>
                </a:cubicBezTo>
                <a:cubicBezTo>
                  <a:pt x="96534" y="53485"/>
                  <a:pt x="93948" y="53485"/>
                  <a:pt x="91548" y="53857"/>
                </a:cubicBezTo>
                <a:cubicBezTo>
                  <a:pt x="90208" y="54062"/>
                  <a:pt x="89297" y="55271"/>
                  <a:pt x="89297" y="56629"/>
                </a:cubicBezTo>
                <a:cubicBezTo>
                  <a:pt x="89297" y="61317"/>
                  <a:pt x="84311" y="64201"/>
                  <a:pt x="80256" y="61857"/>
                </a:cubicBezTo>
                <a:cubicBezTo>
                  <a:pt x="79084" y="61187"/>
                  <a:pt x="77577" y="61373"/>
                  <a:pt x="76721" y="62415"/>
                </a:cubicBezTo>
                <a:cubicBezTo>
                  <a:pt x="75158" y="64331"/>
                  <a:pt x="73912" y="66508"/>
                  <a:pt x="73019" y="68814"/>
                </a:cubicBezTo>
                <a:cubicBezTo>
                  <a:pt x="72535" y="70079"/>
                  <a:pt x="73112" y="71475"/>
                  <a:pt x="74284" y="72144"/>
                </a:cubicBezTo>
                <a:cubicBezTo>
                  <a:pt x="78358" y="74488"/>
                  <a:pt x="78358" y="80237"/>
                  <a:pt x="74284" y="82600"/>
                </a:cubicBezTo>
                <a:cubicBezTo>
                  <a:pt x="73112" y="83269"/>
                  <a:pt x="72517" y="84665"/>
                  <a:pt x="73019" y="85930"/>
                </a:cubicBezTo>
                <a:cubicBezTo>
                  <a:pt x="73912" y="88236"/>
                  <a:pt x="75158" y="90413"/>
                  <a:pt x="76721" y="92329"/>
                </a:cubicBezTo>
                <a:cubicBezTo>
                  <a:pt x="77577" y="93390"/>
                  <a:pt x="79084" y="93576"/>
                  <a:pt x="80256" y="92887"/>
                </a:cubicBezTo>
                <a:cubicBezTo>
                  <a:pt x="84311" y="90543"/>
                  <a:pt x="89297" y="93427"/>
                  <a:pt x="89297" y="98115"/>
                </a:cubicBezTo>
                <a:cubicBezTo>
                  <a:pt x="89297" y="99473"/>
                  <a:pt x="90208" y="100682"/>
                  <a:pt x="91548" y="100887"/>
                </a:cubicBezTo>
                <a:cubicBezTo>
                  <a:pt x="93948" y="101259"/>
                  <a:pt x="96534" y="101259"/>
                  <a:pt x="98933" y="100887"/>
                </a:cubicBezTo>
                <a:cubicBezTo>
                  <a:pt x="100273" y="100682"/>
                  <a:pt x="101185" y="99473"/>
                  <a:pt x="101185" y="98115"/>
                </a:cubicBezTo>
                <a:cubicBezTo>
                  <a:pt x="101185" y="93427"/>
                  <a:pt x="106170" y="90543"/>
                  <a:pt x="110226" y="92887"/>
                </a:cubicBezTo>
                <a:cubicBezTo>
                  <a:pt x="111398" y="93557"/>
                  <a:pt x="112905" y="93371"/>
                  <a:pt x="113760" y="92329"/>
                </a:cubicBezTo>
                <a:cubicBezTo>
                  <a:pt x="115323" y="90413"/>
                  <a:pt x="116570" y="88236"/>
                  <a:pt x="117463" y="85930"/>
                </a:cubicBezTo>
                <a:cubicBezTo>
                  <a:pt x="117946" y="84665"/>
                  <a:pt x="117370" y="83269"/>
                  <a:pt x="116198" y="82600"/>
                </a:cubicBezTo>
                <a:cubicBezTo>
                  <a:pt x="112123" y="80256"/>
                  <a:pt x="112123" y="74507"/>
                  <a:pt x="116198" y="72144"/>
                </a:cubicBezTo>
                <a:close/>
                <a:moveTo>
                  <a:pt x="87809" y="77391"/>
                </a:moveTo>
                <a:cubicBezTo>
                  <a:pt x="87809" y="73284"/>
                  <a:pt x="91143" y="69949"/>
                  <a:pt x="95250" y="69949"/>
                </a:cubicBezTo>
                <a:cubicBezTo>
                  <a:pt x="99357" y="69949"/>
                  <a:pt x="102691" y="73284"/>
                  <a:pt x="102691" y="77391"/>
                </a:cubicBezTo>
                <a:cubicBezTo>
                  <a:pt x="102691" y="81498"/>
                  <a:pt x="99357" y="84832"/>
                  <a:pt x="95250" y="84832"/>
                </a:cubicBezTo>
                <a:cubicBezTo>
                  <a:pt x="91143" y="84832"/>
                  <a:pt x="87809" y="81498"/>
                  <a:pt x="87809" y="773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524625" y="5635625"/>
            <a:ext cx="96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Multi-User Auth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238875" y="5873750"/>
            <a:ext cx="56197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Role-based authentication for admins, managers, drivers, and customers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167438" y="6167438"/>
            <a:ext cx="5699125" cy="571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246813" y="6246813"/>
            <a:ext cx="206375" cy="20637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02375" y="6302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32742" y="4465"/>
                </a:moveTo>
                <a:cubicBezTo>
                  <a:pt x="32742" y="1991"/>
                  <a:pt x="30752" y="0"/>
                  <a:pt x="28277" y="0"/>
                </a:cubicBezTo>
                <a:cubicBezTo>
                  <a:pt x="25803" y="0"/>
                  <a:pt x="23812" y="1991"/>
                  <a:pt x="23812" y="4465"/>
                </a:cubicBezTo>
                <a:lnTo>
                  <a:pt x="23812" y="11906"/>
                </a:lnTo>
                <a:cubicBezTo>
                  <a:pt x="17245" y="11906"/>
                  <a:pt x="11906" y="17245"/>
                  <a:pt x="11906" y="23812"/>
                </a:cubicBezTo>
                <a:lnTo>
                  <a:pt x="4465" y="23812"/>
                </a:lnTo>
                <a:cubicBezTo>
                  <a:pt x="1991" y="23812"/>
                  <a:pt x="0" y="25803"/>
                  <a:pt x="0" y="28277"/>
                </a:cubicBezTo>
                <a:cubicBezTo>
                  <a:pt x="0" y="30752"/>
                  <a:pt x="1991" y="32742"/>
                  <a:pt x="4465" y="32742"/>
                </a:cubicBezTo>
                <a:lnTo>
                  <a:pt x="11906" y="32742"/>
                </a:lnTo>
                <a:lnTo>
                  <a:pt x="11906" y="43160"/>
                </a:lnTo>
                <a:lnTo>
                  <a:pt x="4465" y="43160"/>
                </a:lnTo>
                <a:cubicBezTo>
                  <a:pt x="1991" y="43160"/>
                  <a:pt x="0" y="45151"/>
                  <a:pt x="0" y="47625"/>
                </a:cubicBezTo>
                <a:cubicBezTo>
                  <a:pt x="0" y="50099"/>
                  <a:pt x="1991" y="52090"/>
                  <a:pt x="4465" y="52090"/>
                </a:cubicBezTo>
                <a:lnTo>
                  <a:pt x="11906" y="52090"/>
                </a:lnTo>
                <a:lnTo>
                  <a:pt x="11906" y="62508"/>
                </a:lnTo>
                <a:lnTo>
                  <a:pt x="4465" y="62508"/>
                </a:lnTo>
                <a:cubicBezTo>
                  <a:pt x="1991" y="62508"/>
                  <a:pt x="0" y="64498"/>
                  <a:pt x="0" y="66973"/>
                </a:cubicBezTo>
                <a:cubicBezTo>
                  <a:pt x="0" y="69447"/>
                  <a:pt x="1991" y="71438"/>
                  <a:pt x="4465" y="71438"/>
                </a:cubicBezTo>
                <a:lnTo>
                  <a:pt x="11906" y="71438"/>
                </a:lnTo>
                <a:cubicBezTo>
                  <a:pt x="11906" y="78005"/>
                  <a:pt x="17245" y="83344"/>
                  <a:pt x="23812" y="83344"/>
                </a:cubicBezTo>
                <a:lnTo>
                  <a:pt x="23812" y="90785"/>
                </a:lnTo>
                <a:cubicBezTo>
                  <a:pt x="23812" y="93259"/>
                  <a:pt x="25803" y="95250"/>
                  <a:pt x="28277" y="95250"/>
                </a:cubicBezTo>
                <a:cubicBezTo>
                  <a:pt x="30752" y="95250"/>
                  <a:pt x="32742" y="93259"/>
                  <a:pt x="32742" y="90785"/>
                </a:cubicBezTo>
                <a:lnTo>
                  <a:pt x="32742" y="83344"/>
                </a:lnTo>
                <a:lnTo>
                  <a:pt x="43160" y="83344"/>
                </a:lnTo>
                <a:lnTo>
                  <a:pt x="43160" y="90785"/>
                </a:lnTo>
                <a:cubicBezTo>
                  <a:pt x="43160" y="93259"/>
                  <a:pt x="45151" y="95250"/>
                  <a:pt x="47625" y="95250"/>
                </a:cubicBezTo>
                <a:cubicBezTo>
                  <a:pt x="50099" y="95250"/>
                  <a:pt x="52090" y="93259"/>
                  <a:pt x="52090" y="90785"/>
                </a:cubicBezTo>
                <a:lnTo>
                  <a:pt x="52090" y="83344"/>
                </a:lnTo>
                <a:lnTo>
                  <a:pt x="62508" y="83344"/>
                </a:lnTo>
                <a:lnTo>
                  <a:pt x="62508" y="90785"/>
                </a:lnTo>
                <a:cubicBezTo>
                  <a:pt x="62508" y="93259"/>
                  <a:pt x="64498" y="95250"/>
                  <a:pt x="66973" y="95250"/>
                </a:cubicBezTo>
                <a:cubicBezTo>
                  <a:pt x="69447" y="95250"/>
                  <a:pt x="71438" y="93259"/>
                  <a:pt x="71438" y="90785"/>
                </a:cubicBezTo>
                <a:lnTo>
                  <a:pt x="71438" y="83344"/>
                </a:lnTo>
                <a:cubicBezTo>
                  <a:pt x="78005" y="83344"/>
                  <a:pt x="83344" y="78005"/>
                  <a:pt x="83344" y="71438"/>
                </a:cubicBezTo>
                <a:lnTo>
                  <a:pt x="90785" y="71438"/>
                </a:lnTo>
                <a:cubicBezTo>
                  <a:pt x="93259" y="71438"/>
                  <a:pt x="95250" y="69447"/>
                  <a:pt x="95250" y="66973"/>
                </a:cubicBezTo>
                <a:cubicBezTo>
                  <a:pt x="95250" y="64498"/>
                  <a:pt x="93259" y="62508"/>
                  <a:pt x="90785" y="62508"/>
                </a:cubicBezTo>
                <a:lnTo>
                  <a:pt x="83344" y="62508"/>
                </a:lnTo>
                <a:lnTo>
                  <a:pt x="83344" y="52090"/>
                </a:lnTo>
                <a:lnTo>
                  <a:pt x="90785" y="52090"/>
                </a:lnTo>
                <a:cubicBezTo>
                  <a:pt x="93259" y="52090"/>
                  <a:pt x="95250" y="50099"/>
                  <a:pt x="95250" y="47625"/>
                </a:cubicBezTo>
                <a:cubicBezTo>
                  <a:pt x="95250" y="45151"/>
                  <a:pt x="93259" y="43160"/>
                  <a:pt x="90785" y="43160"/>
                </a:cubicBezTo>
                <a:lnTo>
                  <a:pt x="83344" y="43160"/>
                </a:lnTo>
                <a:lnTo>
                  <a:pt x="83344" y="32742"/>
                </a:lnTo>
                <a:lnTo>
                  <a:pt x="90785" y="32742"/>
                </a:lnTo>
                <a:cubicBezTo>
                  <a:pt x="93259" y="32742"/>
                  <a:pt x="95250" y="30752"/>
                  <a:pt x="95250" y="28277"/>
                </a:cubicBezTo>
                <a:cubicBezTo>
                  <a:pt x="95250" y="25803"/>
                  <a:pt x="93259" y="23812"/>
                  <a:pt x="90785" y="23812"/>
                </a:cubicBezTo>
                <a:lnTo>
                  <a:pt x="83344" y="23812"/>
                </a:lnTo>
                <a:cubicBezTo>
                  <a:pt x="83344" y="17245"/>
                  <a:pt x="78005" y="11906"/>
                  <a:pt x="71438" y="11906"/>
                </a:cubicBezTo>
                <a:lnTo>
                  <a:pt x="71438" y="4465"/>
                </a:lnTo>
                <a:cubicBezTo>
                  <a:pt x="71438" y="1991"/>
                  <a:pt x="69447" y="0"/>
                  <a:pt x="66973" y="0"/>
                </a:cubicBezTo>
                <a:cubicBezTo>
                  <a:pt x="64498" y="0"/>
                  <a:pt x="62508" y="1991"/>
                  <a:pt x="62508" y="4465"/>
                </a:cubicBezTo>
                <a:lnTo>
                  <a:pt x="62508" y="11906"/>
                </a:lnTo>
                <a:lnTo>
                  <a:pt x="52090" y="11906"/>
                </a:lnTo>
                <a:lnTo>
                  <a:pt x="52090" y="4465"/>
                </a:lnTo>
                <a:cubicBezTo>
                  <a:pt x="52090" y="1991"/>
                  <a:pt x="50099" y="0"/>
                  <a:pt x="47625" y="0"/>
                </a:cubicBezTo>
                <a:cubicBezTo>
                  <a:pt x="45151" y="0"/>
                  <a:pt x="43160" y="1991"/>
                  <a:pt x="43160" y="4465"/>
                </a:cubicBezTo>
                <a:lnTo>
                  <a:pt x="43160" y="11906"/>
                </a:lnTo>
                <a:lnTo>
                  <a:pt x="32742" y="11906"/>
                </a:lnTo>
                <a:lnTo>
                  <a:pt x="32742" y="4465"/>
                </a:lnTo>
                <a:close/>
                <a:moveTo>
                  <a:pt x="29766" y="23812"/>
                </a:moveTo>
                <a:lnTo>
                  <a:pt x="65484" y="23812"/>
                </a:lnTo>
                <a:cubicBezTo>
                  <a:pt x="68777" y="23812"/>
                  <a:pt x="71438" y="26473"/>
                  <a:pt x="71438" y="29766"/>
                </a:cubicBezTo>
                <a:lnTo>
                  <a:pt x="71438" y="65484"/>
                </a:lnTo>
                <a:cubicBezTo>
                  <a:pt x="71438" y="68777"/>
                  <a:pt x="68777" y="71438"/>
                  <a:pt x="65484" y="71438"/>
                </a:cubicBezTo>
                <a:lnTo>
                  <a:pt x="29766" y="71438"/>
                </a:lnTo>
                <a:cubicBezTo>
                  <a:pt x="26473" y="71438"/>
                  <a:pt x="23812" y="68777"/>
                  <a:pt x="23812" y="65484"/>
                </a:cubicBezTo>
                <a:lnTo>
                  <a:pt x="23812" y="29766"/>
                </a:lnTo>
                <a:cubicBezTo>
                  <a:pt x="23812" y="26473"/>
                  <a:pt x="26473" y="23812"/>
                  <a:pt x="29766" y="23812"/>
                </a:cubicBezTo>
                <a:close/>
                <a:moveTo>
                  <a:pt x="32742" y="32742"/>
                </a:moveTo>
                <a:lnTo>
                  <a:pt x="32742" y="62508"/>
                </a:lnTo>
                <a:lnTo>
                  <a:pt x="62508" y="62508"/>
                </a:lnTo>
                <a:lnTo>
                  <a:pt x="62508" y="32742"/>
                </a:lnTo>
                <a:lnTo>
                  <a:pt x="32742" y="327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6524625" y="6254750"/>
            <a:ext cx="88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238875" y="6492875"/>
            <a:ext cx="56197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IoT sensors for live courier tracking, temperature monitoring, and package security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36998" y="-536998"/>
            <a:ext cx="1348939" cy="1348939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368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530714" y="472474"/>
            <a:ext cx="1073996" cy="1073996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368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674469" y="5357091"/>
            <a:ext cx="1623882" cy="661581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368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720000">
            <a:off x="10613015" y="5280359"/>
            <a:ext cx="799053" cy="799053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368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2700000">
            <a:off x="11120864" y="5788208"/>
            <a:ext cx="1211467" cy="1211467"/>
          </a:xfrm>
          <a:prstGeom prst="roundRect">
            <a:avLst>
              <a:gd name="adj" fmla="val 5674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368" dir="2700000">
              <a:srgbClr val="2d3436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2700000">
            <a:off x="2917726" y="1245248"/>
            <a:ext cx="661581" cy="661581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368" dir="2700000">
              <a:srgbClr val="2d343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-120000">
            <a:off x="4920015" y="192925"/>
            <a:ext cx="2337015" cy="412414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79503" y="389256"/>
            <a:ext cx="135323" cy="154655"/>
          </a:xfrm>
          <a:custGeom>
            <a:avLst/>
            <a:gdLst/>
            <a:ahLst/>
            <a:cxnLst/>
            <a:rect l="l" t="t" r="r" b="b"/>
            <a:pathLst>
              <a:path w="135323" h="154655">
                <a:moveTo>
                  <a:pt x="9666" y="0"/>
                </a:moveTo>
                <a:cubicBezTo>
                  <a:pt x="15012" y="0"/>
                  <a:pt x="19332" y="4319"/>
                  <a:pt x="19332" y="9666"/>
                </a:cubicBezTo>
                <a:lnTo>
                  <a:pt x="19332" y="14499"/>
                </a:lnTo>
                <a:lnTo>
                  <a:pt x="40174" y="9303"/>
                </a:lnTo>
                <a:cubicBezTo>
                  <a:pt x="51683" y="6434"/>
                  <a:pt x="63826" y="7763"/>
                  <a:pt x="74458" y="13079"/>
                </a:cubicBezTo>
                <a:cubicBezTo>
                  <a:pt x="88444" y="20087"/>
                  <a:pt x="104906" y="20087"/>
                  <a:pt x="118891" y="13079"/>
                </a:cubicBezTo>
                <a:lnTo>
                  <a:pt x="121791" y="11629"/>
                </a:lnTo>
                <a:cubicBezTo>
                  <a:pt x="128014" y="8488"/>
                  <a:pt x="135323" y="13019"/>
                  <a:pt x="135323" y="19966"/>
                </a:cubicBezTo>
                <a:lnTo>
                  <a:pt x="135323" y="104453"/>
                </a:lnTo>
                <a:cubicBezTo>
                  <a:pt x="135323" y="108470"/>
                  <a:pt x="132816" y="112095"/>
                  <a:pt x="129041" y="113515"/>
                </a:cubicBezTo>
                <a:lnTo>
                  <a:pt x="118559" y="117441"/>
                </a:lnTo>
                <a:cubicBezTo>
                  <a:pt x="104604" y="122667"/>
                  <a:pt x="89078" y="121852"/>
                  <a:pt x="75757" y="115206"/>
                </a:cubicBezTo>
                <a:cubicBezTo>
                  <a:pt x="64309" y="109467"/>
                  <a:pt x="51169" y="108047"/>
                  <a:pt x="38754" y="111159"/>
                </a:cubicBezTo>
                <a:lnTo>
                  <a:pt x="19332" y="115992"/>
                </a:lnTo>
                <a:lnTo>
                  <a:pt x="19332" y="144989"/>
                </a:lnTo>
                <a:cubicBezTo>
                  <a:pt x="19332" y="150336"/>
                  <a:pt x="15012" y="154655"/>
                  <a:pt x="9666" y="154655"/>
                </a:cubicBezTo>
                <a:cubicBezTo>
                  <a:pt x="4319" y="154655"/>
                  <a:pt x="0" y="150336"/>
                  <a:pt x="0" y="144989"/>
                </a:cubicBezTo>
                <a:lnTo>
                  <a:pt x="0" y="9666"/>
                </a:lnTo>
                <a:cubicBezTo>
                  <a:pt x="0" y="4319"/>
                  <a:pt x="4319" y="0"/>
                  <a:pt x="9666" y="0"/>
                </a:cubicBezTo>
                <a:close/>
                <a:moveTo>
                  <a:pt x="19332" y="56516"/>
                </a:moveTo>
                <a:lnTo>
                  <a:pt x="38664" y="52317"/>
                </a:lnTo>
                <a:lnTo>
                  <a:pt x="38664" y="72102"/>
                </a:lnTo>
                <a:lnTo>
                  <a:pt x="19332" y="76301"/>
                </a:lnTo>
                <a:lnTo>
                  <a:pt x="19332" y="96086"/>
                </a:lnTo>
                <a:lnTo>
                  <a:pt x="34073" y="92401"/>
                </a:lnTo>
                <a:cubicBezTo>
                  <a:pt x="35613" y="92008"/>
                  <a:pt x="37123" y="91676"/>
                  <a:pt x="38664" y="91404"/>
                </a:cubicBezTo>
                <a:lnTo>
                  <a:pt x="38664" y="72102"/>
                </a:lnTo>
                <a:lnTo>
                  <a:pt x="50414" y="69565"/>
                </a:lnTo>
                <a:cubicBezTo>
                  <a:pt x="52921" y="69021"/>
                  <a:pt x="55458" y="68810"/>
                  <a:pt x="57996" y="68930"/>
                </a:cubicBezTo>
                <a:lnTo>
                  <a:pt x="57996" y="49598"/>
                </a:lnTo>
                <a:cubicBezTo>
                  <a:pt x="62104" y="49719"/>
                  <a:pt x="66212" y="50384"/>
                  <a:pt x="70199" y="51532"/>
                </a:cubicBezTo>
                <a:lnTo>
                  <a:pt x="77328" y="53616"/>
                </a:lnTo>
                <a:lnTo>
                  <a:pt x="77328" y="73763"/>
                </a:lnTo>
                <a:lnTo>
                  <a:pt x="64732" y="70048"/>
                </a:lnTo>
                <a:cubicBezTo>
                  <a:pt x="62527" y="69414"/>
                  <a:pt x="60261" y="69021"/>
                  <a:pt x="57996" y="68900"/>
                </a:cubicBezTo>
                <a:lnTo>
                  <a:pt x="57996" y="90467"/>
                </a:lnTo>
                <a:cubicBezTo>
                  <a:pt x="64581" y="91041"/>
                  <a:pt x="71075" y="92491"/>
                  <a:pt x="77328" y="94817"/>
                </a:cubicBezTo>
                <a:lnTo>
                  <a:pt x="77328" y="73733"/>
                </a:lnTo>
                <a:lnTo>
                  <a:pt x="84184" y="75757"/>
                </a:lnTo>
                <a:cubicBezTo>
                  <a:pt x="88262" y="76965"/>
                  <a:pt x="92431" y="77690"/>
                  <a:pt x="96660" y="77992"/>
                </a:cubicBezTo>
                <a:lnTo>
                  <a:pt x="96660" y="58600"/>
                </a:lnTo>
                <a:cubicBezTo>
                  <a:pt x="94304" y="58358"/>
                  <a:pt x="91947" y="57905"/>
                  <a:pt x="89652" y="57241"/>
                </a:cubicBezTo>
                <a:lnTo>
                  <a:pt x="77328" y="53616"/>
                </a:lnTo>
                <a:lnTo>
                  <a:pt x="77328" y="34888"/>
                </a:lnTo>
                <a:cubicBezTo>
                  <a:pt x="73401" y="33740"/>
                  <a:pt x="69535" y="32230"/>
                  <a:pt x="65789" y="30357"/>
                </a:cubicBezTo>
                <a:cubicBezTo>
                  <a:pt x="63312" y="29119"/>
                  <a:pt x="60684" y="28243"/>
                  <a:pt x="57996" y="27699"/>
                </a:cubicBezTo>
                <a:lnTo>
                  <a:pt x="57996" y="49568"/>
                </a:lnTo>
                <a:cubicBezTo>
                  <a:pt x="54069" y="49447"/>
                  <a:pt x="50142" y="49810"/>
                  <a:pt x="46306" y="50656"/>
                </a:cubicBezTo>
                <a:lnTo>
                  <a:pt x="38664" y="52317"/>
                </a:lnTo>
                <a:lnTo>
                  <a:pt x="38664" y="29602"/>
                </a:lnTo>
                <a:lnTo>
                  <a:pt x="19332" y="34435"/>
                </a:lnTo>
                <a:lnTo>
                  <a:pt x="19332" y="56516"/>
                </a:lnTo>
                <a:close/>
                <a:moveTo>
                  <a:pt x="96660" y="101402"/>
                </a:moveTo>
                <a:cubicBezTo>
                  <a:pt x="101734" y="101855"/>
                  <a:pt x="106899" y="101191"/>
                  <a:pt x="111763" y="99348"/>
                </a:cubicBezTo>
                <a:lnTo>
                  <a:pt x="115992" y="97777"/>
                </a:lnTo>
                <a:lnTo>
                  <a:pt x="115992" y="76119"/>
                </a:lnTo>
                <a:lnTo>
                  <a:pt x="113605" y="76663"/>
                </a:lnTo>
                <a:cubicBezTo>
                  <a:pt x="108047" y="77962"/>
                  <a:pt x="102338" y="78385"/>
                  <a:pt x="96660" y="78022"/>
                </a:cubicBezTo>
                <a:lnTo>
                  <a:pt x="96660" y="101402"/>
                </a:lnTo>
                <a:close/>
                <a:moveTo>
                  <a:pt x="115992" y="56274"/>
                </a:moveTo>
                <a:lnTo>
                  <a:pt x="115992" y="34888"/>
                </a:lnTo>
                <a:cubicBezTo>
                  <a:pt x="109678" y="36731"/>
                  <a:pt x="103184" y="37637"/>
                  <a:pt x="96660" y="37637"/>
                </a:cubicBezTo>
                <a:lnTo>
                  <a:pt x="96660" y="58600"/>
                </a:lnTo>
                <a:cubicBezTo>
                  <a:pt x="100858" y="59023"/>
                  <a:pt x="105117" y="58751"/>
                  <a:pt x="109256" y="57815"/>
                </a:cubicBezTo>
                <a:lnTo>
                  <a:pt x="115992" y="5624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 rot="-120000">
            <a:off x="5108284" y="175741"/>
            <a:ext cx="2135857" cy="378047"/>
          </a:xfrm>
          <a:prstGeom prst="rect">
            <a:avLst/>
          </a:prstGeom>
          <a:noFill/>
          <a:ln/>
        </p:spPr>
        <p:txBody>
          <a:bodyPr wrap="square" lIns="206207" tIns="68736" rIns="206207" bIns="68736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9420" y="801201"/>
            <a:ext cx="4270207" cy="103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4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Expected Outcomes &amp;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24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rot="60000">
            <a:off x="2238220" y="1919935"/>
            <a:ext cx="7664034" cy="281816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 rot="60000">
            <a:off x="2455300" y="2147488"/>
            <a:ext cx="7294579" cy="756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1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Smart Courier &amp; Logistics Optimization System successfully demonstrates intelligent courier route optimization, professional logistics management, DAA algorithm implementation in real-world applications, and enterprise-level courier dashboard development.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60000">
            <a:off x="2474365" y="3047354"/>
            <a:ext cx="3522706" cy="1460634"/>
          </a:xfrm>
          <a:prstGeom prst="roundRect">
            <a:avLst>
              <a:gd name="adj" fmla="val 0"/>
            </a:avLst>
          </a:prstGeom>
          <a:solidFill>
            <a:srgbClr val="FF6B6B">
              <a:alpha val="10196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7771" y="3219445"/>
            <a:ext cx="154655" cy="154655"/>
          </a:xfrm>
          <a:custGeom>
            <a:avLst/>
            <a:gdLst/>
            <a:ahLst/>
            <a:cxnLst/>
            <a:rect l="l" t="t" r="r" b="b"/>
            <a:pathLst>
              <a:path w="154655" h="154655">
                <a:moveTo>
                  <a:pt x="77328" y="154655"/>
                </a:moveTo>
                <a:cubicBezTo>
                  <a:pt x="120006" y="154655"/>
                  <a:pt x="154655" y="120006"/>
                  <a:pt x="154655" y="77328"/>
                </a:cubicBezTo>
                <a:cubicBezTo>
                  <a:pt x="154655" y="34649"/>
                  <a:pt x="120006" y="0"/>
                  <a:pt x="77328" y="0"/>
                </a:cubicBezTo>
                <a:cubicBezTo>
                  <a:pt x="34649" y="0"/>
                  <a:pt x="0" y="34649"/>
                  <a:pt x="0" y="77328"/>
                </a:cubicBezTo>
                <a:cubicBezTo>
                  <a:pt x="0" y="120006"/>
                  <a:pt x="34649" y="154655"/>
                  <a:pt x="77328" y="154655"/>
                </a:cubicBezTo>
                <a:close/>
                <a:moveTo>
                  <a:pt x="102822" y="64248"/>
                </a:moveTo>
                <a:lnTo>
                  <a:pt x="78657" y="102912"/>
                </a:lnTo>
                <a:cubicBezTo>
                  <a:pt x="77388" y="104936"/>
                  <a:pt x="75213" y="106205"/>
                  <a:pt x="72827" y="106326"/>
                </a:cubicBezTo>
                <a:cubicBezTo>
                  <a:pt x="70441" y="106446"/>
                  <a:pt x="68145" y="105359"/>
                  <a:pt x="66725" y="103426"/>
                </a:cubicBezTo>
                <a:lnTo>
                  <a:pt x="52226" y="84094"/>
                </a:lnTo>
                <a:cubicBezTo>
                  <a:pt x="49810" y="80892"/>
                  <a:pt x="50474" y="76361"/>
                  <a:pt x="53676" y="73945"/>
                </a:cubicBezTo>
                <a:cubicBezTo>
                  <a:pt x="56878" y="71528"/>
                  <a:pt x="61409" y="72193"/>
                  <a:pt x="63826" y="75395"/>
                </a:cubicBezTo>
                <a:lnTo>
                  <a:pt x="71981" y="86269"/>
                </a:lnTo>
                <a:lnTo>
                  <a:pt x="90528" y="56576"/>
                </a:lnTo>
                <a:cubicBezTo>
                  <a:pt x="92642" y="53193"/>
                  <a:pt x="97113" y="52136"/>
                  <a:pt x="100526" y="54280"/>
                </a:cubicBezTo>
                <a:cubicBezTo>
                  <a:pt x="103939" y="56425"/>
                  <a:pt x="104966" y="60865"/>
                  <a:pt x="102822" y="64279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 rot="60000">
            <a:off x="2764487" y="3161130"/>
            <a:ext cx="317902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 rot="60000">
            <a:off x="2600737" y="3470399"/>
            <a:ext cx="1804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 rot="60000">
            <a:off x="2784631" y="3473604"/>
            <a:ext cx="22081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Reduces delivery time significantly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 rot="60000">
            <a:off x="2596538" y="3710932"/>
            <a:ext cx="1804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 rot="60000">
            <a:off x="2780432" y="3714146"/>
            <a:ext cx="197615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Optimizes routes using Dijkstra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 rot="60000">
            <a:off x="2592340" y="3951474"/>
            <a:ext cx="1804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 rot="60000">
            <a:off x="2776233" y="3954687"/>
            <a:ext cx="191600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Manages resources efficiently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 rot="60000">
            <a:off x="2588141" y="4192015"/>
            <a:ext cx="1804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 rot="60000">
            <a:off x="2772035" y="4195220"/>
            <a:ext cx="189882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Provides real-time monitoring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rot="60000">
            <a:off x="6151166" y="3111534"/>
            <a:ext cx="3522706" cy="1460634"/>
          </a:xfrm>
          <a:prstGeom prst="roundRect">
            <a:avLst>
              <a:gd name="adj" fmla="val 0"/>
            </a:avLst>
          </a:prstGeom>
          <a:solidFill>
            <a:srgbClr val="4ECDC4">
              <a:alpha val="10196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977" y="3281896"/>
            <a:ext cx="115992" cy="154655"/>
          </a:xfrm>
          <a:custGeom>
            <a:avLst/>
            <a:gdLst/>
            <a:ahLst/>
            <a:cxnLst/>
            <a:rect l="l" t="t" r="r" b="b"/>
            <a:pathLst>
              <a:path w="115992" h="154655">
                <a:moveTo>
                  <a:pt x="88474" y="115992"/>
                </a:moveTo>
                <a:cubicBezTo>
                  <a:pt x="90679" y="109256"/>
                  <a:pt x="95089" y="103154"/>
                  <a:pt x="100073" y="97898"/>
                </a:cubicBezTo>
                <a:cubicBezTo>
                  <a:pt x="109950" y="87507"/>
                  <a:pt x="115992" y="73461"/>
                  <a:pt x="115992" y="57996"/>
                </a:cubicBezTo>
                <a:cubicBezTo>
                  <a:pt x="115992" y="25977"/>
                  <a:pt x="90014" y="0"/>
                  <a:pt x="57996" y="0"/>
                </a:cubicBezTo>
                <a:cubicBezTo>
                  <a:pt x="25977" y="0"/>
                  <a:pt x="0" y="25977"/>
                  <a:pt x="0" y="57996"/>
                </a:cubicBezTo>
                <a:cubicBezTo>
                  <a:pt x="0" y="73461"/>
                  <a:pt x="6041" y="87507"/>
                  <a:pt x="15919" y="97898"/>
                </a:cubicBezTo>
                <a:cubicBezTo>
                  <a:pt x="20903" y="103154"/>
                  <a:pt x="25343" y="109256"/>
                  <a:pt x="27518" y="115992"/>
                </a:cubicBezTo>
                <a:lnTo>
                  <a:pt x="88444" y="115992"/>
                </a:lnTo>
                <a:close/>
                <a:moveTo>
                  <a:pt x="86994" y="130490"/>
                </a:moveTo>
                <a:lnTo>
                  <a:pt x="28998" y="130490"/>
                </a:lnTo>
                <a:lnTo>
                  <a:pt x="28998" y="135323"/>
                </a:lnTo>
                <a:cubicBezTo>
                  <a:pt x="28998" y="148675"/>
                  <a:pt x="39812" y="159488"/>
                  <a:pt x="53163" y="159488"/>
                </a:cubicBezTo>
                <a:lnTo>
                  <a:pt x="62829" y="159488"/>
                </a:lnTo>
                <a:cubicBezTo>
                  <a:pt x="76180" y="159488"/>
                  <a:pt x="86994" y="148675"/>
                  <a:pt x="86994" y="135323"/>
                </a:cubicBezTo>
                <a:lnTo>
                  <a:pt x="86994" y="130490"/>
                </a:lnTo>
                <a:close/>
                <a:moveTo>
                  <a:pt x="55579" y="33831"/>
                </a:moveTo>
                <a:cubicBezTo>
                  <a:pt x="43557" y="33831"/>
                  <a:pt x="33831" y="43557"/>
                  <a:pt x="33831" y="55579"/>
                </a:cubicBezTo>
                <a:cubicBezTo>
                  <a:pt x="33831" y="59597"/>
                  <a:pt x="30599" y="62829"/>
                  <a:pt x="26581" y="62829"/>
                </a:cubicBezTo>
                <a:cubicBezTo>
                  <a:pt x="22564" y="62829"/>
                  <a:pt x="19332" y="59597"/>
                  <a:pt x="19332" y="55579"/>
                </a:cubicBezTo>
                <a:cubicBezTo>
                  <a:pt x="19332" y="35553"/>
                  <a:pt x="35553" y="19332"/>
                  <a:pt x="55579" y="19332"/>
                </a:cubicBezTo>
                <a:cubicBezTo>
                  <a:pt x="59597" y="19332"/>
                  <a:pt x="62829" y="22564"/>
                  <a:pt x="62829" y="26581"/>
                </a:cubicBezTo>
                <a:cubicBezTo>
                  <a:pt x="62829" y="30599"/>
                  <a:pt x="59597" y="33831"/>
                  <a:pt x="55579" y="338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 rot="60000">
            <a:off x="6441288" y="3225310"/>
            <a:ext cx="317902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Innovation Highlights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 rot="60000">
            <a:off x="6277538" y="3534579"/>
            <a:ext cx="1804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 rot="60000">
            <a:off x="6461432" y="3537784"/>
            <a:ext cx="170980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DAA algorithms in logistics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 rot="60000">
            <a:off x="6273340" y="3775112"/>
            <a:ext cx="1804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 rot="60000">
            <a:off x="6457233" y="3778326"/>
            <a:ext cx="22081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 visualization with Cytoscape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 rot="60000">
            <a:off x="6269141" y="4015653"/>
            <a:ext cx="1804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 rot="60000">
            <a:off x="6453035" y="4018859"/>
            <a:ext cx="183008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Enterprise dashboard design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 rot="60000">
            <a:off x="6264942" y="4256195"/>
            <a:ext cx="1804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 rot="60000">
            <a:off x="6448836" y="4259400"/>
            <a:ext cx="201911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Modern web technologies stack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rot="-60000">
            <a:off x="2799170" y="4912952"/>
            <a:ext cx="6572854" cy="1056812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29352" y="5210902"/>
            <a:ext cx="135323" cy="154655"/>
          </a:xfrm>
          <a:custGeom>
            <a:avLst/>
            <a:gdLst/>
            <a:ahLst/>
            <a:cxnLst/>
            <a:rect l="l" t="t" r="r" b="b"/>
            <a:pathLst>
              <a:path w="135323" h="154655">
                <a:moveTo>
                  <a:pt x="0" y="65245"/>
                </a:moveTo>
                <a:cubicBezTo>
                  <a:pt x="0" y="45219"/>
                  <a:pt x="16221" y="28998"/>
                  <a:pt x="36247" y="28998"/>
                </a:cubicBezTo>
                <a:lnTo>
                  <a:pt x="38664" y="28998"/>
                </a:lnTo>
                <a:cubicBezTo>
                  <a:pt x="44010" y="28998"/>
                  <a:pt x="48330" y="33317"/>
                  <a:pt x="48330" y="38664"/>
                </a:cubicBezTo>
                <a:cubicBezTo>
                  <a:pt x="48330" y="44010"/>
                  <a:pt x="44010" y="48330"/>
                  <a:pt x="38664" y="48330"/>
                </a:cubicBezTo>
                <a:lnTo>
                  <a:pt x="36247" y="48330"/>
                </a:lnTo>
                <a:cubicBezTo>
                  <a:pt x="26914" y="48330"/>
                  <a:pt x="19332" y="55912"/>
                  <a:pt x="19332" y="65245"/>
                </a:cubicBezTo>
                <a:lnTo>
                  <a:pt x="19332" y="67662"/>
                </a:lnTo>
                <a:lnTo>
                  <a:pt x="38664" y="67662"/>
                </a:lnTo>
                <a:cubicBezTo>
                  <a:pt x="49327" y="67662"/>
                  <a:pt x="57996" y="76331"/>
                  <a:pt x="57996" y="86994"/>
                </a:cubicBezTo>
                <a:lnTo>
                  <a:pt x="57996" y="106326"/>
                </a:lnTo>
                <a:cubicBezTo>
                  <a:pt x="57996" y="116988"/>
                  <a:pt x="49327" y="125658"/>
                  <a:pt x="38664" y="125658"/>
                </a:cubicBezTo>
                <a:lnTo>
                  <a:pt x="19332" y="125658"/>
                </a:lnTo>
                <a:cubicBezTo>
                  <a:pt x="8669" y="125658"/>
                  <a:pt x="0" y="116988"/>
                  <a:pt x="0" y="106326"/>
                </a:cubicBezTo>
                <a:lnTo>
                  <a:pt x="0" y="65245"/>
                </a:lnTo>
                <a:close/>
                <a:moveTo>
                  <a:pt x="77328" y="65245"/>
                </a:moveTo>
                <a:cubicBezTo>
                  <a:pt x="77328" y="45219"/>
                  <a:pt x="93548" y="28998"/>
                  <a:pt x="113575" y="28998"/>
                </a:cubicBezTo>
                <a:lnTo>
                  <a:pt x="115992" y="28998"/>
                </a:lnTo>
                <a:cubicBezTo>
                  <a:pt x="121338" y="28998"/>
                  <a:pt x="125658" y="33317"/>
                  <a:pt x="125658" y="38664"/>
                </a:cubicBezTo>
                <a:cubicBezTo>
                  <a:pt x="125658" y="44010"/>
                  <a:pt x="121338" y="48330"/>
                  <a:pt x="115992" y="48330"/>
                </a:cubicBezTo>
                <a:lnTo>
                  <a:pt x="113575" y="48330"/>
                </a:lnTo>
                <a:cubicBezTo>
                  <a:pt x="104241" y="48330"/>
                  <a:pt x="96660" y="55912"/>
                  <a:pt x="96660" y="65245"/>
                </a:cubicBezTo>
                <a:lnTo>
                  <a:pt x="96660" y="67662"/>
                </a:lnTo>
                <a:lnTo>
                  <a:pt x="115992" y="67662"/>
                </a:lnTo>
                <a:cubicBezTo>
                  <a:pt x="126654" y="67662"/>
                  <a:pt x="135323" y="76331"/>
                  <a:pt x="135323" y="86994"/>
                </a:cubicBezTo>
                <a:lnTo>
                  <a:pt x="135323" y="106326"/>
                </a:lnTo>
                <a:cubicBezTo>
                  <a:pt x="135323" y="116988"/>
                  <a:pt x="126654" y="125658"/>
                  <a:pt x="115992" y="125658"/>
                </a:cubicBezTo>
                <a:lnTo>
                  <a:pt x="96660" y="125658"/>
                </a:lnTo>
                <a:cubicBezTo>
                  <a:pt x="85997" y="125658"/>
                  <a:pt x="77328" y="116988"/>
                  <a:pt x="77328" y="106326"/>
                </a:cubicBezTo>
                <a:lnTo>
                  <a:pt x="77328" y="65245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 rot="-60000">
            <a:off x="3157807" y="5066139"/>
            <a:ext cx="6105346" cy="756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1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This real-world logistics solution combines modern web technologies, database management, graph algorithms, DAA concepts, and enterprise dashboard systems to create a comprehensive platform for the logistics industry.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 rot="-120000">
            <a:off x="2938298" y="6224770"/>
            <a:ext cx="1830089" cy="369455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35994" y="6392691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12888" y="52572"/>
                </a:moveTo>
                <a:lnTo>
                  <a:pt x="69058" y="75690"/>
                </a:lnTo>
                <a:cubicBezTo>
                  <a:pt x="71689" y="76764"/>
                  <a:pt x="74482" y="77328"/>
                  <a:pt x="77328" y="77328"/>
                </a:cubicBezTo>
                <a:cubicBezTo>
                  <a:pt x="80174" y="77328"/>
                  <a:pt x="82966" y="76764"/>
                  <a:pt x="85597" y="75690"/>
                </a:cubicBezTo>
                <a:lnTo>
                  <a:pt x="150682" y="48894"/>
                </a:lnTo>
                <a:cubicBezTo>
                  <a:pt x="153098" y="47900"/>
                  <a:pt x="154655" y="45564"/>
                  <a:pt x="154655" y="42960"/>
                </a:cubicBezTo>
                <a:cubicBezTo>
                  <a:pt x="154655" y="40355"/>
                  <a:pt x="153098" y="38019"/>
                  <a:pt x="150682" y="37026"/>
                </a:cubicBezTo>
                <a:lnTo>
                  <a:pt x="85597" y="10230"/>
                </a:lnTo>
                <a:cubicBezTo>
                  <a:pt x="82966" y="9156"/>
                  <a:pt x="80174" y="8592"/>
                  <a:pt x="77328" y="8592"/>
                </a:cubicBezTo>
                <a:cubicBezTo>
                  <a:pt x="74482" y="8592"/>
                  <a:pt x="71689" y="9156"/>
                  <a:pt x="69058" y="10230"/>
                </a:cubicBezTo>
                <a:lnTo>
                  <a:pt x="3974" y="37026"/>
                </a:lnTo>
                <a:cubicBezTo>
                  <a:pt x="1557" y="38019"/>
                  <a:pt x="0" y="40355"/>
                  <a:pt x="0" y="42960"/>
                </a:cubicBezTo>
                <a:lnTo>
                  <a:pt x="0" y="122436"/>
                </a:lnTo>
                <a:cubicBezTo>
                  <a:pt x="0" y="126007"/>
                  <a:pt x="2873" y="128879"/>
                  <a:pt x="6444" y="128879"/>
                </a:cubicBezTo>
                <a:cubicBezTo>
                  <a:pt x="10015" y="128879"/>
                  <a:pt x="12888" y="126007"/>
                  <a:pt x="12888" y="122436"/>
                </a:cubicBezTo>
                <a:lnTo>
                  <a:pt x="12888" y="52572"/>
                </a:lnTo>
                <a:close/>
                <a:moveTo>
                  <a:pt x="25776" y="71823"/>
                </a:moveTo>
                <a:lnTo>
                  <a:pt x="25776" y="103104"/>
                </a:lnTo>
                <a:cubicBezTo>
                  <a:pt x="25776" y="117334"/>
                  <a:pt x="48867" y="128879"/>
                  <a:pt x="77328" y="128879"/>
                </a:cubicBezTo>
                <a:cubicBezTo>
                  <a:pt x="105789" y="128879"/>
                  <a:pt x="128879" y="117334"/>
                  <a:pt x="128879" y="103104"/>
                </a:cubicBezTo>
                <a:lnTo>
                  <a:pt x="128879" y="71797"/>
                </a:lnTo>
                <a:lnTo>
                  <a:pt x="90511" y="87611"/>
                </a:lnTo>
                <a:cubicBezTo>
                  <a:pt x="86322" y="89330"/>
                  <a:pt x="81865" y="90216"/>
                  <a:pt x="77328" y="90216"/>
                </a:cubicBezTo>
                <a:cubicBezTo>
                  <a:pt x="72790" y="90216"/>
                  <a:pt x="68333" y="89330"/>
                  <a:pt x="64144" y="87611"/>
                </a:cubicBezTo>
                <a:lnTo>
                  <a:pt x="25776" y="7179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 rot="-120000">
            <a:off x="3310176" y="6313232"/>
            <a:ext cx="131102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DAA Course Project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 rot="60000">
            <a:off x="4938582" y="6237230"/>
            <a:ext cx="2251095" cy="369455"/>
          </a:xfrm>
          <a:prstGeom prst="roundRect">
            <a:avLst>
              <a:gd name="adj" fmla="val 0"/>
            </a:avLst>
          </a:pr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42712" y="6356645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38744" y="0"/>
                </a:moveTo>
                <a:lnTo>
                  <a:pt x="98888" y="0"/>
                </a:lnTo>
                <a:cubicBezTo>
                  <a:pt x="106003" y="0"/>
                  <a:pt x="111803" y="5853"/>
                  <a:pt x="111534" y="12942"/>
                </a:cubicBezTo>
                <a:cubicBezTo>
                  <a:pt x="111481" y="14365"/>
                  <a:pt x="111427" y="15788"/>
                  <a:pt x="111347" y="17184"/>
                </a:cubicBezTo>
                <a:lnTo>
                  <a:pt x="124664" y="17184"/>
                </a:lnTo>
                <a:cubicBezTo>
                  <a:pt x="131672" y="17184"/>
                  <a:pt x="137847" y="22984"/>
                  <a:pt x="137310" y="30555"/>
                </a:cubicBezTo>
                <a:cubicBezTo>
                  <a:pt x="135297" y="58399"/>
                  <a:pt x="121066" y="73703"/>
                  <a:pt x="105627" y="81704"/>
                </a:cubicBezTo>
                <a:cubicBezTo>
                  <a:pt x="101385" y="83906"/>
                  <a:pt x="97062" y="85544"/>
                  <a:pt x="92954" y="86752"/>
                </a:cubicBezTo>
                <a:cubicBezTo>
                  <a:pt x="87531" y="94431"/>
                  <a:pt x="81892" y="98485"/>
                  <a:pt x="77408" y="100660"/>
                </a:cubicBezTo>
                <a:lnTo>
                  <a:pt x="77408" y="120288"/>
                </a:lnTo>
                <a:lnTo>
                  <a:pt x="94592" y="120288"/>
                </a:lnTo>
                <a:cubicBezTo>
                  <a:pt x="99345" y="120288"/>
                  <a:pt x="103184" y="124127"/>
                  <a:pt x="103184" y="128879"/>
                </a:cubicBezTo>
                <a:cubicBezTo>
                  <a:pt x="103184" y="133632"/>
                  <a:pt x="99345" y="137471"/>
                  <a:pt x="94592" y="137471"/>
                </a:cubicBezTo>
                <a:lnTo>
                  <a:pt x="43040" y="137471"/>
                </a:lnTo>
                <a:cubicBezTo>
                  <a:pt x="38288" y="137471"/>
                  <a:pt x="34448" y="133632"/>
                  <a:pt x="34448" y="128879"/>
                </a:cubicBezTo>
                <a:cubicBezTo>
                  <a:pt x="34448" y="124127"/>
                  <a:pt x="38288" y="120288"/>
                  <a:pt x="43040" y="120288"/>
                </a:cubicBezTo>
                <a:lnTo>
                  <a:pt x="60224" y="120288"/>
                </a:lnTo>
                <a:lnTo>
                  <a:pt x="60224" y="100660"/>
                </a:lnTo>
                <a:cubicBezTo>
                  <a:pt x="55928" y="98593"/>
                  <a:pt x="50585" y="94753"/>
                  <a:pt x="45376" y="87692"/>
                </a:cubicBezTo>
                <a:cubicBezTo>
                  <a:pt x="40436" y="86403"/>
                  <a:pt x="35066" y="84443"/>
                  <a:pt x="29830" y="81489"/>
                </a:cubicBezTo>
                <a:cubicBezTo>
                  <a:pt x="15304" y="73354"/>
                  <a:pt x="2202" y="58023"/>
                  <a:pt x="322" y="30501"/>
                </a:cubicBezTo>
                <a:cubicBezTo>
                  <a:pt x="-188" y="22957"/>
                  <a:pt x="5961" y="17157"/>
                  <a:pt x="12968" y="17157"/>
                </a:cubicBezTo>
                <a:lnTo>
                  <a:pt x="26286" y="17157"/>
                </a:lnTo>
                <a:cubicBezTo>
                  <a:pt x="26205" y="15761"/>
                  <a:pt x="26152" y="14365"/>
                  <a:pt x="26098" y="12915"/>
                </a:cubicBezTo>
                <a:cubicBezTo>
                  <a:pt x="25830" y="5800"/>
                  <a:pt x="31629" y="-27"/>
                  <a:pt x="38744" y="-27"/>
                </a:cubicBezTo>
                <a:close/>
                <a:moveTo>
                  <a:pt x="27253" y="30072"/>
                </a:moveTo>
                <a:lnTo>
                  <a:pt x="13183" y="30072"/>
                </a:lnTo>
                <a:cubicBezTo>
                  <a:pt x="14848" y="52814"/>
                  <a:pt x="25293" y="64198"/>
                  <a:pt x="36059" y="70239"/>
                </a:cubicBezTo>
                <a:cubicBezTo>
                  <a:pt x="32193" y="60224"/>
                  <a:pt x="28998" y="47148"/>
                  <a:pt x="27253" y="30072"/>
                </a:cubicBezTo>
                <a:close/>
                <a:moveTo>
                  <a:pt x="102030" y="68951"/>
                </a:moveTo>
                <a:cubicBezTo>
                  <a:pt x="112904" y="62560"/>
                  <a:pt x="122731" y="51203"/>
                  <a:pt x="124396" y="30072"/>
                </a:cubicBezTo>
                <a:lnTo>
                  <a:pt x="110353" y="30072"/>
                </a:lnTo>
                <a:cubicBezTo>
                  <a:pt x="108688" y="46423"/>
                  <a:pt x="105681" y="59123"/>
                  <a:pt x="102030" y="689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 rot="60000">
            <a:off x="5308902" y="6322286"/>
            <a:ext cx="17320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Enterprise-Ready Solution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 rot="-60000">
            <a:off x="7356790" y="6240461"/>
            <a:ext cx="1881641" cy="369455"/>
          </a:xfrm>
          <a:prstGeom prst="roundRect">
            <a:avLst>
              <a:gd name="adj" fmla="val 0"/>
            </a:avLst>
          </a:pr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60920" y="6383319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34368" y="85920"/>
                </a:moveTo>
                <a:lnTo>
                  <a:pt x="6578" y="85920"/>
                </a:lnTo>
                <a:cubicBezTo>
                  <a:pt x="-107" y="85920"/>
                  <a:pt x="-4215" y="78643"/>
                  <a:pt x="-779" y="72897"/>
                </a:cubicBezTo>
                <a:lnTo>
                  <a:pt x="13425" y="49216"/>
                </a:lnTo>
                <a:cubicBezTo>
                  <a:pt x="15761" y="45323"/>
                  <a:pt x="19949" y="42960"/>
                  <a:pt x="24487" y="42960"/>
                </a:cubicBezTo>
                <a:lnTo>
                  <a:pt x="49995" y="42960"/>
                </a:lnTo>
                <a:cubicBezTo>
                  <a:pt x="70427" y="8350"/>
                  <a:pt x="100902" y="6605"/>
                  <a:pt x="121281" y="9585"/>
                </a:cubicBezTo>
                <a:cubicBezTo>
                  <a:pt x="124718" y="10096"/>
                  <a:pt x="127403" y="12781"/>
                  <a:pt x="127886" y="16190"/>
                </a:cubicBezTo>
                <a:cubicBezTo>
                  <a:pt x="130866" y="36570"/>
                  <a:pt x="129121" y="67044"/>
                  <a:pt x="94512" y="87477"/>
                </a:cubicBezTo>
                <a:lnTo>
                  <a:pt x="94512" y="112984"/>
                </a:lnTo>
                <a:cubicBezTo>
                  <a:pt x="94512" y="117522"/>
                  <a:pt x="92149" y="121711"/>
                  <a:pt x="88256" y="124047"/>
                </a:cubicBezTo>
                <a:lnTo>
                  <a:pt x="64574" y="138250"/>
                </a:lnTo>
                <a:cubicBezTo>
                  <a:pt x="58855" y="141687"/>
                  <a:pt x="51552" y="137552"/>
                  <a:pt x="51552" y="130893"/>
                </a:cubicBezTo>
                <a:lnTo>
                  <a:pt x="51552" y="103104"/>
                </a:lnTo>
                <a:cubicBezTo>
                  <a:pt x="51552" y="93626"/>
                  <a:pt x="43846" y="85920"/>
                  <a:pt x="34368" y="85920"/>
                </a:cubicBezTo>
                <a:lnTo>
                  <a:pt x="34341" y="85920"/>
                </a:lnTo>
                <a:close/>
                <a:moveTo>
                  <a:pt x="107400" y="42960"/>
                </a:moveTo>
                <a:cubicBezTo>
                  <a:pt x="107400" y="35847"/>
                  <a:pt x="101625" y="30072"/>
                  <a:pt x="94512" y="30072"/>
                </a:cubicBezTo>
                <a:cubicBezTo>
                  <a:pt x="87399" y="30072"/>
                  <a:pt x="81624" y="35847"/>
                  <a:pt x="81624" y="42960"/>
                </a:cubicBezTo>
                <a:cubicBezTo>
                  <a:pt x="81624" y="50073"/>
                  <a:pt x="87399" y="55848"/>
                  <a:pt x="94512" y="55848"/>
                </a:cubicBezTo>
                <a:cubicBezTo>
                  <a:pt x="101625" y="55848"/>
                  <a:pt x="107400" y="50073"/>
                  <a:pt x="107400" y="4296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7" name="Text 45"/>
          <p:cNvSpPr/>
          <p:nvPr/>
        </p:nvSpPr>
        <p:spPr>
          <a:xfrm rot="-60000">
            <a:off x="7727110" y="6325516"/>
            <a:ext cx="1362580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Future-Proof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Courier &amp; Logistics Optimization System</dc:title>
  <dc:subject>Smart Courier &amp; Logistics Optimization System</dc:subject>
  <dc:creator>Kimi</dc:creator>
  <cp:lastModifiedBy>Kimi</cp:lastModifiedBy>
  <cp:revision>1</cp:revision>
  <dcterms:created xsi:type="dcterms:W3CDTF">2026-05-24T10:57:09Z</dcterms:created>
  <dcterms:modified xsi:type="dcterms:W3CDTF">2026-05-24T10:57:09Z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Courier &amp; Logistics Optimization System","ContentProducer":"001191110108MACG2KBH8F10000","ProduceID":"19e59985-73a2-86ce-8000-0000f46caf11","ReservedCode1":"","ContentPropagator":"001191110108MACG2KBH8F20000","PropagateID":"19e59985-73a2-86ce-8000-0000f46caf11","ReservedCode2":""}</vt:lpwstr>
  </property>
</Properties>
</file>