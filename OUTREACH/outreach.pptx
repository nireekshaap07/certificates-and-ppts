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676" y="2834640"/>
            <a:ext cx="13822998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9352" y="5120640"/>
            <a:ext cx="11383645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C6B73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C6B73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F5F0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3117" y="2103120"/>
            <a:ext cx="7074122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5110" y="2103120"/>
            <a:ext cx="7074122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C6B73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6255999" cy="914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858000" y="4191000"/>
            <a:ext cx="2540000" cy="50800"/>
          </a:xfrm>
          <a:custGeom>
            <a:avLst/>
            <a:gdLst/>
            <a:ahLst/>
            <a:cxnLst/>
            <a:rect l="l" t="t" r="r" b="b"/>
            <a:pathLst>
              <a:path w="2540000" h="50800">
                <a:moveTo>
                  <a:pt x="2540000" y="0"/>
                </a:moveTo>
                <a:lnTo>
                  <a:pt x="0" y="0"/>
                </a:lnTo>
                <a:lnTo>
                  <a:pt x="0" y="50800"/>
                </a:lnTo>
                <a:lnTo>
                  <a:pt x="2540000" y="50800"/>
                </a:lnTo>
                <a:lnTo>
                  <a:pt x="25400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C6B73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C6B73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8000"/>
            <a:ext cx="16256000" cy="8636000"/>
          </a:xfrm>
          <a:custGeom>
            <a:avLst/>
            <a:gdLst/>
            <a:ahLst/>
            <a:cxnLst/>
            <a:rect l="l" t="t" r="r" b="b"/>
            <a:pathLst>
              <a:path w="16256000" h="8636000">
                <a:moveTo>
                  <a:pt x="0" y="8635999"/>
                </a:moveTo>
                <a:lnTo>
                  <a:pt x="16256000" y="8635999"/>
                </a:lnTo>
                <a:lnTo>
                  <a:pt x="16256000" y="0"/>
                </a:lnTo>
                <a:lnTo>
                  <a:pt x="0" y="0"/>
                </a:lnTo>
                <a:lnTo>
                  <a:pt x="0" y="8635999"/>
                </a:lnTo>
                <a:close/>
              </a:path>
            </a:pathLst>
          </a:custGeom>
          <a:solidFill>
            <a:srgbClr val="F5F0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76770" y="4490720"/>
            <a:ext cx="2903854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3117" y="2103120"/>
            <a:ext cx="14636115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29199" y="8503920"/>
            <a:ext cx="5203952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3117" y="8503920"/>
            <a:ext cx="3740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5813023" y="8807737"/>
            <a:ext cx="24168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C6B73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unicef.org/water-sanitation-and-hygiene-wash" TargetMode="External"/><Relationship Id="rId3" Type="http://schemas.openxmlformats.org/officeDocument/2006/relationships/hyperlink" Target="https://www.who.int/teams/environment-climate-change-and-health/water-sanitation-and-health" TargetMode="External"/><Relationship Id="rId4" Type="http://schemas.openxmlformats.org/officeDocument/2006/relationships/hyperlink" Target="https://swachhbharatmission.gov.in/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2"/>
            <a:ext cx="16256000" cy="9144000"/>
            <a:chOff x="0" y="-2"/>
            <a:chExt cx="16256000" cy="914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16255999" cy="91439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858000" y="4825999"/>
              <a:ext cx="2540000" cy="50800"/>
            </a:xfrm>
            <a:custGeom>
              <a:avLst/>
              <a:gdLst/>
              <a:ahLst/>
              <a:cxnLst/>
              <a:rect l="l" t="t" r="r" b="b"/>
              <a:pathLst>
                <a:path w="2540000" h="50800">
                  <a:moveTo>
                    <a:pt x="25400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2540000" y="50800"/>
                  </a:lnTo>
                  <a:lnTo>
                    <a:pt x="25400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888228" y="5522163"/>
            <a:ext cx="434721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9335" algn="l"/>
              </a:tabLst>
            </a:pPr>
            <a:r>
              <a:rPr dirty="0" sz="4200" spc="-10" b="1">
                <a:solidFill>
                  <a:srgbClr val="FFFFFF"/>
                </a:solidFill>
                <a:latin typeface="Times New Roman"/>
                <a:cs typeface="Times New Roman"/>
              </a:rPr>
              <a:t>Outreach</a:t>
            </a:r>
            <a:r>
              <a:rPr dirty="0" sz="4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4200" spc="-10" b="1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97553" y="7015733"/>
            <a:ext cx="86575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Promoting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Sanitation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Clean</a:t>
            </a:r>
            <a:r>
              <a:rPr dirty="0" sz="24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Times New Roman"/>
                <a:cs typeface="Times New Roman"/>
              </a:rPr>
              <a:t>Water</a:t>
            </a:r>
            <a:r>
              <a:rPr dirty="0" sz="2400" spc="-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imes New Roman"/>
                <a:cs typeface="Times New Roman"/>
              </a:rPr>
              <a:t>Awareness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Rural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Communities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687704"/>
            <a:ext cx="13887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2C6A4F"/>
                </a:solidFill>
              </a:rPr>
              <a:t>Contents</a:t>
            </a:r>
            <a:endParaRPr sz="2800"/>
          </a:p>
        </p:txBody>
      </p:sp>
      <p:sp>
        <p:nvSpPr>
          <p:cNvPr id="3" name="object 3" descr=""/>
          <p:cNvSpPr/>
          <p:nvPr/>
        </p:nvSpPr>
        <p:spPr>
          <a:xfrm>
            <a:off x="762000" y="12700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762000" y="0"/>
                </a:moveTo>
                <a:lnTo>
                  <a:pt x="0" y="0"/>
                </a:lnTo>
                <a:lnTo>
                  <a:pt x="0" y="50800"/>
                </a:lnTo>
                <a:lnTo>
                  <a:pt x="762000" y="50800"/>
                </a:lnTo>
                <a:lnTo>
                  <a:pt x="7620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32459" y="1699260"/>
            <a:ext cx="7362825" cy="3298190"/>
            <a:chOff x="632459" y="1699260"/>
            <a:chExt cx="7362825" cy="329819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59" y="1699260"/>
              <a:ext cx="7362444" cy="329793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61999" y="1778000"/>
              <a:ext cx="7112000" cy="3048000"/>
            </a:xfrm>
            <a:custGeom>
              <a:avLst/>
              <a:gdLst/>
              <a:ahLst/>
              <a:cxnLst/>
              <a:rect l="l" t="t" r="r" b="b"/>
              <a:pathLst>
                <a:path w="7112000" h="3048000">
                  <a:moveTo>
                    <a:pt x="6868159" y="0"/>
                  </a:moveTo>
                  <a:lnTo>
                    <a:pt x="243840" y="0"/>
                  </a:lnTo>
                  <a:lnTo>
                    <a:pt x="194697" y="4955"/>
                  </a:lnTo>
                  <a:lnTo>
                    <a:pt x="148925" y="19169"/>
                  </a:lnTo>
                  <a:lnTo>
                    <a:pt x="107505" y="41656"/>
                  </a:lnTo>
                  <a:lnTo>
                    <a:pt x="71418" y="71437"/>
                  </a:lnTo>
                  <a:lnTo>
                    <a:pt x="41643" y="107528"/>
                  </a:lnTo>
                  <a:lnTo>
                    <a:pt x="19161" y="148947"/>
                  </a:lnTo>
                  <a:lnTo>
                    <a:pt x="4953" y="194711"/>
                  </a:lnTo>
                  <a:lnTo>
                    <a:pt x="0" y="243840"/>
                  </a:lnTo>
                  <a:lnTo>
                    <a:pt x="0" y="2804160"/>
                  </a:lnTo>
                  <a:lnTo>
                    <a:pt x="4953" y="2853288"/>
                  </a:lnTo>
                  <a:lnTo>
                    <a:pt x="19161" y="2899052"/>
                  </a:lnTo>
                  <a:lnTo>
                    <a:pt x="41643" y="2940471"/>
                  </a:lnTo>
                  <a:lnTo>
                    <a:pt x="71418" y="2976562"/>
                  </a:lnTo>
                  <a:lnTo>
                    <a:pt x="107505" y="3006343"/>
                  </a:lnTo>
                  <a:lnTo>
                    <a:pt x="148925" y="3028830"/>
                  </a:lnTo>
                  <a:lnTo>
                    <a:pt x="194697" y="3043044"/>
                  </a:lnTo>
                  <a:lnTo>
                    <a:pt x="243840" y="3048000"/>
                  </a:lnTo>
                  <a:lnTo>
                    <a:pt x="6868159" y="3048000"/>
                  </a:lnTo>
                  <a:lnTo>
                    <a:pt x="6917288" y="3043044"/>
                  </a:lnTo>
                  <a:lnTo>
                    <a:pt x="6963052" y="3028830"/>
                  </a:lnTo>
                  <a:lnTo>
                    <a:pt x="7004471" y="3006343"/>
                  </a:lnTo>
                  <a:lnTo>
                    <a:pt x="7040562" y="2976562"/>
                  </a:lnTo>
                  <a:lnTo>
                    <a:pt x="7070343" y="2940471"/>
                  </a:lnTo>
                  <a:lnTo>
                    <a:pt x="7092830" y="2899052"/>
                  </a:lnTo>
                  <a:lnTo>
                    <a:pt x="7107044" y="2853288"/>
                  </a:lnTo>
                  <a:lnTo>
                    <a:pt x="7112000" y="2804160"/>
                  </a:lnTo>
                  <a:lnTo>
                    <a:pt x="7112000" y="243840"/>
                  </a:lnTo>
                  <a:lnTo>
                    <a:pt x="7107044" y="194711"/>
                  </a:lnTo>
                  <a:lnTo>
                    <a:pt x="7092830" y="148947"/>
                  </a:lnTo>
                  <a:lnTo>
                    <a:pt x="7070343" y="107528"/>
                  </a:lnTo>
                  <a:lnTo>
                    <a:pt x="7040562" y="71437"/>
                  </a:lnTo>
                  <a:lnTo>
                    <a:pt x="7004471" y="41656"/>
                  </a:lnTo>
                  <a:lnTo>
                    <a:pt x="6963052" y="19169"/>
                  </a:lnTo>
                  <a:lnTo>
                    <a:pt x="6917288" y="4955"/>
                  </a:lnTo>
                  <a:lnTo>
                    <a:pt x="686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130300" y="2125471"/>
            <a:ext cx="4208145" cy="168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5" b="1">
                <a:solidFill>
                  <a:srgbClr val="2C6A4F"/>
                </a:solidFill>
                <a:latin typeface="Times New Roman"/>
                <a:cs typeface="Times New Roman"/>
              </a:rPr>
              <a:t>01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2200" b="1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2200" spc="-11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2B2C42"/>
                </a:solidFill>
                <a:latin typeface="Times New Roman"/>
                <a:cs typeface="Times New Roman"/>
              </a:rPr>
              <a:t>Overview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Abstract,</a:t>
            </a:r>
            <a:r>
              <a:rPr dirty="0" sz="1300" spc="-3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Introduction,</a:t>
            </a:r>
            <a:r>
              <a:rPr dirty="0" sz="13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and</a:t>
            </a:r>
            <a:r>
              <a:rPr dirty="0" sz="1300" spc="-3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Objectives</a:t>
            </a:r>
            <a:r>
              <a:rPr dirty="0" sz="13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of</a:t>
            </a:r>
            <a:r>
              <a:rPr dirty="0" sz="1300" spc="-3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the</a:t>
            </a:r>
            <a:r>
              <a:rPr dirty="0" sz="13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outreach</a:t>
            </a:r>
            <a:r>
              <a:rPr dirty="0" sz="1300" spc="-3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initiative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252459" y="1699260"/>
            <a:ext cx="7362825" cy="3298190"/>
            <a:chOff x="8252459" y="1699260"/>
            <a:chExt cx="7362825" cy="329819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2459" y="1699260"/>
              <a:ext cx="7362444" cy="329793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381999" y="1778000"/>
              <a:ext cx="7112000" cy="3048000"/>
            </a:xfrm>
            <a:custGeom>
              <a:avLst/>
              <a:gdLst/>
              <a:ahLst/>
              <a:cxnLst/>
              <a:rect l="l" t="t" r="r" b="b"/>
              <a:pathLst>
                <a:path w="7112000" h="3048000">
                  <a:moveTo>
                    <a:pt x="6868159" y="0"/>
                  </a:moveTo>
                  <a:lnTo>
                    <a:pt x="243840" y="0"/>
                  </a:lnTo>
                  <a:lnTo>
                    <a:pt x="194711" y="4955"/>
                  </a:lnTo>
                  <a:lnTo>
                    <a:pt x="148947" y="19169"/>
                  </a:lnTo>
                  <a:lnTo>
                    <a:pt x="107528" y="41656"/>
                  </a:lnTo>
                  <a:lnTo>
                    <a:pt x="71437" y="71437"/>
                  </a:lnTo>
                  <a:lnTo>
                    <a:pt x="41656" y="107528"/>
                  </a:lnTo>
                  <a:lnTo>
                    <a:pt x="19169" y="148947"/>
                  </a:lnTo>
                  <a:lnTo>
                    <a:pt x="4955" y="194711"/>
                  </a:lnTo>
                  <a:lnTo>
                    <a:pt x="0" y="243840"/>
                  </a:lnTo>
                  <a:lnTo>
                    <a:pt x="0" y="2804160"/>
                  </a:lnTo>
                  <a:lnTo>
                    <a:pt x="4955" y="2853288"/>
                  </a:lnTo>
                  <a:lnTo>
                    <a:pt x="19169" y="2899052"/>
                  </a:lnTo>
                  <a:lnTo>
                    <a:pt x="41656" y="2940471"/>
                  </a:lnTo>
                  <a:lnTo>
                    <a:pt x="71437" y="2976562"/>
                  </a:lnTo>
                  <a:lnTo>
                    <a:pt x="107528" y="3006343"/>
                  </a:lnTo>
                  <a:lnTo>
                    <a:pt x="148947" y="3028830"/>
                  </a:lnTo>
                  <a:lnTo>
                    <a:pt x="194711" y="3043044"/>
                  </a:lnTo>
                  <a:lnTo>
                    <a:pt x="243840" y="3048000"/>
                  </a:lnTo>
                  <a:lnTo>
                    <a:pt x="6868159" y="3048000"/>
                  </a:lnTo>
                  <a:lnTo>
                    <a:pt x="6917288" y="3043044"/>
                  </a:lnTo>
                  <a:lnTo>
                    <a:pt x="6963052" y="3028830"/>
                  </a:lnTo>
                  <a:lnTo>
                    <a:pt x="7004471" y="3006343"/>
                  </a:lnTo>
                  <a:lnTo>
                    <a:pt x="7040562" y="2976562"/>
                  </a:lnTo>
                  <a:lnTo>
                    <a:pt x="7070343" y="2940471"/>
                  </a:lnTo>
                  <a:lnTo>
                    <a:pt x="7092830" y="2899052"/>
                  </a:lnTo>
                  <a:lnTo>
                    <a:pt x="7107044" y="2853288"/>
                  </a:lnTo>
                  <a:lnTo>
                    <a:pt x="7112000" y="2804160"/>
                  </a:lnTo>
                  <a:lnTo>
                    <a:pt x="7112000" y="243840"/>
                  </a:lnTo>
                  <a:lnTo>
                    <a:pt x="7107044" y="194711"/>
                  </a:lnTo>
                  <a:lnTo>
                    <a:pt x="7092830" y="148947"/>
                  </a:lnTo>
                  <a:lnTo>
                    <a:pt x="7070343" y="107528"/>
                  </a:lnTo>
                  <a:lnTo>
                    <a:pt x="7040562" y="71437"/>
                  </a:lnTo>
                  <a:lnTo>
                    <a:pt x="7004471" y="41656"/>
                  </a:lnTo>
                  <a:lnTo>
                    <a:pt x="6963052" y="19169"/>
                  </a:lnTo>
                  <a:lnTo>
                    <a:pt x="6917288" y="4955"/>
                  </a:lnTo>
                  <a:lnTo>
                    <a:pt x="686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751189" y="2125471"/>
            <a:ext cx="3619500" cy="168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5" b="1">
                <a:solidFill>
                  <a:srgbClr val="2C6A4F"/>
                </a:solidFill>
                <a:latin typeface="Times New Roman"/>
                <a:cs typeface="Times New Roman"/>
              </a:rPr>
              <a:t>02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2200" b="1">
                <a:solidFill>
                  <a:srgbClr val="2B2C42"/>
                </a:solidFill>
                <a:latin typeface="Times New Roman"/>
                <a:cs typeface="Times New Roman"/>
              </a:rPr>
              <a:t>Activity</a:t>
            </a:r>
            <a:r>
              <a:rPr dirty="0" sz="2200" spc="-5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2B2C42"/>
                </a:solidFill>
                <a:latin typeface="Times New Roman"/>
                <a:cs typeface="Times New Roman"/>
              </a:rPr>
              <a:t>Implementation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Planning,</a:t>
            </a:r>
            <a:r>
              <a:rPr dirty="0" sz="13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Execution,</a:t>
            </a:r>
            <a:r>
              <a:rPr dirty="0" sz="13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and</a:t>
            </a:r>
            <a:r>
              <a:rPr dirty="0" sz="13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Survey</a:t>
            </a:r>
            <a:r>
              <a:rPr dirty="0" sz="13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of</a:t>
            </a:r>
            <a:r>
              <a:rPr dirty="0" sz="1300" spc="-3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outreach</a:t>
            </a:r>
            <a:r>
              <a:rPr dirty="0" sz="13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activities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32459" y="5254764"/>
            <a:ext cx="7362825" cy="3298190"/>
            <a:chOff x="632459" y="5254764"/>
            <a:chExt cx="7362825" cy="3298190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59" y="5254764"/>
              <a:ext cx="7362444" cy="329793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761999" y="5333999"/>
              <a:ext cx="7112000" cy="3048000"/>
            </a:xfrm>
            <a:custGeom>
              <a:avLst/>
              <a:gdLst/>
              <a:ahLst/>
              <a:cxnLst/>
              <a:rect l="l" t="t" r="r" b="b"/>
              <a:pathLst>
                <a:path w="7112000" h="3048000">
                  <a:moveTo>
                    <a:pt x="6868159" y="0"/>
                  </a:moveTo>
                  <a:lnTo>
                    <a:pt x="243840" y="0"/>
                  </a:lnTo>
                  <a:lnTo>
                    <a:pt x="194697" y="4955"/>
                  </a:lnTo>
                  <a:lnTo>
                    <a:pt x="148925" y="19169"/>
                  </a:lnTo>
                  <a:lnTo>
                    <a:pt x="107505" y="41656"/>
                  </a:lnTo>
                  <a:lnTo>
                    <a:pt x="71418" y="71437"/>
                  </a:lnTo>
                  <a:lnTo>
                    <a:pt x="41643" y="107528"/>
                  </a:lnTo>
                  <a:lnTo>
                    <a:pt x="19161" y="148947"/>
                  </a:lnTo>
                  <a:lnTo>
                    <a:pt x="4953" y="194711"/>
                  </a:lnTo>
                  <a:lnTo>
                    <a:pt x="0" y="243839"/>
                  </a:lnTo>
                  <a:lnTo>
                    <a:pt x="0" y="2804160"/>
                  </a:lnTo>
                  <a:lnTo>
                    <a:pt x="4953" y="2853302"/>
                  </a:lnTo>
                  <a:lnTo>
                    <a:pt x="19161" y="2899074"/>
                  </a:lnTo>
                  <a:lnTo>
                    <a:pt x="41643" y="2940494"/>
                  </a:lnTo>
                  <a:lnTo>
                    <a:pt x="71418" y="2976581"/>
                  </a:lnTo>
                  <a:lnTo>
                    <a:pt x="107505" y="3006356"/>
                  </a:lnTo>
                  <a:lnTo>
                    <a:pt x="148925" y="3028838"/>
                  </a:lnTo>
                  <a:lnTo>
                    <a:pt x="194697" y="3043046"/>
                  </a:lnTo>
                  <a:lnTo>
                    <a:pt x="243840" y="3048000"/>
                  </a:lnTo>
                  <a:lnTo>
                    <a:pt x="6868159" y="3048000"/>
                  </a:lnTo>
                  <a:lnTo>
                    <a:pt x="6917288" y="3043046"/>
                  </a:lnTo>
                  <a:lnTo>
                    <a:pt x="6963052" y="3028838"/>
                  </a:lnTo>
                  <a:lnTo>
                    <a:pt x="7004471" y="3006356"/>
                  </a:lnTo>
                  <a:lnTo>
                    <a:pt x="7040562" y="2976581"/>
                  </a:lnTo>
                  <a:lnTo>
                    <a:pt x="7070343" y="2940494"/>
                  </a:lnTo>
                  <a:lnTo>
                    <a:pt x="7092830" y="2899074"/>
                  </a:lnTo>
                  <a:lnTo>
                    <a:pt x="7107044" y="2853302"/>
                  </a:lnTo>
                  <a:lnTo>
                    <a:pt x="7112000" y="2804160"/>
                  </a:lnTo>
                  <a:lnTo>
                    <a:pt x="7112000" y="243839"/>
                  </a:lnTo>
                  <a:lnTo>
                    <a:pt x="7107044" y="194711"/>
                  </a:lnTo>
                  <a:lnTo>
                    <a:pt x="7092830" y="148947"/>
                  </a:lnTo>
                  <a:lnTo>
                    <a:pt x="7070343" y="107528"/>
                  </a:lnTo>
                  <a:lnTo>
                    <a:pt x="7040562" y="71437"/>
                  </a:lnTo>
                  <a:lnTo>
                    <a:pt x="7004471" y="41656"/>
                  </a:lnTo>
                  <a:lnTo>
                    <a:pt x="6963052" y="19169"/>
                  </a:lnTo>
                  <a:lnTo>
                    <a:pt x="6917288" y="4955"/>
                  </a:lnTo>
                  <a:lnTo>
                    <a:pt x="686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130300" y="5682233"/>
            <a:ext cx="4157979" cy="168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5" b="1">
                <a:solidFill>
                  <a:srgbClr val="2C6A4F"/>
                </a:solidFill>
                <a:latin typeface="Times New Roman"/>
                <a:cs typeface="Times New Roman"/>
              </a:rPr>
              <a:t>03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2200" b="1">
                <a:solidFill>
                  <a:srgbClr val="2B2C42"/>
                </a:solidFill>
                <a:latin typeface="Times New Roman"/>
                <a:cs typeface="Times New Roman"/>
              </a:rPr>
              <a:t>Results</a:t>
            </a:r>
            <a:r>
              <a:rPr dirty="0" sz="2200" spc="-3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2B2C42"/>
                </a:solidFill>
                <a:latin typeface="Times New Roman"/>
                <a:cs typeface="Times New Roman"/>
              </a:rPr>
              <a:t>&amp;</a:t>
            </a:r>
            <a:r>
              <a:rPr dirty="0" sz="2200" spc="-4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2B2C42"/>
                </a:solidFill>
                <a:latin typeface="Times New Roman"/>
                <a:cs typeface="Times New Roman"/>
              </a:rPr>
              <a:t>Reflections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Best</a:t>
            </a:r>
            <a:r>
              <a:rPr dirty="0" sz="13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Practices,</a:t>
            </a:r>
            <a:r>
              <a:rPr dirty="0" sz="1300" spc="-3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Challenges,</a:t>
            </a:r>
            <a:r>
              <a:rPr dirty="0" sz="13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Outcomes,</a:t>
            </a:r>
            <a:r>
              <a:rPr dirty="0" sz="13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and</a:t>
            </a:r>
            <a:r>
              <a:rPr dirty="0" sz="13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Knowledge</a:t>
            </a:r>
            <a:r>
              <a:rPr dirty="0" sz="1300" spc="-3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Gained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252459" y="5254764"/>
            <a:ext cx="7362825" cy="3298190"/>
            <a:chOff x="8252459" y="5254764"/>
            <a:chExt cx="7362825" cy="3298190"/>
          </a:xfrm>
        </p:grpSpPr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2459" y="5254764"/>
              <a:ext cx="7362444" cy="329793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381999" y="5333999"/>
              <a:ext cx="7112000" cy="3048000"/>
            </a:xfrm>
            <a:custGeom>
              <a:avLst/>
              <a:gdLst/>
              <a:ahLst/>
              <a:cxnLst/>
              <a:rect l="l" t="t" r="r" b="b"/>
              <a:pathLst>
                <a:path w="7112000" h="3048000">
                  <a:moveTo>
                    <a:pt x="6868159" y="0"/>
                  </a:moveTo>
                  <a:lnTo>
                    <a:pt x="243840" y="0"/>
                  </a:lnTo>
                  <a:lnTo>
                    <a:pt x="194711" y="4955"/>
                  </a:lnTo>
                  <a:lnTo>
                    <a:pt x="148947" y="19169"/>
                  </a:lnTo>
                  <a:lnTo>
                    <a:pt x="107528" y="41656"/>
                  </a:lnTo>
                  <a:lnTo>
                    <a:pt x="71437" y="71437"/>
                  </a:lnTo>
                  <a:lnTo>
                    <a:pt x="41656" y="107528"/>
                  </a:lnTo>
                  <a:lnTo>
                    <a:pt x="19169" y="148947"/>
                  </a:lnTo>
                  <a:lnTo>
                    <a:pt x="4955" y="194711"/>
                  </a:lnTo>
                  <a:lnTo>
                    <a:pt x="0" y="243839"/>
                  </a:lnTo>
                  <a:lnTo>
                    <a:pt x="0" y="2804160"/>
                  </a:lnTo>
                  <a:lnTo>
                    <a:pt x="4955" y="2853302"/>
                  </a:lnTo>
                  <a:lnTo>
                    <a:pt x="19169" y="2899074"/>
                  </a:lnTo>
                  <a:lnTo>
                    <a:pt x="41656" y="2940494"/>
                  </a:lnTo>
                  <a:lnTo>
                    <a:pt x="71437" y="2976581"/>
                  </a:lnTo>
                  <a:lnTo>
                    <a:pt x="107528" y="3006356"/>
                  </a:lnTo>
                  <a:lnTo>
                    <a:pt x="148947" y="3028838"/>
                  </a:lnTo>
                  <a:lnTo>
                    <a:pt x="194711" y="3043046"/>
                  </a:lnTo>
                  <a:lnTo>
                    <a:pt x="243840" y="3048000"/>
                  </a:lnTo>
                  <a:lnTo>
                    <a:pt x="6868159" y="3048000"/>
                  </a:lnTo>
                  <a:lnTo>
                    <a:pt x="6917288" y="3043046"/>
                  </a:lnTo>
                  <a:lnTo>
                    <a:pt x="6963052" y="3028838"/>
                  </a:lnTo>
                  <a:lnTo>
                    <a:pt x="7004471" y="3006356"/>
                  </a:lnTo>
                  <a:lnTo>
                    <a:pt x="7040562" y="2976581"/>
                  </a:lnTo>
                  <a:lnTo>
                    <a:pt x="7070343" y="2940494"/>
                  </a:lnTo>
                  <a:lnTo>
                    <a:pt x="7092830" y="2899074"/>
                  </a:lnTo>
                  <a:lnTo>
                    <a:pt x="7107044" y="2853302"/>
                  </a:lnTo>
                  <a:lnTo>
                    <a:pt x="7112000" y="2804160"/>
                  </a:lnTo>
                  <a:lnTo>
                    <a:pt x="7112000" y="243839"/>
                  </a:lnTo>
                  <a:lnTo>
                    <a:pt x="7107044" y="194711"/>
                  </a:lnTo>
                  <a:lnTo>
                    <a:pt x="7092830" y="148947"/>
                  </a:lnTo>
                  <a:lnTo>
                    <a:pt x="7070343" y="107528"/>
                  </a:lnTo>
                  <a:lnTo>
                    <a:pt x="7040562" y="71437"/>
                  </a:lnTo>
                  <a:lnTo>
                    <a:pt x="7004471" y="41656"/>
                  </a:lnTo>
                  <a:lnTo>
                    <a:pt x="6963052" y="19169"/>
                  </a:lnTo>
                  <a:lnTo>
                    <a:pt x="6917288" y="4955"/>
                  </a:lnTo>
                  <a:lnTo>
                    <a:pt x="686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751189" y="5682233"/>
            <a:ext cx="4512310" cy="168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5" b="1">
                <a:solidFill>
                  <a:srgbClr val="2C6A4F"/>
                </a:solidFill>
                <a:latin typeface="Times New Roman"/>
                <a:cs typeface="Times New Roman"/>
              </a:rPr>
              <a:t>04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2200" b="1">
                <a:solidFill>
                  <a:srgbClr val="2B2C42"/>
                </a:solidFill>
                <a:latin typeface="Times New Roman"/>
                <a:cs typeface="Times New Roman"/>
              </a:rPr>
              <a:t>Documentation</a:t>
            </a:r>
            <a:r>
              <a:rPr dirty="0" sz="2200" spc="-6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2B2C42"/>
                </a:solidFill>
                <a:latin typeface="Times New Roman"/>
                <a:cs typeface="Times New Roman"/>
              </a:rPr>
              <a:t>&amp;</a:t>
            </a:r>
            <a:r>
              <a:rPr dirty="0" sz="2200" spc="-7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2B2C42"/>
                </a:solidFill>
                <a:latin typeface="Times New Roman"/>
                <a:cs typeface="Times New Roman"/>
              </a:rPr>
              <a:t>Conclusion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3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Documentation,</a:t>
            </a:r>
            <a:r>
              <a:rPr dirty="0" sz="13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Conclusion,</a:t>
            </a:r>
            <a:r>
              <a:rPr dirty="0" sz="13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Future</a:t>
            </a:r>
            <a:r>
              <a:rPr dirty="0" sz="13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Scope,</a:t>
            </a:r>
            <a:r>
              <a:rPr dirty="0" sz="13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and</a:t>
            </a:r>
            <a:r>
              <a:rPr dirty="0" sz="13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References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3"/>
            <a:ext cx="16256000" cy="9144000"/>
            <a:chOff x="0" y="-3"/>
            <a:chExt cx="16256000" cy="914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6255999" cy="9143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71067" y="2448941"/>
              <a:ext cx="1352550" cy="1050925"/>
            </a:xfrm>
            <a:custGeom>
              <a:avLst/>
              <a:gdLst/>
              <a:ahLst/>
              <a:cxnLst/>
              <a:rect l="l" t="t" r="r" b="b"/>
              <a:pathLst>
                <a:path w="1352550" h="1050925">
                  <a:moveTo>
                    <a:pt x="325170" y="0"/>
                  </a:moveTo>
                  <a:lnTo>
                    <a:pt x="282572" y="3786"/>
                  </a:lnTo>
                  <a:lnTo>
                    <a:pt x="241082" y="15144"/>
                  </a:lnTo>
                  <a:lnTo>
                    <a:pt x="200714" y="34075"/>
                  </a:lnTo>
                  <a:lnTo>
                    <a:pt x="161480" y="60578"/>
                  </a:lnTo>
                  <a:lnTo>
                    <a:pt x="125247" y="94273"/>
                  </a:lnTo>
                  <a:lnTo>
                    <a:pt x="93946" y="134588"/>
                  </a:lnTo>
                  <a:lnTo>
                    <a:pt x="67577" y="181522"/>
                  </a:lnTo>
                  <a:lnTo>
                    <a:pt x="46139" y="235076"/>
                  </a:lnTo>
                  <a:lnTo>
                    <a:pt x="32041" y="281728"/>
                  </a:lnTo>
                  <a:lnTo>
                    <a:pt x="20506" y="329861"/>
                  </a:lnTo>
                  <a:lnTo>
                    <a:pt x="11534" y="379475"/>
                  </a:lnTo>
                  <a:lnTo>
                    <a:pt x="5126" y="430572"/>
                  </a:lnTo>
                  <a:lnTo>
                    <a:pt x="1281" y="483150"/>
                  </a:lnTo>
                  <a:lnTo>
                    <a:pt x="0" y="537209"/>
                  </a:lnTo>
                  <a:lnTo>
                    <a:pt x="1280" y="585445"/>
                  </a:lnTo>
                  <a:lnTo>
                    <a:pt x="5119" y="633077"/>
                  </a:lnTo>
                  <a:lnTo>
                    <a:pt x="11518" y="680112"/>
                  </a:lnTo>
                  <a:lnTo>
                    <a:pt x="20476" y="726555"/>
                  </a:lnTo>
                  <a:lnTo>
                    <a:pt x="31991" y="772413"/>
                  </a:lnTo>
                  <a:lnTo>
                    <a:pt x="44786" y="812343"/>
                  </a:lnTo>
                  <a:lnTo>
                    <a:pt x="58599" y="848105"/>
                  </a:lnTo>
                  <a:lnTo>
                    <a:pt x="89293" y="907033"/>
                  </a:lnTo>
                  <a:lnTo>
                    <a:pt x="112827" y="939629"/>
                  </a:lnTo>
                  <a:lnTo>
                    <a:pt x="138034" y="968247"/>
                  </a:lnTo>
                  <a:lnTo>
                    <a:pt x="193471" y="1013459"/>
                  </a:lnTo>
                  <a:lnTo>
                    <a:pt x="255797" y="1041352"/>
                  </a:lnTo>
                  <a:lnTo>
                    <a:pt x="325170" y="1050670"/>
                  </a:lnTo>
                  <a:lnTo>
                    <a:pt x="356577" y="1048789"/>
                  </a:lnTo>
                  <a:lnTo>
                    <a:pt x="415771" y="1033740"/>
                  </a:lnTo>
                  <a:lnTo>
                    <a:pt x="469964" y="1004188"/>
                  </a:lnTo>
                  <a:lnTo>
                    <a:pt x="480293" y="996314"/>
                  </a:lnTo>
                  <a:lnTo>
                    <a:pt x="327456" y="996314"/>
                  </a:lnTo>
                  <a:lnTo>
                    <a:pt x="311147" y="995197"/>
                  </a:lnTo>
                  <a:lnTo>
                    <a:pt x="272338" y="978534"/>
                  </a:lnTo>
                  <a:lnTo>
                    <a:pt x="246549" y="932011"/>
                  </a:lnTo>
                  <a:lnTo>
                    <a:pt x="235815" y="879677"/>
                  </a:lnTo>
                  <a:lnTo>
                    <a:pt x="229190" y="799496"/>
                  </a:lnTo>
                  <a:lnTo>
                    <a:pt x="227126" y="747691"/>
                  </a:lnTo>
                  <a:lnTo>
                    <a:pt x="225888" y="688033"/>
                  </a:lnTo>
                  <a:lnTo>
                    <a:pt x="225552" y="633077"/>
                  </a:lnTo>
                  <a:lnTo>
                    <a:pt x="225655" y="523874"/>
                  </a:lnTo>
                  <a:lnTo>
                    <a:pt x="225847" y="483150"/>
                  </a:lnTo>
                  <a:lnTo>
                    <a:pt x="225947" y="461781"/>
                  </a:lnTo>
                  <a:lnTo>
                    <a:pt x="226538" y="394546"/>
                  </a:lnTo>
                  <a:lnTo>
                    <a:pt x="227368" y="335402"/>
                  </a:lnTo>
                  <a:lnTo>
                    <a:pt x="228437" y="284348"/>
                  </a:lnTo>
                  <a:lnTo>
                    <a:pt x="229746" y="241384"/>
                  </a:lnTo>
                  <a:lnTo>
                    <a:pt x="232970" y="181522"/>
                  </a:lnTo>
                  <a:lnTo>
                    <a:pt x="233090" y="179728"/>
                  </a:lnTo>
                  <a:lnTo>
                    <a:pt x="241102" y="130579"/>
                  </a:lnTo>
                  <a:lnTo>
                    <a:pt x="259720" y="84669"/>
                  </a:lnTo>
                  <a:lnTo>
                    <a:pt x="294341" y="55784"/>
                  </a:lnTo>
                  <a:lnTo>
                    <a:pt x="323011" y="51307"/>
                  </a:lnTo>
                  <a:lnTo>
                    <a:pt x="476627" y="51307"/>
                  </a:lnTo>
                  <a:lnTo>
                    <a:pt x="450418" y="33647"/>
                  </a:lnTo>
                  <a:lnTo>
                    <a:pt x="410117" y="14954"/>
                  </a:lnTo>
                  <a:lnTo>
                    <a:pt x="368541" y="3786"/>
                  </a:lnTo>
                  <a:lnTo>
                    <a:pt x="368914" y="3786"/>
                  </a:lnTo>
                  <a:lnTo>
                    <a:pt x="325170" y="0"/>
                  </a:lnTo>
                  <a:close/>
                </a:path>
                <a:path w="1352550" h="1050925">
                  <a:moveTo>
                    <a:pt x="476627" y="51307"/>
                  </a:moveTo>
                  <a:lnTo>
                    <a:pt x="323011" y="51307"/>
                  </a:lnTo>
                  <a:lnTo>
                    <a:pt x="342365" y="52786"/>
                  </a:lnTo>
                  <a:lnTo>
                    <a:pt x="358873" y="57229"/>
                  </a:lnTo>
                  <a:lnTo>
                    <a:pt x="396072" y="97514"/>
                  </a:lnTo>
                  <a:lnTo>
                    <a:pt x="413892" y="167479"/>
                  </a:lnTo>
                  <a:lnTo>
                    <a:pt x="418896" y="215010"/>
                  </a:lnTo>
                  <a:lnTo>
                    <a:pt x="419797" y="235076"/>
                  </a:lnTo>
                  <a:lnTo>
                    <a:pt x="419828" y="235764"/>
                  </a:lnTo>
                  <a:lnTo>
                    <a:pt x="421182" y="314150"/>
                  </a:lnTo>
                  <a:lnTo>
                    <a:pt x="421568" y="366601"/>
                  </a:lnTo>
                  <a:lnTo>
                    <a:pt x="421774" y="418046"/>
                  </a:lnTo>
                  <a:lnTo>
                    <a:pt x="421817" y="537209"/>
                  </a:lnTo>
                  <a:lnTo>
                    <a:pt x="418900" y="843449"/>
                  </a:lnTo>
                  <a:lnTo>
                    <a:pt x="418896" y="843787"/>
                  </a:lnTo>
                  <a:lnTo>
                    <a:pt x="415017" y="884483"/>
                  </a:lnTo>
                  <a:lnTo>
                    <a:pt x="397161" y="948872"/>
                  </a:lnTo>
                  <a:lnTo>
                    <a:pt x="372783" y="982974"/>
                  </a:lnTo>
                  <a:lnTo>
                    <a:pt x="327456" y="996314"/>
                  </a:lnTo>
                  <a:lnTo>
                    <a:pt x="480293" y="996314"/>
                  </a:lnTo>
                  <a:lnTo>
                    <a:pt x="518490" y="963421"/>
                  </a:lnTo>
                  <a:lnTo>
                    <a:pt x="560898" y="911584"/>
                  </a:lnTo>
                  <a:lnTo>
                    <a:pt x="594998" y="845722"/>
                  </a:lnTo>
                  <a:lnTo>
                    <a:pt x="608761" y="807338"/>
                  </a:lnTo>
                  <a:lnTo>
                    <a:pt x="621693" y="763144"/>
                  </a:lnTo>
                  <a:lnTo>
                    <a:pt x="632289" y="717813"/>
                  </a:lnTo>
                  <a:lnTo>
                    <a:pt x="640543" y="671353"/>
                  </a:lnTo>
                  <a:lnTo>
                    <a:pt x="646447" y="623772"/>
                  </a:lnTo>
                  <a:lnTo>
                    <a:pt x="649995" y="575075"/>
                  </a:lnTo>
                  <a:lnTo>
                    <a:pt x="651179" y="525271"/>
                  </a:lnTo>
                  <a:lnTo>
                    <a:pt x="649793" y="470937"/>
                  </a:lnTo>
                  <a:lnTo>
                    <a:pt x="645634" y="418046"/>
                  </a:lnTo>
                  <a:lnTo>
                    <a:pt x="638702" y="366601"/>
                  </a:lnTo>
                  <a:lnTo>
                    <a:pt x="628997" y="316606"/>
                  </a:lnTo>
                  <a:lnTo>
                    <a:pt x="616519" y="268064"/>
                  </a:lnTo>
                  <a:lnTo>
                    <a:pt x="601268" y="220979"/>
                  </a:lnTo>
                  <a:lnTo>
                    <a:pt x="580855" y="172974"/>
                  </a:lnTo>
                  <a:lnTo>
                    <a:pt x="555405" y="130111"/>
                  </a:lnTo>
                  <a:lnTo>
                    <a:pt x="524884" y="92392"/>
                  </a:lnTo>
                  <a:lnTo>
                    <a:pt x="489254" y="59816"/>
                  </a:lnTo>
                  <a:lnTo>
                    <a:pt x="476627" y="51307"/>
                  </a:lnTo>
                  <a:close/>
                </a:path>
                <a:path w="1352550" h="1050925">
                  <a:moveTo>
                    <a:pt x="1352092" y="1002283"/>
                  </a:moveTo>
                  <a:lnTo>
                    <a:pt x="820724" y="1002283"/>
                  </a:lnTo>
                  <a:lnTo>
                    <a:pt x="820724" y="1029842"/>
                  </a:lnTo>
                  <a:lnTo>
                    <a:pt x="1352092" y="1029842"/>
                  </a:lnTo>
                  <a:lnTo>
                    <a:pt x="1352092" y="1002283"/>
                  </a:lnTo>
                  <a:close/>
                </a:path>
                <a:path w="1352550" h="1050925">
                  <a:moveTo>
                    <a:pt x="1203248" y="172592"/>
                  </a:moveTo>
                  <a:lnTo>
                    <a:pt x="913053" y="172592"/>
                  </a:lnTo>
                  <a:lnTo>
                    <a:pt x="924604" y="173356"/>
                  </a:lnTo>
                  <a:lnTo>
                    <a:pt x="935453" y="175656"/>
                  </a:lnTo>
                  <a:lnTo>
                    <a:pt x="970441" y="198437"/>
                  </a:lnTo>
                  <a:lnTo>
                    <a:pt x="985062" y="245236"/>
                  </a:lnTo>
                  <a:lnTo>
                    <a:pt x="986713" y="302132"/>
                  </a:lnTo>
                  <a:lnTo>
                    <a:pt x="986713" y="825245"/>
                  </a:lnTo>
                  <a:lnTo>
                    <a:pt x="986130" y="867515"/>
                  </a:lnTo>
                  <a:lnTo>
                    <a:pt x="986116" y="868539"/>
                  </a:lnTo>
                  <a:lnTo>
                    <a:pt x="981302" y="929169"/>
                  </a:lnTo>
                  <a:lnTo>
                    <a:pt x="962933" y="969740"/>
                  </a:lnTo>
                  <a:lnTo>
                    <a:pt x="923727" y="993925"/>
                  </a:lnTo>
                  <a:lnTo>
                    <a:pt x="877575" y="1001355"/>
                  </a:lnTo>
                  <a:lnTo>
                    <a:pt x="847521" y="1002283"/>
                  </a:lnTo>
                  <a:lnTo>
                    <a:pt x="1328978" y="1002283"/>
                  </a:lnTo>
                  <a:lnTo>
                    <a:pt x="1304813" y="1001355"/>
                  </a:lnTo>
                  <a:lnTo>
                    <a:pt x="1303040" y="1001355"/>
                  </a:lnTo>
                  <a:lnTo>
                    <a:pt x="1279559" y="998188"/>
                  </a:lnTo>
                  <a:lnTo>
                    <a:pt x="1233756" y="977136"/>
                  </a:lnTo>
                  <a:lnTo>
                    <a:pt x="1211503" y="943863"/>
                  </a:lnTo>
                  <a:lnTo>
                    <a:pt x="1205328" y="901366"/>
                  </a:lnTo>
                  <a:lnTo>
                    <a:pt x="1203817" y="868539"/>
                  </a:lnTo>
                  <a:lnTo>
                    <a:pt x="1203770" y="867515"/>
                  </a:lnTo>
                  <a:lnTo>
                    <a:pt x="1203248" y="825245"/>
                  </a:lnTo>
                  <a:lnTo>
                    <a:pt x="1203248" y="172592"/>
                  </a:lnTo>
                  <a:close/>
                </a:path>
                <a:path w="1352550" h="1050925">
                  <a:moveTo>
                    <a:pt x="1203248" y="0"/>
                  </a:moveTo>
                  <a:lnTo>
                    <a:pt x="1178737" y="0"/>
                  </a:lnTo>
                  <a:lnTo>
                    <a:pt x="807389" y="169672"/>
                  </a:lnTo>
                  <a:lnTo>
                    <a:pt x="820724" y="196341"/>
                  </a:lnTo>
                  <a:lnTo>
                    <a:pt x="846920" y="185933"/>
                  </a:lnTo>
                  <a:lnTo>
                    <a:pt x="871032" y="178514"/>
                  </a:lnTo>
                  <a:lnTo>
                    <a:pt x="893073" y="174071"/>
                  </a:lnTo>
                  <a:lnTo>
                    <a:pt x="913053" y="172592"/>
                  </a:lnTo>
                  <a:lnTo>
                    <a:pt x="1203248" y="172592"/>
                  </a:lnTo>
                  <a:lnTo>
                    <a:pt x="1203248" y="0"/>
                  </a:lnTo>
                  <a:close/>
                </a:path>
              </a:pathLst>
            </a:custGeom>
            <a:solidFill>
              <a:srgbClr val="FFFFFF">
                <a:alpha val="823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16000" y="4064000"/>
              <a:ext cx="1016000" cy="50800"/>
            </a:xfrm>
            <a:custGeom>
              <a:avLst/>
              <a:gdLst/>
              <a:ahLst/>
              <a:cxnLst/>
              <a:rect l="l" t="t" r="r" b="b"/>
              <a:pathLst>
                <a:path w="1016000" h="50800">
                  <a:moveTo>
                    <a:pt x="10160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016000" y="5080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03503" y="4347159"/>
            <a:ext cx="438404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b="1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r>
              <a:rPr dirty="0" sz="42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200" spc="-10" b="1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3503" y="5197220"/>
            <a:ext cx="71037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Understanding</a:t>
            </a:r>
            <a:r>
              <a:rPr dirty="0" sz="2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purpose,</a:t>
            </a:r>
            <a:r>
              <a:rPr dirty="0" sz="2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goals,</a:t>
            </a:r>
            <a:r>
              <a:rPr dirty="0" sz="2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and scope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outreach</a:t>
            </a:r>
            <a:r>
              <a:rPr dirty="0" sz="2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initiative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sp>
          <p:nvSpPr>
            <p:cNvPr id="3" name="object 3" descr=""/>
            <p:cNvSpPr/>
            <p:nvPr/>
          </p:nvSpPr>
          <p:spPr>
            <a:xfrm>
              <a:off x="4064000" y="0"/>
              <a:ext cx="12192000" cy="508000"/>
            </a:xfrm>
            <a:custGeom>
              <a:avLst/>
              <a:gdLst/>
              <a:ahLst/>
              <a:cxnLst/>
              <a:rect l="l" t="t" r="r" b="b"/>
              <a:pathLst>
                <a:path w="12192000" h="508000">
                  <a:moveTo>
                    <a:pt x="0" y="508000"/>
                  </a:moveTo>
                  <a:lnTo>
                    <a:pt x="12192000" y="50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E8E3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4064000" cy="508000"/>
            </a:xfrm>
            <a:custGeom>
              <a:avLst/>
              <a:gdLst/>
              <a:ahLst/>
              <a:cxnLst/>
              <a:rect l="l" t="t" r="r" b="b"/>
              <a:pathLst>
                <a:path w="4064000" h="508000">
                  <a:moveTo>
                    <a:pt x="4064000" y="0"/>
                  </a:moveTo>
                  <a:lnTo>
                    <a:pt x="0" y="0"/>
                  </a:lnTo>
                  <a:lnTo>
                    <a:pt x="0" y="508000"/>
                  </a:lnTo>
                  <a:lnTo>
                    <a:pt x="4064000" y="508000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395475" y="153416"/>
            <a:ext cx="1272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78518" y="153416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 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62000" y="812800"/>
            <a:ext cx="14732000" cy="7442200"/>
            <a:chOff x="762000" y="812800"/>
            <a:chExt cx="14732000" cy="7442200"/>
          </a:xfrm>
        </p:grpSpPr>
        <p:sp>
          <p:nvSpPr>
            <p:cNvPr id="10" name="object 10" descr=""/>
            <p:cNvSpPr/>
            <p:nvPr/>
          </p:nvSpPr>
          <p:spPr>
            <a:xfrm>
              <a:off x="762000" y="812800"/>
              <a:ext cx="63500" cy="355600"/>
            </a:xfrm>
            <a:custGeom>
              <a:avLst/>
              <a:gdLst/>
              <a:ahLst/>
              <a:cxnLst/>
              <a:rect l="l" t="t" r="r" b="b"/>
              <a:pathLst>
                <a:path w="63500" h="355600">
                  <a:moveTo>
                    <a:pt x="63500" y="0"/>
                  </a:moveTo>
                  <a:lnTo>
                    <a:pt x="0" y="0"/>
                  </a:lnTo>
                  <a:lnTo>
                    <a:pt x="0" y="355600"/>
                  </a:lnTo>
                  <a:lnTo>
                    <a:pt x="63500" y="3556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52000" y="1524000"/>
              <a:ext cx="5842000" cy="444500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652000" y="6731000"/>
              <a:ext cx="5842000" cy="1524000"/>
            </a:xfrm>
            <a:custGeom>
              <a:avLst/>
              <a:gdLst/>
              <a:ahLst/>
              <a:cxnLst/>
              <a:rect l="l" t="t" r="r" b="b"/>
              <a:pathLst>
                <a:path w="5842000" h="1524000">
                  <a:moveTo>
                    <a:pt x="5720080" y="0"/>
                  </a:moveTo>
                  <a:lnTo>
                    <a:pt x="121920" y="0"/>
                  </a:lnTo>
                  <a:lnTo>
                    <a:pt x="74473" y="9584"/>
                  </a:lnTo>
                  <a:lnTo>
                    <a:pt x="35718" y="35718"/>
                  </a:lnTo>
                  <a:lnTo>
                    <a:pt x="9584" y="74473"/>
                  </a:lnTo>
                  <a:lnTo>
                    <a:pt x="0" y="121919"/>
                  </a:lnTo>
                  <a:lnTo>
                    <a:pt x="0" y="1402080"/>
                  </a:lnTo>
                  <a:lnTo>
                    <a:pt x="9584" y="1449537"/>
                  </a:lnTo>
                  <a:lnTo>
                    <a:pt x="35718" y="1488290"/>
                  </a:lnTo>
                  <a:lnTo>
                    <a:pt x="74473" y="1514419"/>
                  </a:lnTo>
                  <a:lnTo>
                    <a:pt x="121920" y="1524000"/>
                  </a:lnTo>
                  <a:lnTo>
                    <a:pt x="5720080" y="1524000"/>
                  </a:lnTo>
                  <a:lnTo>
                    <a:pt x="5767526" y="1514419"/>
                  </a:lnTo>
                  <a:lnTo>
                    <a:pt x="5806281" y="1488290"/>
                  </a:lnTo>
                  <a:lnTo>
                    <a:pt x="5832415" y="1449537"/>
                  </a:lnTo>
                  <a:lnTo>
                    <a:pt x="5842000" y="1402080"/>
                  </a:lnTo>
                  <a:lnTo>
                    <a:pt x="5842000" y="121919"/>
                  </a:lnTo>
                  <a:lnTo>
                    <a:pt x="5832415" y="74473"/>
                  </a:lnTo>
                  <a:lnTo>
                    <a:pt x="5806281" y="35718"/>
                  </a:lnTo>
                  <a:lnTo>
                    <a:pt x="5767526" y="9584"/>
                  </a:lnTo>
                  <a:lnTo>
                    <a:pt x="572008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096500" y="7159625"/>
              <a:ext cx="381000" cy="523875"/>
            </a:xfrm>
            <a:custGeom>
              <a:avLst/>
              <a:gdLst/>
              <a:ahLst/>
              <a:cxnLst/>
              <a:rect l="l" t="t" r="r" b="b"/>
              <a:pathLst>
                <a:path w="381000" h="523875">
                  <a:moveTo>
                    <a:pt x="190753" y="0"/>
                  </a:moveTo>
                  <a:lnTo>
                    <a:pt x="190246" y="0"/>
                  </a:lnTo>
                  <a:lnTo>
                    <a:pt x="182999" y="819"/>
                  </a:lnTo>
                  <a:lnTo>
                    <a:pt x="144797" y="40913"/>
                  </a:lnTo>
                  <a:lnTo>
                    <a:pt x="116743" y="81690"/>
                  </a:lnTo>
                  <a:lnTo>
                    <a:pt x="85077" y="130868"/>
                  </a:lnTo>
                  <a:lnTo>
                    <a:pt x="53684" y="184535"/>
                  </a:lnTo>
                  <a:lnTo>
                    <a:pt x="26450" y="238781"/>
                  </a:lnTo>
                  <a:lnTo>
                    <a:pt x="7260" y="289698"/>
                  </a:lnTo>
                  <a:lnTo>
                    <a:pt x="0" y="333375"/>
                  </a:lnTo>
                  <a:lnTo>
                    <a:pt x="5034" y="377037"/>
                  </a:lnTo>
                  <a:lnTo>
                    <a:pt x="19372" y="417128"/>
                  </a:lnTo>
                  <a:lnTo>
                    <a:pt x="41867" y="452500"/>
                  </a:lnTo>
                  <a:lnTo>
                    <a:pt x="71374" y="482007"/>
                  </a:lnTo>
                  <a:lnTo>
                    <a:pt x="106746" y="504502"/>
                  </a:lnTo>
                  <a:lnTo>
                    <a:pt x="146837" y="518840"/>
                  </a:lnTo>
                  <a:lnTo>
                    <a:pt x="190500" y="523875"/>
                  </a:lnTo>
                  <a:lnTo>
                    <a:pt x="234162" y="518840"/>
                  </a:lnTo>
                  <a:lnTo>
                    <a:pt x="274253" y="504502"/>
                  </a:lnTo>
                  <a:lnTo>
                    <a:pt x="309625" y="482007"/>
                  </a:lnTo>
                  <a:lnTo>
                    <a:pt x="331257" y="460375"/>
                  </a:lnTo>
                  <a:lnTo>
                    <a:pt x="198500" y="460375"/>
                  </a:lnTo>
                  <a:lnTo>
                    <a:pt x="155834" y="453491"/>
                  </a:lnTo>
                  <a:lnTo>
                    <a:pt x="118775" y="434324"/>
                  </a:lnTo>
                  <a:lnTo>
                    <a:pt x="89550" y="405099"/>
                  </a:lnTo>
                  <a:lnTo>
                    <a:pt x="70383" y="368040"/>
                  </a:lnTo>
                  <a:lnTo>
                    <a:pt x="63500" y="325374"/>
                  </a:lnTo>
                  <a:lnTo>
                    <a:pt x="65373" y="316144"/>
                  </a:lnTo>
                  <a:lnTo>
                    <a:pt x="70485" y="308594"/>
                  </a:lnTo>
                  <a:lnTo>
                    <a:pt x="78073" y="303496"/>
                  </a:lnTo>
                  <a:lnTo>
                    <a:pt x="87375" y="301625"/>
                  </a:lnTo>
                  <a:lnTo>
                    <a:pt x="375722" y="301625"/>
                  </a:lnTo>
                  <a:lnTo>
                    <a:pt x="373739" y="289698"/>
                  </a:lnTo>
                  <a:lnTo>
                    <a:pt x="354549" y="238781"/>
                  </a:lnTo>
                  <a:lnTo>
                    <a:pt x="327315" y="184535"/>
                  </a:lnTo>
                  <a:lnTo>
                    <a:pt x="295922" y="130868"/>
                  </a:lnTo>
                  <a:lnTo>
                    <a:pt x="264256" y="81690"/>
                  </a:lnTo>
                  <a:lnTo>
                    <a:pt x="236202" y="40913"/>
                  </a:lnTo>
                  <a:lnTo>
                    <a:pt x="210685" y="7125"/>
                  </a:lnTo>
                  <a:lnTo>
                    <a:pt x="198000" y="819"/>
                  </a:lnTo>
                  <a:lnTo>
                    <a:pt x="190753" y="0"/>
                  </a:lnTo>
                  <a:close/>
                </a:path>
                <a:path w="381000" h="523875">
                  <a:moveTo>
                    <a:pt x="375722" y="301625"/>
                  </a:moveTo>
                  <a:lnTo>
                    <a:pt x="87375" y="301625"/>
                  </a:lnTo>
                  <a:lnTo>
                    <a:pt x="96605" y="303496"/>
                  </a:lnTo>
                  <a:lnTo>
                    <a:pt x="104155" y="308594"/>
                  </a:lnTo>
                  <a:lnTo>
                    <a:pt x="109253" y="316144"/>
                  </a:lnTo>
                  <a:lnTo>
                    <a:pt x="117990" y="359386"/>
                  </a:lnTo>
                  <a:lnTo>
                    <a:pt x="136715" y="387159"/>
                  </a:lnTo>
                  <a:lnTo>
                    <a:pt x="164488" y="405884"/>
                  </a:lnTo>
                  <a:lnTo>
                    <a:pt x="207730" y="414623"/>
                  </a:lnTo>
                  <a:lnTo>
                    <a:pt x="215280" y="419734"/>
                  </a:lnTo>
                  <a:lnTo>
                    <a:pt x="220378" y="427323"/>
                  </a:lnTo>
                  <a:lnTo>
                    <a:pt x="222250" y="436625"/>
                  </a:lnTo>
                  <a:lnTo>
                    <a:pt x="220378" y="445855"/>
                  </a:lnTo>
                  <a:lnTo>
                    <a:pt x="215892" y="452500"/>
                  </a:lnTo>
                  <a:lnTo>
                    <a:pt x="215153" y="453491"/>
                  </a:lnTo>
                  <a:lnTo>
                    <a:pt x="207730" y="458503"/>
                  </a:lnTo>
                  <a:lnTo>
                    <a:pt x="198500" y="460375"/>
                  </a:lnTo>
                  <a:lnTo>
                    <a:pt x="331257" y="460375"/>
                  </a:lnTo>
                  <a:lnTo>
                    <a:pt x="339132" y="452500"/>
                  </a:lnTo>
                  <a:lnTo>
                    <a:pt x="361627" y="417128"/>
                  </a:lnTo>
                  <a:lnTo>
                    <a:pt x="375965" y="377037"/>
                  </a:lnTo>
                  <a:lnTo>
                    <a:pt x="381000" y="333375"/>
                  </a:lnTo>
                  <a:lnTo>
                    <a:pt x="375722" y="301625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003503" y="802004"/>
            <a:ext cx="37534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Abstract</a:t>
            </a:r>
            <a:r>
              <a:rPr dirty="0" sz="2800" spc="-6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&amp;</a:t>
            </a:r>
            <a:r>
              <a:rPr dirty="0" sz="2800" spc="-6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838423" y="8807737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04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49300" y="1612138"/>
            <a:ext cx="8279765" cy="4371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Program</a:t>
            </a:r>
            <a:r>
              <a:rPr dirty="0" sz="1800" spc="-10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Focus</a:t>
            </a: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60100"/>
              </a:lnSpc>
              <a:spcBef>
                <a:spcPts val="800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8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outreach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8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focused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on</a:t>
            </a:r>
            <a:r>
              <a:rPr dirty="0" sz="18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45" b="1">
                <a:solidFill>
                  <a:srgbClr val="2B2C42"/>
                </a:solidFill>
                <a:latin typeface="Times New Roman"/>
                <a:cs typeface="Times New Roman"/>
              </a:rPr>
              <a:t>Water,</a:t>
            </a:r>
            <a:r>
              <a:rPr dirty="0" sz="1800" spc="-2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B2C42"/>
                </a:solidFill>
                <a:latin typeface="Times New Roman"/>
                <a:cs typeface="Times New Roman"/>
              </a:rPr>
              <a:t>Sanitation,</a:t>
            </a:r>
            <a:r>
              <a:rPr dirty="0" sz="1800" spc="-1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800" spc="-2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800" spc="-3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2B2C42"/>
                </a:solidFill>
                <a:latin typeface="Times New Roman"/>
                <a:cs typeface="Times New Roman"/>
              </a:rPr>
              <a:t>(WASH)</a:t>
            </a:r>
            <a:r>
              <a:rPr dirty="0" sz="180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education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B2C42"/>
                </a:solidFill>
                <a:latin typeface="Times New Roman"/>
                <a:cs typeface="Times New Roman"/>
              </a:rPr>
              <a:t>in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underserved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rural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communities,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aiming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raise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awareness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about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critical</a:t>
            </a:r>
            <a:r>
              <a:rPr dirty="0" sz="18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importance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B2C42"/>
                </a:solidFill>
                <a:latin typeface="Times New Roman"/>
                <a:cs typeface="Times New Roman"/>
              </a:rPr>
              <a:t>of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clean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water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access,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proper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8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practices,</a:t>
            </a:r>
            <a:r>
              <a:rPr dirty="0" sz="18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800" spc="-7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behaviors.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Approach</a:t>
            </a:r>
            <a:endParaRPr sz="1800">
              <a:latin typeface="Times New Roman"/>
              <a:cs typeface="Times New Roman"/>
            </a:endParaRPr>
          </a:p>
          <a:p>
            <a:pPr marL="12700" marR="263525">
              <a:lnSpc>
                <a:spcPct val="160000"/>
              </a:lnSpc>
              <a:spcBef>
                <a:spcPts val="805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Interactive</a:t>
            </a:r>
            <a:r>
              <a:rPr dirty="0" sz="18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educational</a:t>
            </a:r>
            <a:r>
              <a:rPr dirty="0" sz="18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sessions</a:t>
            </a:r>
            <a:r>
              <a:rPr dirty="0" sz="18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were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conducted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using</a:t>
            </a:r>
            <a:r>
              <a:rPr dirty="0" sz="18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illustrated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storyboards</a:t>
            </a:r>
            <a:r>
              <a:rPr dirty="0" sz="18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B2C42"/>
                </a:solidFill>
                <a:latin typeface="Times New Roman"/>
                <a:cs typeface="Times New Roman"/>
              </a:rPr>
              <a:t>and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participatory</a:t>
            </a:r>
            <a:r>
              <a:rPr dirty="0" sz="1800" spc="-8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activities,</a:t>
            </a:r>
            <a:r>
              <a:rPr dirty="0" sz="18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targeting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children</a:t>
            </a:r>
            <a:r>
              <a:rPr dirty="0" sz="18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members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foster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behavioral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change</a:t>
            </a:r>
            <a:r>
              <a:rPr dirty="0" sz="18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at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grassroots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level.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Community</a:t>
            </a:r>
            <a:r>
              <a:rPr dirty="0" sz="1800" spc="-9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Context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49300" y="6223254"/>
            <a:ext cx="8362315" cy="1177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8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addressed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health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challenges</a:t>
            </a:r>
            <a:r>
              <a:rPr dirty="0" sz="18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stemming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from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inadequate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infrastructure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limited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awareness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about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connection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between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800" spc="-8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practices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disease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 prevention.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440416" y="6170422"/>
            <a:ext cx="42652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Community</a:t>
            </a:r>
            <a:r>
              <a:rPr dirty="0" sz="13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children</a:t>
            </a:r>
            <a:r>
              <a:rPr dirty="0" sz="1300" spc="-3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participating</a:t>
            </a:r>
            <a:r>
              <a:rPr dirty="0" sz="13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in</a:t>
            </a:r>
            <a:r>
              <a:rPr dirty="0" sz="1300" spc="-5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50">
                <a:solidFill>
                  <a:srgbClr val="5C6B73"/>
                </a:solidFill>
                <a:latin typeface="Times New Roman"/>
                <a:cs typeface="Times New Roman"/>
              </a:rPr>
              <a:t>WASH</a:t>
            </a:r>
            <a:r>
              <a:rPr dirty="0" sz="1300" spc="-3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education</a:t>
            </a:r>
            <a:r>
              <a:rPr dirty="0" sz="1300" spc="-3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activities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719561" y="7118756"/>
            <a:ext cx="43751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WASH</a:t>
            </a:r>
            <a:r>
              <a:rPr dirty="0" sz="1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education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recognized</a:t>
            </a:r>
            <a:r>
              <a:rPr dirty="0" sz="1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globally</a:t>
            </a:r>
            <a:r>
              <a:rPr dirty="0" sz="1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dirty="0" sz="1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cost-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effective</a:t>
            </a:r>
            <a:r>
              <a:rPr dirty="0" sz="1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public</a:t>
            </a:r>
            <a:r>
              <a:rPr dirty="0" sz="1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health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interventions.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sp>
          <p:nvSpPr>
            <p:cNvPr id="3" name="object 3" descr=""/>
            <p:cNvSpPr/>
            <p:nvPr/>
          </p:nvSpPr>
          <p:spPr>
            <a:xfrm>
              <a:off x="4064000" y="0"/>
              <a:ext cx="12192000" cy="508000"/>
            </a:xfrm>
            <a:custGeom>
              <a:avLst/>
              <a:gdLst/>
              <a:ahLst/>
              <a:cxnLst/>
              <a:rect l="l" t="t" r="r" b="b"/>
              <a:pathLst>
                <a:path w="12192000" h="508000">
                  <a:moveTo>
                    <a:pt x="0" y="508000"/>
                  </a:moveTo>
                  <a:lnTo>
                    <a:pt x="12192000" y="50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E8E3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4064000" cy="508000"/>
            </a:xfrm>
            <a:custGeom>
              <a:avLst/>
              <a:gdLst/>
              <a:ahLst/>
              <a:cxnLst/>
              <a:rect l="l" t="t" r="r" b="b"/>
              <a:pathLst>
                <a:path w="4064000" h="508000">
                  <a:moveTo>
                    <a:pt x="4064000" y="0"/>
                  </a:moveTo>
                  <a:lnTo>
                    <a:pt x="0" y="0"/>
                  </a:lnTo>
                  <a:lnTo>
                    <a:pt x="0" y="508000"/>
                  </a:lnTo>
                  <a:lnTo>
                    <a:pt x="4064000" y="508000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395475" y="153416"/>
            <a:ext cx="1272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78518" y="153416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 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62000" y="812800"/>
            <a:ext cx="7112000" cy="2806700"/>
            <a:chOff x="762000" y="812800"/>
            <a:chExt cx="7112000" cy="2806700"/>
          </a:xfrm>
        </p:grpSpPr>
        <p:sp>
          <p:nvSpPr>
            <p:cNvPr id="10" name="object 10" descr=""/>
            <p:cNvSpPr/>
            <p:nvPr/>
          </p:nvSpPr>
          <p:spPr>
            <a:xfrm>
              <a:off x="762000" y="812800"/>
              <a:ext cx="63500" cy="355600"/>
            </a:xfrm>
            <a:custGeom>
              <a:avLst/>
              <a:gdLst/>
              <a:ahLst/>
              <a:cxnLst/>
              <a:rect l="l" t="t" r="r" b="b"/>
              <a:pathLst>
                <a:path w="63500" h="355600">
                  <a:moveTo>
                    <a:pt x="63500" y="0"/>
                  </a:moveTo>
                  <a:lnTo>
                    <a:pt x="0" y="0"/>
                  </a:lnTo>
                  <a:lnTo>
                    <a:pt x="0" y="355600"/>
                  </a:lnTo>
                  <a:lnTo>
                    <a:pt x="63500" y="3556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62000" y="1524000"/>
              <a:ext cx="7112000" cy="2095500"/>
            </a:xfrm>
            <a:custGeom>
              <a:avLst/>
              <a:gdLst/>
              <a:ahLst/>
              <a:cxnLst/>
              <a:rect l="l" t="t" r="r" b="b"/>
              <a:pathLst>
                <a:path w="7112000" h="2095500">
                  <a:moveTo>
                    <a:pt x="6944359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40"/>
                  </a:lnTo>
                  <a:lnTo>
                    <a:pt x="0" y="1927860"/>
                  </a:lnTo>
                  <a:lnTo>
                    <a:pt x="5988" y="1972424"/>
                  </a:lnTo>
                  <a:lnTo>
                    <a:pt x="22888" y="2012470"/>
                  </a:lnTo>
                  <a:lnTo>
                    <a:pt x="49101" y="2046398"/>
                  </a:lnTo>
                  <a:lnTo>
                    <a:pt x="83029" y="2072611"/>
                  </a:lnTo>
                  <a:lnTo>
                    <a:pt x="123075" y="2089511"/>
                  </a:lnTo>
                  <a:lnTo>
                    <a:pt x="167640" y="2095500"/>
                  </a:lnTo>
                  <a:lnTo>
                    <a:pt x="6944359" y="2095500"/>
                  </a:lnTo>
                  <a:lnTo>
                    <a:pt x="6988924" y="2089511"/>
                  </a:lnTo>
                  <a:lnTo>
                    <a:pt x="7028970" y="2072611"/>
                  </a:lnTo>
                  <a:lnTo>
                    <a:pt x="7062898" y="2046398"/>
                  </a:lnTo>
                  <a:lnTo>
                    <a:pt x="7089111" y="2012470"/>
                  </a:lnTo>
                  <a:lnTo>
                    <a:pt x="7106011" y="1972424"/>
                  </a:lnTo>
                  <a:lnTo>
                    <a:pt x="7112000" y="1927860"/>
                  </a:lnTo>
                  <a:lnTo>
                    <a:pt x="7112000" y="167640"/>
                  </a:lnTo>
                  <a:lnTo>
                    <a:pt x="7106011" y="123075"/>
                  </a:lnTo>
                  <a:lnTo>
                    <a:pt x="7089111" y="83029"/>
                  </a:lnTo>
                  <a:lnTo>
                    <a:pt x="7062898" y="49101"/>
                  </a:lnTo>
                  <a:lnTo>
                    <a:pt x="7028970" y="22888"/>
                  </a:lnTo>
                  <a:lnTo>
                    <a:pt x="6988924" y="5988"/>
                  </a:lnTo>
                  <a:lnTo>
                    <a:pt x="6944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79500" y="1791017"/>
              <a:ext cx="381000" cy="393700"/>
            </a:xfrm>
            <a:custGeom>
              <a:avLst/>
              <a:gdLst/>
              <a:ahLst/>
              <a:cxnLst/>
              <a:rect l="l" t="t" r="r" b="b"/>
              <a:pathLst>
                <a:path w="381000" h="393700">
                  <a:moveTo>
                    <a:pt x="359282" y="0"/>
                  </a:moveTo>
                  <a:lnTo>
                    <a:pt x="351980" y="0"/>
                  </a:lnTo>
                  <a:lnTo>
                    <a:pt x="345102" y="2039"/>
                  </a:lnTo>
                  <a:lnTo>
                    <a:pt x="338963" y="6032"/>
                  </a:lnTo>
                  <a:lnTo>
                    <a:pt x="302006" y="38290"/>
                  </a:lnTo>
                  <a:lnTo>
                    <a:pt x="272472" y="59739"/>
                  </a:lnTo>
                  <a:lnTo>
                    <a:pt x="239856" y="75485"/>
                  </a:lnTo>
                  <a:lnTo>
                    <a:pt x="204981" y="85207"/>
                  </a:lnTo>
                  <a:lnTo>
                    <a:pt x="168668" y="88582"/>
                  </a:lnTo>
                  <a:lnTo>
                    <a:pt x="101600" y="88582"/>
                  </a:lnTo>
                  <a:lnTo>
                    <a:pt x="62048" y="96563"/>
                  </a:lnTo>
                  <a:lnTo>
                    <a:pt x="29754" y="118332"/>
                  </a:lnTo>
                  <a:lnTo>
                    <a:pt x="7982" y="150625"/>
                  </a:lnTo>
                  <a:lnTo>
                    <a:pt x="0" y="190182"/>
                  </a:lnTo>
                  <a:lnTo>
                    <a:pt x="7981" y="229739"/>
                  </a:lnTo>
                  <a:lnTo>
                    <a:pt x="29744" y="262032"/>
                  </a:lnTo>
                  <a:lnTo>
                    <a:pt x="62016" y="283801"/>
                  </a:lnTo>
                  <a:lnTo>
                    <a:pt x="101523" y="291782"/>
                  </a:lnTo>
                  <a:lnTo>
                    <a:pt x="101523" y="367982"/>
                  </a:lnTo>
                  <a:lnTo>
                    <a:pt x="103515" y="377898"/>
                  </a:lnTo>
                  <a:lnTo>
                    <a:pt x="108951" y="385968"/>
                  </a:lnTo>
                  <a:lnTo>
                    <a:pt x="117023" y="391396"/>
                  </a:lnTo>
                  <a:lnTo>
                    <a:pt x="126923" y="393382"/>
                  </a:lnTo>
                  <a:lnTo>
                    <a:pt x="152323" y="393382"/>
                  </a:lnTo>
                  <a:lnTo>
                    <a:pt x="162218" y="391396"/>
                  </a:lnTo>
                  <a:lnTo>
                    <a:pt x="170291" y="385968"/>
                  </a:lnTo>
                  <a:lnTo>
                    <a:pt x="175730" y="377898"/>
                  </a:lnTo>
                  <a:lnTo>
                    <a:pt x="177723" y="367982"/>
                  </a:lnTo>
                  <a:lnTo>
                    <a:pt x="177723" y="292036"/>
                  </a:lnTo>
                  <a:lnTo>
                    <a:pt x="319661" y="292036"/>
                  </a:lnTo>
                  <a:lnTo>
                    <a:pt x="296064" y="275542"/>
                  </a:lnTo>
                  <a:lnTo>
                    <a:pt x="258762" y="257682"/>
                  </a:lnTo>
                  <a:lnTo>
                    <a:pt x="219078" y="246110"/>
                  </a:lnTo>
                  <a:lnTo>
                    <a:pt x="177800" y="240982"/>
                  </a:lnTo>
                  <a:lnTo>
                    <a:pt x="177800" y="139128"/>
                  </a:lnTo>
                  <a:lnTo>
                    <a:pt x="219078" y="134127"/>
                  </a:lnTo>
                  <a:lnTo>
                    <a:pt x="258762" y="122554"/>
                  </a:lnTo>
                  <a:lnTo>
                    <a:pt x="296064" y="104695"/>
                  </a:lnTo>
                  <a:lnTo>
                    <a:pt x="330200" y="80835"/>
                  </a:lnTo>
                  <a:lnTo>
                    <a:pt x="381000" y="80835"/>
                  </a:lnTo>
                  <a:lnTo>
                    <a:pt x="381000" y="25082"/>
                  </a:lnTo>
                  <a:lnTo>
                    <a:pt x="379944" y="17809"/>
                  </a:lnTo>
                  <a:lnTo>
                    <a:pt x="376936" y="11287"/>
                  </a:lnTo>
                  <a:lnTo>
                    <a:pt x="372213" y="5883"/>
                  </a:lnTo>
                  <a:lnTo>
                    <a:pt x="366127" y="2039"/>
                  </a:lnTo>
                  <a:lnTo>
                    <a:pt x="366389" y="2039"/>
                  </a:lnTo>
                  <a:lnTo>
                    <a:pt x="359282" y="0"/>
                  </a:lnTo>
                  <a:close/>
                </a:path>
                <a:path w="381000" h="393700">
                  <a:moveTo>
                    <a:pt x="319661" y="292036"/>
                  </a:moveTo>
                  <a:lnTo>
                    <a:pt x="177723" y="292036"/>
                  </a:lnTo>
                  <a:lnTo>
                    <a:pt x="211567" y="296515"/>
                  </a:lnTo>
                  <a:lnTo>
                    <a:pt x="243973" y="306530"/>
                  </a:lnTo>
                  <a:lnTo>
                    <a:pt x="274293" y="321808"/>
                  </a:lnTo>
                  <a:lnTo>
                    <a:pt x="301878" y="342074"/>
                  </a:lnTo>
                  <a:lnTo>
                    <a:pt x="338836" y="374332"/>
                  </a:lnTo>
                  <a:lnTo>
                    <a:pt x="345140" y="378396"/>
                  </a:lnTo>
                  <a:lnTo>
                    <a:pt x="345269" y="378396"/>
                  </a:lnTo>
                  <a:lnTo>
                    <a:pt x="352034" y="380404"/>
                  </a:lnTo>
                  <a:lnTo>
                    <a:pt x="359034" y="380404"/>
                  </a:lnTo>
                  <a:lnTo>
                    <a:pt x="381000" y="355282"/>
                  </a:lnTo>
                  <a:lnTo>
                    <a:pt x="381000" y="299402"/>
                  </a:lnTo>
                  <a:lnTo>
                    <a:pt x="330200" y="299402"/>
                  </a:lnTo>
                  <a:lnTo>
                    <a:pt x="319661" y="292036"/>
                  </a:lnTo>
                  <a:close/>
                </a:path>
                <a:path w="381000" h="393700">
                  <a:moveTo>
                    <a:pt x="381000" y="80835"/>
                  </a:moveTo>
                  <a:lnTo>
                    <a:pt x="330200" y="80835"/>
                  </a:lnTo>
                  <a:lnTo>
                    <a:pt x="330200" y="299402"/>
                  </a:lnTo>
                  <a:lnTo>
                    <a:pt x="381000" y="299402"/>
                  </a:lnTo>
                  <a:lnTo>
                    <a:pt x="381000" y="80835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003503" y="802004"/>
            <a:ext cx="401510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Objectives</a:t>
            </a:r>
            <a:r>
              <a:rPr dirty="0" sz="2800" spc="-6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of</a:t>
            </a:r>
            <a:r>
              <a:rPr dirty="0" sz="2800" spc="-6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the</a:t>
            </a:r>
            <a:r>
              <a:rPr dirty="0" sz="2800" spc="-4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Program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38426" y="1785873"/>
            <a:ext cx="1638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Raise</a:t>
            </a:r>
            <a:r>
              <a:rPr dirty="0" sz="1800" spc="-10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Awareness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66901" y="2338197"/>
            <a:ext cx="6462395" cy="659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Educate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members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on</a:t>
            </a:r>
            <a:r>
              <a:rPr dirty="0" sz="16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importance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clean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water,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sanitation,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practices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healthy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living.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382000" y="1524000"/>
            <a:ext cx="7112000" cy="2095500"/>
            <a:chOff x="8382000" y="1524000"/>
            <a:chExt cx="7112000" cy="2095500"/>
          </a:xfrm>
        </p:grpSpPr>
        <p:sp>
          <p:nvSpPr>
            <p:cNvPr id="17" name="object 17" descr=""/>
            <p:cNvSpPr/>
            <p:nvPr/>
          </p:nvSpPr>
          <p:spPr>
            <a:xfrm>
              <a:off x="8382000" y="1524000"/>
              <a:ext cx="7112000" cy="2095500"/>
            </a:xfrm>
            <a:custGeom>
              <a:avLst/>
              <a:gdLst/>
              <a:ahLst/>
              <a:cxnLst/>
              <a:rect l="l" t="t" r="r" b="b"/>
              <a:pathLst>
                <a:path w="7112000" h="2095500">
                  <a:moveTo>
                    <a:pt x="6944359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40"/>
                  </a:lnTo>
                  <a:lnTo>
                    <a:pt x="0" y="1927860"/>
                  </a:lnTo>
                  <a:lnTo>
                    <a:pt x="5988" y="1972424"/>
                  </a:lnTo>
                  <a:lnTo>
                    <a:pt x="22888" y="2012470"/>
                  </a:lnTo>
                  <a:lnTo>
                    <a:pt x="49101" y="2046398"/>
                  </a:lnTo>
                  <a:lnTo>
                    <a:pt x="83029" y="2072611"/>
                  </a:lnTo>
                  <a:lnTo>
                    <a:pt x="123075" y="2089511"/>
                  </a:lnTo>
                  <a:lnTo>
                    <a:pt x="167640" y="2095500"/>
                  </a:lnTo>
                  <a:lnTo>
                    <a:pt x="6944359" y="2095500"/>
                  </a:lnTo>
                  <a:lnTo>
                    <a:pt x="6988924" y="2089511"/>
                  </a:lnTo>
                  <a:lnTo>
                    <a:pt x="7028970" y="2072611"/>
                  </a:lnTo>
                  <a:lnTo>
                    <a:pt x="7062898" y="2046398"/>
                  </a:lnTo>
                  <a:lnTo>
                    <a:pt x="7089111" y="2012470"/>
                  </a:lnTo>
                  <a:lnTo>
                    <a:pt x="7106011" y="1972424"/>
                  </a:lnTo>
                  <a:lnTo>
                    <a:pt x="7112000" y="1927860"/>
                  </a:lnTo>
                  <a:lnTo>
                    <a:pt x="7112000" y="167640"/>
                  </a:lnTo>
                  <a:lnTo>
                    <a:pt x="7106011" y="123075"/>
                  </a:lnTo>
                  <a:lnTo>
                    <a:pt x="7089111" y="83029"/>
                  </a:lnTo>
                  <a:lnTo>
                    <a:pt x="7062898" y="49101"/>
                  </a:lnTo>
                  <a:lnTo>
                    <a:pt x="7028970" y="22888"/>
                  </a:lnTo>
                  <a:lnTo>
                    <a:pt x="6988924" y="5988"/>
                  </a:lnTo>
                  <a:lnTo>
                    <a:pt x="6944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699500" y="1803400"/>
              <a:ext cx="407034" cy="356235"/>
            </a:xfrm>
            <a:custGeom>
              <a:avLst/>
              <a:gdLst/>
              <a:ahLst/>
              <a:cxnLst/>
              <a:rect l="l" t="t" r="r" b="b"/>
              <a:pathLst>
                <a:path w="407034" h="356235">
                  <a:moveTo>
                    <a:pt x="146684" y="155955"/>
                  </a:moveTo>
                  <a:lnTo>
                    <a:pt x="138302" y="175895"/>
                  </a:lnTo>
                  <a:lnTo>
                    <a:pt x="131536" y="187199"/>
                  </a:lnTo>
                  <a:lnTo>
                    <a:pt x="121983" y="195849"/>
                  </a:lnTo>
                  <a:lnTo>
                    <a:pt x="110134" y="201475"/>
                  </a:lnTo>
                  <a:lnTo>
                    <a:pt x="109696" y="201475"/>
                  </a:lnTo>
                  <a:lnTo>
                    <a:pt x="97281" y="203326"/>
                  </a:lnTo>
                  <a:lnTo>
                    <a:pt x="33654" y="203326"/>
                  </a:lnTo>
                  <a:lnTo>
                    <a:pt x="65307" y="246036"/>
                  </a:lnTo>
                  <a:lnTo>
                    <a:pt x="101234" y="285067"/>
                  </a:lnTo>
                  <a:lnTo>
                    <a:pt x="137185" y="318502"/>
                  </a:lnTo>
                  <a:lnTo>
                    <a:pt x="168909" y="344424"/>
                  </a:lnTo>
                  <a:lnTo>
                    <a:pt x="203073" y="355726"/>
                  </a:lnTo>
                  <a:lnTo>
                    <a:pt x="212252" y="355032"/>
                  </a:lnTo>
                  <a:lnTo>
                    <a:pt x="269136" y="318502"/>
                  </a:lnTo>
                  <a:lnTo>
                    <a:pt x="305080" y="285067"/>
                  </a:lnTo>
                  <a:lnTo>
                    <a:pt x="333550" y="254126"/>
                  </a:lnTo>
                  <a:lnTo>
                    <a:pt x="195830" y="254126"/>
                  </a:lnTo>
                  <a:lnTo>
                    <a:pt x="188849" y="249427"/>
                  </a:lnTo>
                  <a:lnTo>
                    <a:pt x="185800" y="242824"/>
                  </a:lnTo>
                  <a:lnTo>
                    <a:pt x="146684" y="155955"/>
                  </a:lnTo>
                  <a:close/>
                </a:path>
                <a:path w="407034" h="356235">
                  <a:moveTo>
                    <a:pt x="254000" y="175895"/>
                  </a:moveTo>
                  <a:lnTo>
                    <a:pt x="220218" y="243458"/>
                  </a:lnTo>
                  <a:lnTo>
                    <a:pt x="217043" y="250063"/>
                  </a:lnTo>
                  <a:lnTo>
                    <a:pt x="210184" y="254126"/>
                  </a:lnTo>
                  <a:lnTo>
                    <a:pt x="333550" y="254126"/>
                  </a:lnTo>
                  <a:lnTo>
                    <a:pt x="340991" y="246036"/>
                  </a:lnTo>
                  <a:lnTo>
                    <a:pt x="342920" y="243458"/>
                  </a:lnTo>
                  <a:lnTo>
                    <a:pt x="372650" y="203326"/>
                  </a:lnTo>
                  <a:lnTo>
                    <a:pt x="296052" y="203326"/>
                  </a:lnTo>
                  <a:lnTo>
                    <a:pt x="282864" y="201475"/>
                  </a:lnTo>
                  <a:lnTo>
                    <a:pt x="271748" y="196548"/>
                  </a:lnTo>
                  <a:lnTo>
                    <a:pt x="262393" y="188787"/>
                  </a:lnTo>
                  <a:lnTo>
                    <a:pt x="255397" y="178561"/>
                  </a:lnTo>
                  <a:lnTo>
                    <a:pt x="254000" y="175895"/>
                  </a:lnTo>
                  <a:close/>
                </a:path>
                <a:path w="407034" h="356235">
                  <a:moveTo>
                    <a:pt x="403159" y="89026"/>
                  </a:moveTo>
                  <a:lnTo>
                    <a:pt x="153688" y="89026"/>
                  </a:lnTo>
                  <a:lnTo>
                    <a:pt x="160274" y="93218"/>
                  </a:lnTo>
                  <a:lnTo>
                    <a:pt x="163322" y="100075"/>
                  </a:lnTo>
                  <a:lnTo>
                    <a:pt x="204089" y="190500"/>
                  </a:lnTo>
                  <a:lnTo>
                    <a:pt x="236981" y="124841"/>
                  </a:lnTo>
                  <a:lnTo>
                    <a:pt x="240156" y="118364"/>
                  </a:lnTo>
                  <a:lnTo>
                    <a:pt x="246760" y="114173"/>
                  </a:lnTo>
                  <a:lnTo>
                    <a:pt x="406121" y="114173"/>
                  </a:lnTo>
                  <a:lnTo>
                    <a:pt x="406526" y="107696"/>
                  </a:lnTo>
                  <a:lnTo>
                    <a:pt x="406526" y="105536"/>
                  </a:lnTo>
                  <a:lnTo>
                    <a:pt x="403159" y="89026"/>
                  </a:lnTo>
                  <a:close/>
                </a:path>
                <a:path w="407034" h="356235">
                  <a:moveTo>
                    <a:pt x="105664" y="0"/>
                  </a:moveTo>
                  <a:lnTo>
                    <a:pt x="64561" y="8312"/>
                  </a:lnTo>
                  <a:lnTo>
                    <a:pt x="30972" y="30972"/>
                  </a:lnTo>
                  <a:lnTo>
                    <a:pt x="8312" y="64561"/>
                  </a:lnTo>
                  <a:lnTo>
                    <a:pt x="25" y="105536"/>
                  </a:lnTo>
                  <a:lnTo>
                    <a:pt x="0" y="107696"/>
                  </a:lnTo>
                  <a:lnTo>
                    <a:pt x="902" y="121880"/>
                  </a:lnTo>
                  <a:lnTo>
                    <a:pt x="3508" y="136207"/>
                  </a:lnTo>
                  <a:lnTo>
                    <a:pt x="7661" y="150629"/>
                  </a:lnTo>
                  <a:lnTo>
                    <a:pt x="13207" y="165100"/>
                  </a:lnTo>
                  <a:lnTo>
                    <a:pt x="99822" y="165100"/>
                  </a:lnTo>
                  <a:lnTo>
                    <a:pt x="101917" y="163702"/>
                  </a:lnTo>
                  <a:lnTo>
                    <a:pt x="102047" y="163702"/>
                  </a:lnTo>
                  <a:lnTo>
                    <a:pt x="103250" y="161163"/>
                  </a:lnTo>
                  <a:lnTo>
                    <a:pt x="128397" y="100710"/>
                  </a:lnTo>
                  <a:lnTo>
                    <a:pt x="131318" y="93599"/>
                  </a:lnTo>
                  <a:lnTo>
                    <a:pt x="138175" y="89026"/>
                  </a:lnTo>
                  <a:lnTo>
                    <a:pt x="403159" y="89026"/>
                  </a:lnTo>
                  <a:lnTo>
                    <a:pt x="398169" y="64561"/>
                  </a:lnTo>
                  <a:lnTo>
                    <a:pt x="395247" y="60198"/>
                  </a:lnTo>
                  <a:lnTo>
                    <a:pt x="203200" y="60198"/>
                  </a:lnTo>
                  <a:lnTo>
                    <a:pt x="191261" y="43688"/>
                  </a:lnTo>
                  <a:lnTo>
                    <a:pt x="174297" y="25288"/>
                  </a:lnTo>
                  <a:lnTo>
                    <a:pt x="153749" y="11556"/>
                  </a:lnTo>
                  <a:lnTo>
                    <a:pt x="130557" y="2968"/>
                  </a:lnTo>
                  <a:lnTo>
                    <a:pt x="105664" y="0"/>
                  </a:lnTo>
                  <a:close/>
                </a:path>
                <a:path w="407034" h="356235">
                  <a:moveTo>
                    <a:pt x="406121" y="114173"/>
                  </a:moveTo>
                  <a:lnTo>
                    <a:pt x="261239" y="114173"/>
                  </a:lnTo>
                  <a:lnTo>
                    <a:pt x="267843" y="118236"/>
                  </a:lnTo>
                  <a:lnTo>
                    <a:pt x="271018" y="124841"/>
                  </a:lnTo>
                  <a:lnTo>
                    <a:pt x="289432" y="161544"/>
                  </a:lnTo>
                  <a:lnTo>
                    <a:pt x="290575" y="163702"/>
                  </a:lnTo>
                  <a:lnTo>
                    <a:pt x="292950" y="165100"/>
                  </a:lnTo>
                  <a:lnTo>
                    <a:pt x="393269" y="165100"/>
                  </a:lnTo>
                  <a:lnTo>
                    <a:pt x="398891" y="150629"/>
                  </a:lnTo>
                  <a:lnTo>
                    <a:pt x="403047" y="136207"/>
                  </a:lnTo>
                  <a:lnTo>
                    <a:pt x="405631" y="121880"/>
                  </a:lnTo>
                  <a:lnTo>
                    <a:pt x="406121" y="114173"/>
                  </a:lnTo>
                  <a:close/>
                </a:path>
                <a:path w="407034" h="356235">
                  <a:moveTo>
                    <a:pt x="300735" y="0"/>
                  </a:moveTo>
                  <a:lnTo>
                    <a:pt x="252650" y="11556"/>
                  </a:lnTo>
                  <a:lnTo>
                    <a:pt x="215138" y="43688"/>
                  </a:lnTo>
                  <a:lnTo>
                    <a:pt x="203200" y="60198"/>
                  </a:lnTo>
                  <a:lnTo>
                    <a:pt x="395247" y="60198"/>
                  </a:lnTo>
                  <a:lnTo>
                    <a:pt x="375502" y="30972"/>
                  </a:lnTo>
                  <a:lnTo>
                    <a:pt x="341896" y="8312"/>
                  </a:lnTo>
                  <a:lnTo>
                    <a:pt x="300735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259061" y="1785873"/>
            <a:ext cx="2246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Health</a:t>
            </a:r>
            <a:r>
              <a:rPr dirty="0" sz="1800" spc="-3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Risk</a:t>
            </a:r>
            <a:r>
              <a:rPr dirty="0" sz="1800" spc="-3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Education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687561" y="2338197"/>
            <a:ext cx="6095365" cy="659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Inform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communities about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health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risks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associated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with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poor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contaminated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water</a:t>
            </a:r>
            <a:r>
              <a:rPr dirty="0" sz="16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sources.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62000" y="3937000"/>
            <a:ext cx="7112000" cy="2095500"/>
            <a:chOff x="762000" y="3937000"/>
            <a:chExt cx="7112000" cy="2095500"/>
          </a:xfrm>
        </p:grpSpPr>
        <p:sp>
          <p:nvSpPr>
            <p:cNvPr id="22" name="object 22" descr=""/>
            <p:cNvSpPr/>
            <p:nvPr/>
          </p:nvSpPr>
          <p:spPr>
            <a:xfrm>
              <a:off x="762000" y="3937000"/>
              <a:ext cx="7112000" cy="2095500"/>
            </a:xfrm>
            <a:custGeom>
              <a:avLst/>
              <a:gdLst/>
              <a:ahLst/>
              <a:cxnLst/>
              <a:rect l="l" t="t" r="r" b="b"/>
              <a:pathLst>
                <a:path w="7112000" h="2095500">
                  <a:moveTo>
                    <a:pt x="6944359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1927860"/>
                  </a:lnTo>
                  <a:lnTo>
                    <a:pt x="5988" y="1972424"/>
                  </a:lnTo>
                  <a:lnTo>
                    <a:pt x="22888" y="2012470"/>
                  </a:lnTo>
                  <a:lnTo>
                    <a:pt x="49101" y="2046398"/>
                  </a:lnTo>
                  <a:lnTo>
                    <a:pt x="83029" y="2072611"/>
                  </a:lnTo>
                  <a:lnTo>
                    <a:pt x="123075" y="2089511"/>
                  </a:lnTo>
                  <a:lnTo>
                    <a:pt x="167640" y="2095500"/>
                  </a:lnTo>
                  <a:lnTo>
                    <a:pt x="6944359" y="2095500"/>
                  </a:lnTo>
                  <a:lnTo>
                    <a:pt x="6988924" y="2089511"/>
                  </a:lnTo>
                  <a:lnTo>
                    <a:pt x="7028970" y="2072611"/>
                  </a:lnTo>
                  <a:lnTo>
                    <a:pt x="7062898" y="2046398"/>
                  </a:lnTo>
                  <a:lnTo>
                    <a:pt x="7089111" y="2012470"/>
                  </a:lnTo>
                  <a:lnTo>
                    <a:pt x="7106011" y="1972424"/>
                  </a:lnTo>
                  <a:lnTo>
                    <a:pt x="7112000" y="1927860"/>
                  </a:lnTo>
                  <a:lnTo>
                    <a:pt x="7112000" y="167639"/>
                  </a:lnTo>
                  <a:lnTo>
                    <a:pt x="7106011" y="123075"/>
                  </a:lnTo>
                  <a:lnTo>
                    <a:pt x="7089111" y="83029"/>
                  </a:lnTo>
                  <a:lnTo>
                    <a:pt x="7062898" y="49101"/>
                  </a:lnTo>
                  <a:lnTo>
                    <a:pt x="7028970" y="22888"/>
                  </a:lnTo>
                  <a:lnTo>
                    <a:pt x="6988924" y="5988"/>
                  </a:lnTo>
                  <a:lnTo>
                    <a:pt x="6944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28700" y="4203700"/>
              <a:ext cx="508000" cy="368300"/>
            </a:xfrm>
            <a:custGeom>
              <a:avLst/>
              <a:gdLst/>
              <a:ahLst/>
              <a:cxnLst/>
              <a:rect l="l" t="t" r="r" b="b"/>
              <a:pathLst>
                <a:path w="508000" h="368300">
                  <a:moveTo>
                    <a:pt x="254000" y="0"/>
                  </a:moveTo>
                  <a:lnTo>
                    <a:pt x="221883" y="6486"/>
                  </a:lnTo>
                  <a:lnTo>
                    <a:pt x="195641" y="24177"/>
                  </a:lnTo>
                  <a:lnTo>
                    <a:pt x="177942" y="50417"/>
                  </a:lnTo>
                  <a:lnTo>
                    <a:pt x="171450" y="82550"/>
                  </a:lnTo>
                  <a:lnTo>
                    <a:pt x="177942" y="114682"/>
                  </a:lnTo>
                  <a:lnTo>
                    <a:pt x="195641" y="140922"/>
                  </a:lnTo>
                  <a:lnTo>
                    <a:pt x="221883" y="158613"/>
                  </a:lnTo>
                  <a:lnTo>
                    <a:pt x="254000" y="165100"/>
                  </a:lnTo>
                  <a:lnTo>
                    <a:pt x="286132" y="158613"/>
                  </a:lnTo>
                  <a:lnTo>
                    <a:pt x="312372" y="140922"/>
                  </a:lnTo>
                  <a:lnTo>
                    <a:pt x="330063" y="114682"/>
                  </a:lnTo>
                  <a:lnTo>
                    <a:pt x="336550" y="82550"/>
                  </a:lnTo>
                  <a:lnTo>
                    <a:pt x="330063" y="50417"/>
                  </a:lnTo>
                  <a:lnTo>
                    <a:pt x="312372" y="24177"/>
                  </a:lnTo>
                  <a:lnTo>
                    <a:pt x="286132" y="6486"/>
                  </a:lnTo>
                  <a:lnTo>
                    <a:pt x="254000" y="0"/>
                  </a:lnTo>
                  <a:close/>
                </a:path>
                <a:path w="508000" h="368300">
                  <a:moveTo>
                    <a:pt x="76200" y="57150"/>
                  </a:moveTo>
                  <a:lnTo>
                    <a:pt x="53961" y="61650"/>
                  </a:lnTo>
                  <a:lnTo>
                    <a:pt x="35794" y="73913"/>
                  </a:lnTo>
                  <a:lnTo>
                    <a:pt x="23543" y="92082"/>
                  </a:lnTo>
                  <a:lnTo>
                    <a:pt x="19050" y="114300"/>
                  </a:lnTo>
                  <a:lnTo>
                    <a:pt x="23543" y="136517"/>
                  </a:lnTo>
                  <a:lnTo>
                    <a:pt x="35794" y="154686"/>
                  </a:lnTo>
                  <a:lnTo>
                    <a:pt x="53961" y="166949"/>
                  </a:lnTo>
                  <a:lnTo>
                    <a:pt x="76200" y="171450"/>
                  </a:lnTo>
                  <a:lnTo>
                    <a:pt x="98438" y="166949"/>
                  </a:lnTo>
                  <a:lnTo>
                    <a:pt x="116605" y="154686"/>
                  </a:lnTo>
                  <a:lnTo>
                    <a:pt x="128856" y="136517"/>
                  </a:lnTo>
                  <a:lnTo>
                    <a:pt x="133350" y="114300"/>
                  </a:lnTo>
                  <a:lnTo>
                    <a:pt x="128856" y="92082"/>
                  </a:lnTo>
                  <a:lnTo>
                    <a:pt x="116605" y="73913"/>
                  </a:lnTo>
                  <a:lnTo>
                    <a:pt x="98438" y="61650"/>
                  </a:lnTo>
                  <a:lnTo>
                    <a:pt x="76200" y="57150"/>
                  </a:lnTo>
                  <a:close/>
                </a:path>
                <a:path w="508000" h="368300">
                  <a:moveTo>
                    <a:pt x="101600" y="215900"/>
                  </a:moveTo>
                  <a:lnTo>
                    <a:pt x="62048" y="223881"/>
                  </a:lnTo>
                  <a:lnTo>
                    <a:pt x="29754" y="245649"/>
                  </a:lnTo>
                  <a:lnTo>
                    <a:pt x="7982" y="277943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993" y="352815"/>
                  </a:lnTo>
                  <a:lnTo>
                    <a:pt x="7432" y="360886"/>
                  </a:lnTo>
                  <a:lnTo>
                    <a:pt x="15505" y="366313"/>
                  </a:lnTo>
                  <a:lnTo>
                    <a:pt x="25400" y="368300"/>
                  </a:lnTo>
                  <a:lnTo>
                    <a:pt x="94221" y="368300"/>
                  </a:lnTo>
                  <a:lnTo>
                    <a:pt x="91948" y="362331"/>
                  </a:lnTo>
                  <a:lnTo>
                    <a:pt x="90279" y="356076"/>
                  </a:lnTo>
                  <a:lnTo>
                    <a:pt x="89251" y="349583"/>
                  </a:lnTo>
                  <a:lnTo>
                    <a:pt x="88900" y="342900"/>
                  </a:lnTo>
                  <a:lnTo>
                    <a:pt x="88900" y="330200"/>
                  </a:lnTo>
                  <a:lnTo>
                    <a:pt x="91783" y="299335"/>
                  </a:lnTo>
                  <a:lnTo>
                    <a:pt x="100087" y="270351"/>
                  </a:lnTo>
                  <a:lnTo>
                    <a:pt x="113301" y="243796"/>
                  </a:lnTo>
                  <a:lnTo>
                    <a:pt x="130886" y="220217"/>
                  </a:lnTo>
                  <a:lnTo>
                    <a:pt x="123822" y="218364"/>
                  </a:lnTo>
                  <a:lnTo>
                    <a:pt x="116571" y="217011"/>
                  </a:lnTo>
                  <a:lnTo>
                    <a:pt x="109156" y="216181"/>
                  </a:lnTo>
                  <a:lnTo>
                    <a:pt x="101600" y="215900"/>
                  </a:lnTo>
                  <a:close/>
                </a:path>
                <a:path w="508000" h="368300">
                  <a:moveTo>
                    <a:pt x="254000" y="203200"/>
                  </a:moveTo>
                  <a:lnTo>
                    <a:pt x="204554" y="213185"/>
                  </a:lnTo>
                  <a:lnTo>
                    <a:pt x="164187" y="240411"/>
                  </a:lnTo>
                  <a:lnTo>
                    <a:pt x="136976" y="280781"/>
                  </a:lnTo>
                  <a:lnTo>
                    <a:pt x="127000" y="330200"/>
                  </a:lnTo>
                  <a:lnTo>
                    <a:pt x="127000" y="342900"/>
                  </a:lnTo>
                  <a:lnTo>
                    <a:pt x="128993" y="352815"/>
                  </a:lnTo>
                  <a:lnTo>
                    <a:pt x="134432" y="360886"/>
                  </a:lnTo>
                  <a:lnTo>
                    <a:pt x="142505" y="366313"/>
                  </a:lnTo>
                  <a:lnTo>
                    <a:pt x="152400" y="368300"/>
                  </a:lnTo>
                  <a:lnTo>
                    <a:pt x="355600" y="368300"/>
                  </a:lnTo>
                  <a:lnTo>
                    <a:pt x="365515" y="366313"/>
                  </a:lnTo>
                  <a:lnTo>
                    <a:pt x="373586" y="360886"/>
                  </a:lnTo>
                  <a:lnTo>
                    <a:pt x="379013" y="352815"/>
                  </a:lnTo>
                  <a:lnTo>
                    <a:pt x="381000" y="342900"/>
                  </a:lnTo>
                  <a:lnTo>
                    <a:pt x="381000" y="330200"/>
                  </a:lnTo>
                  <a:lnTo>
                    <a:pt x="371014" y="280781"/>
                  </a:lnTo>
                  <a:lnTo>
                    <a:pt x="343788" y="240411"/>
                  </a:lnTo>
                  <a:lnTo>
                    <a:pt x="303418" y="213185"/>
                  </a:lnTo>
                  <a:lnTo>
                    <a:pt x="254000" y="203200"/>
                  </a:lnTo>
                  <a:close/>
                </a:path>
                <a:path w="508000" h="368300">
                  <a:moveTo>
                    <a:pt x="406400" y="215900"/>
                  </a:moveTo>
                  <a:lnTo>
                    <a:pt x="398851" y="216181"/>
                  </a:lnTo>
                  <a:lnTo>
                    <a:pt x="391445" y="217011"/>
                  </a:lnTo>
                  <a:lnTo>
                    <a:pt x="384182" y="218364"/>
                  </a:lnTo>
                  <a:lnTo>
                    <a:pt x="377063" y="220217"/>
                  </a:lnTo>
                  <a:lnTo>
                    <a:pt x="394668" y="243796"/>
                  </a:lnTo>
                  <a:lnTo>
                    <a:pt x="407892" y="270351"/>
                  </a:lnTo>
                  <a:lnTo>
                    <a:pt x="416210" y="299335"/>
                  </a:lnTo>
                  <a:lnTo>
                    <a:pt x="419100" y="330200"/>
                  </a:lnTo>
                  <a:lnTo>
                    <a:pt x="419100" y="342900"/>
                  </a:lnTo>
                  <a:lnTo>
                    <a:pt x="418748" y="349583"/>
                  </a:lnTo>
                  <a:lnTo>
                    <a:pt x="417718" y="356076"/>
                  </a:lnTo>
                  <a:lnTo>
                    <a:pt x="416046" y="362331"/>
                  </a:lnTo>
                  <a:lnTo>
                    <a:pt x="413766" y="368300"/>
                  </a:lnTo>
                  <a:lnTo>
                    <a:pt x="482600" y="368300"/>
                  </a:lnTo>
                  <a:lnTo>
                    <a:pt x="492515" y="366313"/>
                  </a:lnTo>
                  <a:lnTo>
                    <a:pt x="500586" y="360886"/>
                  </a:lnTo>
                  <a:lnTo>
                    <a:pt x="506013" y="352815"/>
                  </a:lnTo>
                  <a:lnTo>
                    <a:pt x="508000" y="342900"/>
                  </a:lnTo>
                  <a:lnTo>
                    <a:pt x="508000" y="317500"/>
                  </a:lnTo>
                  <a:lnTo>
                    <a:pt x="500018" y="277943"/>
                  </a:lnTo>
                  <a:lnTo>
                    <a:pt x="478250" y="245649"/>
                  </a:lnTo>
                  <a:lnTo>
                    <a:pt x="445956" y="223881"/>
                  </a:lnTo>
                  <a:lnTo>
                    <a:pt x="406400" y="215900"/>
                  </a:lnTo>
                  <a:close/>
                </a:path>
                <a:path w="508000" h="368300">
                  <a:moveTo>
                    <a:pt x="431800" y="57150"/>
                  </a:moveTo>
                  <a:lnTo>
                    <a:pt x="409582" y="61650"/>
                  </a:lnTo>
                  <a:lnTo>
                    <a:pt x="391414" y="73913"/>
                  </a:lnTo>
                  <a:lnTo>
                    <a:pt x="379150" y="92082"/>
                  </a:lnTo>
                  <a:lnTo>
                    <a:pt x="374650" y="114300"/>
                  </a:lnTo>
                  <a:lnTo>
                    <a:pt x="379150" y="136517"/>
                  </a:lnTo>
                  <a:lnTo>
                    <a:pt x="391413" y="154686"/>
                  </a:lnTo>
                  <a:lnTo>
                    <a:pt x="409582" y="166949"/>
                  </a:lnTo>
                  <a:lnTo>
                    <a:pt x="431800" y="171450"/>
                  </a:lnTo>
                  <a:lnTo>
                    <a:pt x="454017" y="166949"/>
                  </a:lnTo>
                  <a:lnTo>
                    <a:pt x="472185" y="154686"/>
                  </a:lnTo>
                  <a:lnTo>
                    <a:pt x="484449" y="136517"/>
                  </a:lnTo>
                  <a:lnTo>
                    <a:pt x="488950" y="114300"/>
                  </a:lnTo>
                  <a:lnTo>
                    <a:pt x="484449" y="92082"/>
                  </a:lnTo>
                  <a:lnTo>
                    <a:pt x="472186" y="73913"/>
                  </a:lnTo>
                  <a:lnTo>
                    <a:pt x="454017" y="61650"/>
                  </a:lnTo>
                  <a:lnTo>
                    <a:pt x="431800" y="5715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638426" y="4199382"/>
            <a:ext cx="1897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Behavioral</a:t>
            </a:r>
            <a:r>
              <a:rPr dirty="0" sz="1800" spc="-9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Change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66901" y="4751578"/>
            <a:ext cx="6303010" cy="659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Promote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lasting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behavioral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change</a:t>
            </a:r>
            <a:r>
              <a:rPr dirty="0" sz="16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through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interactive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storytelling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visual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education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materials.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8382000" y="3937000"/>
            <a:ext cx="7112000" cy="2095500"/>
            <a:chOff x="8382000" y="3937000"/>
            <a:chExt cx="7112000" cy="2095500"/>
          </a:xfrm>
        </p:grpSpPr>
        <p:sp>
          <p:nvSpPr>
            <p:cNvPr id="27" name="object 27" descr=""/>
            <p:cNvSpPr/>
            <p:nvPr/>
          </p:nvSpPr>
          <p:spPr>
            <a:xfrm>
              <a:off x="8382000" y="3937000"/>
              <a:ext cx="7112000" cy="2095500"/>
            </a:xfrm>
            <a:custGeom>
              <a:avLst/>
              <a:gdLst/>
              <a:ahLst/>
              <a:cxnLst/>
              <a:rect l="l" t="t" r="r" b="b"/>
              <a:pathLst>
                <a:path w="7112000" h="2095500">
                  <a:moveTo>
                    <a:pt x="6944359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1927860"/>
                  </a:lnTo>
                  <a:lnTo>
                    <a:pt x="5988" y="1972424"/>
                  </a:lnTo>
                  <a:lnTo>
                    <a:pt x="22888" y="2012470"/>
                  </a:lnTo>
                  <a:lnTo>
                    <a:pt x="49101" y="2046398"/>
                  </a:lnTo>
                  <a:lnTo>
                    <a:pt x="83029" y="2072611"/>
                  </a:lnTo>
                  <a:lnTo>
                    <a:pt x="123075" y="2089511"/>
                  </a:lnTo>
                  <a:lnTo>
                    <a:pt x="167640" y="2095500"/>
                  </a:lnTo>
                  <a:lnTo>
                    <a:pt x="6944359" y="2095500"/>
                  </a:lnTo>
                  <a:lnTo>
                    <a:pt x="6988924" y="2089511"/>
                  </a:lnTo>
                  <a:lnTo>
                    <a:pt x="7028970" y="2072611"/>
                  </a:lnTo>
                  <a:lnTo>
                    <a:pt x="7062898" y="2046398"/>
                  </a:lnTo>
                  <a:lnTo>
                    <a:pt x="7089111" y="2012470"/>
                  </a:lnTo>
                  <a:lnTo>
                    <a:pt x="7106011" y="1972424"/>
                  </a:lnTo>
                  <a:lnTo>
                    <a:pt x="7112000" y="1927860"/>
                  </a:lnTo>
                  <a:lnTo>
                    <a:pt x="7112000" y="167639"/>
                  </a:lnTo>
                  <a:lnTo>
                    <a:pt x="7106011" y="123075"/>
                  </a:lnTo>
                  <a:lnTo>
                    <a:pt x="7089111" y="83029"/>
                  </a:lnTo>
                  <a:lnTo>
                    <a:pt x="7062898" y="49101"/>
                  </a:lnTo>
                  <a:lnTo>
                    <a:pt x="7028970" y="22888"/>
                  </a:lnTo>
                  <a:lnTo>
                    <a:pt x="6988924" y="5988"/>
                  </a:lnTo>
                  <a:lnTo>
                    <a:pt x="6944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674100" y="4178300"/>
              <a:ext cx="464184" cy="419100"/>
            </a:xfrm>
            <a:custGeom>
              <a:avLst/>
              <a:gdLst/>
              <a:ahLst/>
              <a:cxnLst/>
              <a:rect l="l" t="t" r="r" b="b"/>
              <a:pathLst>
                <a:path w="464184" h="419100">
                  <a:moveTo>
                    <a:pt x="191134" y="156083"/>
                  </a:moveTo>
                  <a:lnTo>
                    <a:pt x="14858" y="332359"/>
                  </a:lnTo>
                  <a:lnTo>
                    <a:pt x="3714" y="349144"/>
                  </a:lnTo>
                  <a:lnTo>
                    <a:pt x="0" y="368252"/>
                  </a:lnTo>
                  <a:lnTo>
                    <a:pt x="3714" y="387383"/>
                  </a:lnTo>
                  <a:lnTo>
                    <a:pt x="14858" y="404240"/>
                  </a:lnTo>
                  <a:lnTo>
                    <a:pt x="31642" y="415385"/>
                  </a:lnTo>
                  <a:lnTo>
                    <a:pt x="50736" y="419100"/>
                  </a:lnTo>
                  <a:lnTo>
                    <a:pt x="69830" y="415385"/>
                  </a:lnTo>
                  <a:lnTo>
                    <a:pt x="86614" y="404240"/>
                  </a:lnTo>
                  <a:lnTo>
                    <a:pt x="263017" y="227837"/>
                  </a:lnTo>
                  <a:lnTo>
                    <a:pt x="191134" y="156083"/>
                  </a:lnTo>
                  <a:close/>
                </a:path>
                <a:path w="464184" h="419100">
                  <a:moveTo>
                    <a:pt x="246506" y="0"/>
                  </a:moveTo>
                  <a:lnTo>
                    <a:pt x="203019" y="8947"/>
                  </a:lnTo>
                  <a:lnTo>
                    <a:pt x="165917" y="32109"/>
                  </a:lnTo>
                  <a:lnTo>
                    <a:pt x="164369" y="38211"/>
                  </a:lnTo>
                  <a:lnTo>
                    <a:pt x="165917" y="44289"/>
                  </a:lnTo>
                  <a:lnTo>
                    <a:pt x="170560" y="49022"/>
                  </a:lnTo>
                  <a:lnTo>
                    <a:pt x="203580" y="68961"/>
                  </a:lnTo>
                  <a:lnTo>
                    <a:pt x="211200" y="73405"/>
                  </a:lnTo>
                  <a:lnTo>
                    <a:pt x="215900" y="81787"/>
                  </a:lnTo>
                  <a:lnTo>
                    <a:pt x="215900" y="100711"/>
                  </a:lnTo>
                  <a:lnTo>
                    <a:pt x="217118" y="113182"/>
                  </a:lnTo>
                  <a:lnTo>
                    <a:pt x="273430" y="184658"/>
                  </a:lnTo>
                  <a:lnTo>
                    <a:pt x="318389" y="203200"/>
                  </a:lnTo>
                  <a:lnTo>
                    <a:pt x="342900" y="203200"/>
                  </a:lnTo>
                  <a:lnTo>
                    <a:pt x="358521" y="218948"/>
                  </a:lnTo>
                  <a:lnTo>
                    <a:pt x="351573" y="229471"/>
                  </a:lnTo>
                  <a:lnTo>
                    <a:pt x="349234" y="241411"/>
                  </a:lnTo>
                  <a:lnTo>
                    <a:pt x="351537" y="253327"/>
                  </a:lnTo>
                  <a:lnTo>
                    <a:pt x="358521" y="263778"/>
                  </a:lnTo>
                  <a:lnTo>
                    <a:pt x="369046" y="270779"/>
                  </a:lnTo>
                  <a:lnTo>
                    <a:pt x="381000" y="273113"/>
                  </a:lnTo>
                  <a:lnTo>
                    <a:pt x="392953" y="270779"/>
                  </a:lnTo>
                  <a:lnTo>
                    <a:pt x="403478" y="263778"/>
                  </a:lnTo>
                  <a:lnTo>
                    <a:pt x="454278" y="212978"/>
                  </a:lnTo>
                  <a:lnTo>
                    <a:pt x="461226" y="202455"/>
                  </a:lnTo>
                  <a:lnTo>
                    <a:pt x="463565" y="190515"/>
                  </a:lnTo>
                  <a:lnTo>
                    <a:pt x="461262" y="178599"/>
                  </a:lnTo>
                  <a:lnTo>
                    <a:pt x="454278" y="168148"/>
                  </a:lnTo>
                  <a:lnTo>
                    <a:pt x="409321" y="168148"/>
                  </a:lnTo>
                  <a:lnTo>
                    <a:pt x="393700" y="152526"/>
                  </a:lnTo>
                  <a:lnTo>
                    <a:pt x="393700" y="128015"/>
                  </a:lnTo>
                  <a:lnTo>
                    <a:pt x="392463" y="115544"/>
                  </a:lnTo>
                  <a:lnTo>
                    <a:pt x="324357" y="32258"/>
                  </a:lnTo>
                  <a:lnTo>
                    <a:pt x="288670" y="8366"/>
                  </a:lnTo>
                  <a:lnTo>
                    <a:pt x="268100" y="2129"/>
                  </a:lnTo>
                  <a:lnTo>
                    <a:pt x="246506" y="0"/>
                  </a:lnTo>
                  <a:close/>
                </a:path>
                <a:path w="464184" h="419100">
                  <a:moveTo>
                    <a:pt x="431800" y="158813"/>
                  </a:moveTo>
                  <a:lnTo>
                    <a:pt x="419846" y="161147"/>
                  </a:lnTo>
                  <a:lnTo>
                    <a:pt x="409321" y="168148"/>
                  </a:lnTo>
                  <a:lnTo>
                    <a:pt x="454278" y="168148"/>
                  </a:lnTo>
                  <a:lnTo>
                    <a:pt x="443753" y="161147"/>
                  </a:lnTo>
                  <a:lnTo>
                    <a:pt x="431800" y="158813"/>
                  </a:lnTo>
                  <a:close/>
                </a:path>
                <a:path w="464184" h="419100">
                  <a:moveTo>
                    <a:pt x="170850" y="27005"/>
                  </a:moveTo>
                  <a:lnTo>
                    <a:pt x="170458" y="27239"/>
                  </a:lnTo>
                  <a:lnTo>
                    <a:pt x="170624" y="27239"/>
                  </a:lnTo>
                  <a:lnTo>
                    <a:pt x="170850" y="27005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9259061" y="4199382"/>
            <a:ext cx="2534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Community</a:t>
            </a:r>
            <a:r>
              <a:rPr dirty="0" sz="1800" spc="-9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Participation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687561" y="4751578"/>
            <a:ext cx="5792470" cy="659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Encourage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active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participation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building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maintaining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facilities.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62000" y="6350000"/>
            <a:ext cx="7112000" cy="2095500"/>
            <a:chOff x="762000" y="6350000"/>
            <a:chExt cx="7112000" cy="2095500"/>
          </a:xfrm>
        </p:grpSpPr>
        <p:sp>
          <p:nvSpPr>
            <p:cNvPr id="32" name="object 32" descr=""/>
            <p:cNvSpPr/>
            <p:nvPr/>
          </p:nvSpPr>
          <p:spPr>
            <a:xfrm>
              <a:off x="762000" y="6350000"/>
              <a:ext cx="7112000" cy="2095500"/>
            </a:xfrm>
            <a:custGeom>
              <a:avLst/>
              <a:gdLst/>
              <a:ahLst/>
              <a:cxnLst/>
              <a:rect l="l" t="t" r="r" b="b"/>
              <a:pathLst>
                <a:path w="7112000" h="2095500">
                  <a:moveTo>
                    <a:pt x="6944359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1927860"/>
                  </a:lnTo>
                  <a:lnTo>
                    <a:pt x="5988" y="1972424"/>
                  </a:lnTo>
                  <a:lnTo>
                    <a:pt x="22888" y="2012470"/>
                  </a:lnTo>
                  <a:lnTo>
                    <a:pt x="49101" y="2046398"/>
                  </a:lnTo>
                  <a:lnTo>
                    <a:pt x="83029" y="2072611"/>
                  </a:lnTo>
                  <a:lnTo>
                    <a:pt x="123075" y="2089511"/>
                  </a:lnTo>
                  <a:lnTo>
                    <a:pt x="167640" y="2095500"/>
                  </a:lnTo>
                  <a:lnTo>
                    <a:pt x="6944359" y="2095500"/>
                  </a:lnTo>
                  <a:lnTo>
                    <a:pt x="6988924" y="2089511"/>
                  </a:lnTo>
                  <a:lnTo>
                    <a:pt x="7028970" y="2072611"/>
                  </a:lnTo>
                  <a:lnTo>
                    <a:pt x="7062898" y="2046398"/>
                  </a:lnTo>
                  <a:lnTo>
                    <a:pt x="7089111" y="2012470"/>
                  </a:lnTo>
                  <a:lnTo>
                    <a:pt x="7106011" y="1972424"/>
                  </a:lnTo>
                  <a:lnTo>
                    <a:pt x="7112000" y="1927860"/>
                  </a:lnTo>
                  <a:lnTo>
                    <a:pt x="7112000" y="167639"/>
                  </a:lnTo>
                  <a:lnTo>
                    <a:pt x="7106011" y="123075"/>
                  </a:lnTo>
                  <a:lnTo>
                    <a:pt x="7089111" y="83029"/>
                  </a:lnTo>
                  <a:lnTo>
                    <a:pt x="7062898" y="49101"/>
                  </a:lnTo>
                  <a:lnTo>
                    <a:pt x="7028970" y="22888"/>
                  </a:lnTo>
                  <a:lnTo>
                    <a:pt x="6988924" y="5988"/>
                  </a:lnTo>
                  <a:lnTo>
                    <a:pt x="6944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156033" y="6604000"/>
              <a:ext cx="253365" cy="406400"/>
            </a:xfrm>
            <a:custGeom>
              <a:avLst/>
              <a:gdLst/>
              <a:ahLst/>
              <a:cxnLst/>
              <a:rect l="l" t="t" r="r" b="b"/>
              <a:pathLst>
                <a:path w="253365" h="406400">
                  <a:moveTo>
                    <a:pt x="126666" y="0"/>
                  </a:moveTo>
                  <a:lnTo>
                    <a:pt x="106899" y="3990"/>
                  </a:lnTo>
                  <a:lnTo>
                    <a:pt x="90751" y="14874"/>
                  </a:lnTo>
                  <a:lnTo>
                    <a:pt x="79861" y="31021"/>
                  </a:lnTo>
                  <a:lnTo>
                    <a:pt x="75866" y="50800"/>
                  </a:lnTo>
                  <a:lnTo>
                    <a:pt x="79861" y="70578"/>
                  </a:lnTo>
                  <a:lnTo>
                    <a:pt x="90751" y="86725"/>
                  </a:lnTo>
                  <a:lnTo>
                    <a:pt x="106899" y="97609"/>
                  </a:lnTo>
                  <a:lnTo>
                    <a:pt x="126666" y="101600"/>
                  </a:lnTo>
                  <a:lnTo>
                    <a:pt x="146445" y="97609"/>
                  </a:lnTo>
                  <a:lnTo>
                    <a:pt x="162592" y="86725"/>
                  </a:lnTo>
                  <a:lnTo>
                    <a:pt x="173476" y="70578"/>
                  </a:lnTo>
                  <a:lnTo>
                    <a:pt x="177466" y="50800"/>
                  </a:lnTo>
                  <a:lnTo>
                    <a:pt x="173476" y="31021"/>
                  </a:lnTo>
                  <a:lnTo>
                    <a:pt x="162592" y="14874"/>
                  </a:lnTo>
                  <a:lnTo>
                    <a:pt x="146445" y="3990"/>
                  </a:lnTo>
                  <a:lnTo>
                    <a:pt x="126666" y="0"/>
                  </a:lnTo>
                  <a:close/>
                </a:path>
                <a:path w="253365" h="406400">
                  <a:moveTo>
                    <a:pt x="190166" y="228473"/>
                  </a:moveTo>
                  <a:lnTo>
                    <a:pt x="63166" y="228473"/>
                  </a:lnTo>
                  <a:lnTo>
                    <a:pt x="63166" y="381000"/>
                  </a:lnTo>
                  <a:lnTo>
                    <a:pt x="65160" y="390915"/>
                  </a:lnTo>
                  <a:lnTo>
                    <a:pt x="70599" y="398986"/>
                  </a:lnTo>
                  <a:lnTo>
                    <a:pt x="78672" y="404413"/>
                  </a:lnTo>
                  <a:lnTo>
                    <a:pt x="88566" y="406400"/>
                  </a:lnTo>
                  <a:lnTo>
                    <a:pt x="98461" y="404413"/>
                  </a:lnTo>
                  <a:lnTo>
                    <a:pt x="106534" y="398986"/>
                  </a:lnTo>
                  <a:lnTo>
                    <a:pt x="111973" y="390915"/>
                  </a:lnTo>
                  <a:lnTo>
                    <a:pt x="113966" y="381000"/>
                  </a:lnTo>
                  <a:lnTo>
                    <a:pt x="113966" y="304800"/>
                  </a:lnTo>
                  <a:lnTo>
                    <a:pt x="190166" y="304800"/>
                  </a:lnTo>
                  <a:lnTo>
                    <a:pt x="190166" y="228473"/>
                  </a:lnTo>
                  <a:close/>
                </a:path>
                <a:path w="253365" h="406400">
                  <a:moveTo>
                    <a:pt x="190166" y="304800"/>
                  </a:moveTo>
                  <a:lnTo>
                    <a:pt x="139366" y="304800"/>
                  </a:lnTo>
                  <a:lnTo>
                    <a:pt x="139366" y="381000"/>
                  </a:lnTo>
                  <a:lnTo>
                    <a:pt x="141353" y="390915"/>
                  </a:lnTo>
                  <a:lnTo>
                    <a:pt x="146780" y="398986"/>
                  </a:lnTo>
                  <a:lnTo>
                    <a:pt x="154851" y="404413"/>
                  </a:lnTo>
                  <a:lnTo>
                    <a:pt x="164766" y="406400"/>
                  </a:lnTo>
                  <a:lnTo>
                    <a:pt x="174682" y="404413"/>
                  </a:lnTo>
                  <a:lnTo>
                    <a:pt x="182753" y="398986"/>
                  </a:lnTo>
                  <a:lnTo>
                    <a:pt x="188180" y="390915"/>
                  </a:lnTo>
                  <a:lnTo>
                    <a:pt x="190166" y="381000"/>
                  </a:lnTo>
                  <a:lnTo>
                    <a:pt x="190166" y="304800"/>
                  </a:lnTo>
                  <a:close/>
                </a:path>
                <a:path w="253365" h="406400">
                  <a:moveTo>
                    <a:pt x="126666" y="127000"/>
                  </a:moveTo>
                  <a:lnTo>
                    <a:pt x="74427" y="140462"/>
                  </a:lnTo>
                  <a:lnTo>
                    <a:pt x="35226" y="177545"/>
                  </a:lnTo>
                  <a:lnTo>
                    <a:pt x="3553" y="227837"/>
                  </a:lnTo>
                  <a:lnTo>
                    <a:pt x="0" y="237295"/>
                  </a:lnTo>
                  <a:lnTo>
                    <a:pt x="372" y="247014"/>
                  </a:lnTo>
                  <a:lnTo>
                    <a:pt x="3870" y="254888"/>
                  </a:lnTo>
                  <a:lnTo>
                    <a:pt x="4353" y="255877"/>
                  </a:lnTo>
                  <a:lnTo>
                    <a:pt x="11566" y="262763"/>
                  </a:lnTo>
                  <a:lnTo>
                    <a:pt x="20986" y="266354"/>
                  </a:lnTo>
                  <a:lnTo>
                    <a:pt x="30203" y="266065"/>
                  </a:lnTo>
                  <a:lnTo>
                    <a:pt x="30676" y="266065"/>
                  </a:lnTo>
                  <a:lnTo>
                    <a:pt x="39502" y="262155"/>
                  </a:lnTo>
                  <a:lnTo>
                    <a:pt x="46460" y="254888"/>
                  </a:lnTo>
                  <a:lnTo>
                    <a:pt x="51468" y="247014"/>
                  </a:lnTo>
                  <a:lnTo>
                    <a:pt x="63166" y="228473"/>
                  </a:lnTo>
                  <a:lnTo>
                    <a:pt x="249971" y="228473"/>
                  </a:lnTo>
                  <a:lnTo>
                    <a:pt x="218106" y="177545"/>
                  </a:lnTo>
                  <a:lnTo>
                    <a:pt x="178911" y="140462"/>
                  </a:lnTo>
                  <a:lnTo>
                    <a:pt x="153866" y="130468"/>
                  </a:lnTo>
                  <a:lnTo>
                    <a:pt x="126666" y="127000"/>
                  </a:lnTo>
                  <a:close/>
                </a:path>
                <a:path w="253365" h="406400">
                  <a:moveTo>
                    <a:pt x="249971" y="228473"/>
                  </a:moveTo>
                  <a:lnTo>
                    <a:pt x="190166" y="228473"/>
                  </a:lnTo>
                  <a:lnTo>
                    <a:pt x="206803" y="254888"/>
                  </a:lnTo>
                  <a:lnTo>
                    <a:pt x="213781" y="262155"/>
                  </a:lnTo>
                  <a:lnTo>
                    <a:pt x="222710" y="266065"/>
                  </a:lnTo>
                  <a:lnTo>
                    <a:pt x="232450" y="266354"/>
                  </a:lnTo>
                  <a:lnTo>
                    <a:pt x="241855" y="262763"/>
                  </a:lnTo>
                  <a:lnTo>
                    <a:pt x="249122" y="255877"/>
                  </a:lnTo>
                  <a:lnTo>
                    <a:pt x="253031" y="247014"/>
                  </a:lnTo>
                  <a:lnTo>
                    <a:pt x="253321" y="237295"/>
                  </a:lnTo>
                  <a:lnTo>
                    <a:pt x="249971" y="228473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638426" y="6612458"/>
            <a:ext cx="19030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Empower</a:t>
            </a:r>
            <a:r>
              <a:rPr dirty="0" sz="1800" spc="-8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Children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066901" y="7164781"/>
            <a:ext cx="6173470" cy="659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Empower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children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as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change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agents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influence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household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6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practices.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8382000" y="6350000"/>
            <a:ext cx="7112000" cy="2095500"/>
            <a:chOff x="8382000" y="6350000"/>
            <a:chExt cx="7112000" cy="2095500"/>
          </a:xfrm>
        </p:grpSpPr>
        <p:sp>
          <p:nvSpPr>
            <p:cNvPr id="37" name="object 37" descr=""/>
            <p:cNvSpPr/>
            <p:nvPr/>
          </p:nvSpPr>
          <p:spPr>
            <a:xfrm>
              <a:off x="8382000" y="6350000"/>
              <a:ext cx="7112000" cy="2095500"/>
            </a:xfrm>
            <a:custGeom>
              <a:avLst/>
              <a:gdLst/>
              <a:ahLst/>
              <a:cxnLst/>
              <a:rect l="l" t="t" r="r" b="b"/>
              <a:pathLst>
                <a:path w="7112000" h="2095500">
                  <a:moveTo>
                    <a:pt x="6944359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1927860"/>
                  </a:lnTo>
                  <a:lnTo>
                    <a:pt x="5988" y="1972424"/>
                  </a:lnTo>
                  <a:lnTo>
                    <a:pt x="22888" y="2012470"/>
                  </a:lnTo>
                  <a:lnTo>
                    <a:pt x="49101" y="2046398"/>
                  </a:lnTo>
                  <a:lnTo>
                    <a:pt x="83029" y="2072611"/>
                  </a:lnTo>
                  <a:lnTo>
                    <a:pt x="123075" y="2089511"/>
                  </a:lnTo>
                  <a:lnTo>
                    <a:pt x="167640" y="2095500"/>
                  </a:lnTo>
                  <a:lnTo>
                    <a:pt x="6944359" y="2095500"/>
                  </a:lnTo>
                  <a:lnTo>
                    <a:pt x="6988924" y="2089511"/>
                  </a:lnTo>
                  <a:lnTo>
                    <a:pt x="7028970" y="2072611"/>
                  </a:lnTo>
                  <a:lnTo>
                    <a:pt x="7062898" y="2046398"/>
                  </a:lnTo>
                  <a:lnTo>
                    <a:pt x="7089111" y="2012470"/>
                  </a:lnTo>
                  <a:lnTo>
                    <a:pt x="7106011" y="1972424"/>
                  </a:lnTo>
                  <a:lnTo>
                    <a:pt x="7112000" y="1927860"/>
                  </a:lnTo>
                  <a:lnTo>
                    <a:pt x="7112000" y="167639"/>
                  </a:lnTo>
                  <a:lnTo>
                    <a:pt x="7106011" y="123075"/>
                  </a:lnTo>
                  <a:lnTo>
                    <a:pt x="7089111" y="83029"/>
                  </a:lnTo>
                  <a:lnTo>
                    <a:pt x="7062898" y="49101"/>
                  </a:lnTo>
                  <a:lnTo>
                    <a:pt x="7028970" y="22888"/>
                  </a:lnTo>
                  <a:lnTo>
                    <a:pt x="6988924" y="5988"/>
                  </a:lnTo>
                  <a:lnTo>
                    <a:pt x="6944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699500" y="6629400"/>
              <a:ext cx="406400" cy="355600"/>
            </a:xfrm>
            <a:custGeom>
              <a:avLst/>
              <a:gdLst/>
              <a:ahLst/>
              <a:cxnLst/>
              <a:rect l="l" t="t" r="r" b="b"/>
              <a:pathLst>
                <a:path w="406400" h="355600">
                  <a:moveTo>
                    <a:pt x="355600" y="50800"/>
                  </a:moveTo>
                  <a:lnTo>
                    <a:pt x="50800" y="50800"/>
                  </a:lnTo>
                  <a:lnTo>
                    <a:pt x="31021" y="54790"/>
                  </a:lnTo>
                  <a:lnTo>
                    <a:pt x="14874" y="65674"/>
                  </a:lnTo>
                  <a:lnTo>
                    <a:pt x="3990" y="81821"/>
                  </a:lnTo>
                  <a:lnTo>
                    <a:pt x="0" y="101600"/>
                  </a:lnTo>
                  <a:lnTo>
                    <a:pt x="0" y="304800"/>
                  </a:lnTo>
                  <a:lnTo>
                    <a:pt x="3990" y="324578"/>
                  </a:lnTo>
                  <a:lnTo>
                    <a:pt x="14874" y="340725"/>
                  </a:lnTo>
                  <a:lnTo>
                    <a:pt x="31021" y="351609"/>
                  </a:lnTo>
                  <a:lnTo>
                    <a:pt x="50800" y="355600"/>
                  </a:lnTo>
                  <a:lnTo>
                    <a:pt x="355600" y="355600"/>
                  </a:lnTo>
                  <a:lnTo>
                    <a:pt x="375378" y="351609"/>
                  </a:lnTo>
                  <a:lnTo>
                    <a:pt x="391525" y="340725"/>
                  </a:lnTo>
                  <a:lnTo>
                    <a:pt x="402409" y="324578"/>
                  </a:lnTo>
                  <a:lnTo>
                    <a:pt x="406400" y="304800"/>
                  </a:lnTo>
                  <a:lnTo>
                    <a:pt x="406400" y="279400"/>
                  </a:lnTo>
                  <a:lnTo>
                    <a:pt x="203200" y="279400"/>
                  </a:lnTo>
                  <a:lnTo>
                    <a:pt x="173559" y="273405"/>
                  </a:lnTo>
                  <a:lnTo>
                    <a:pt x="149336" y="257063"/>
                  </a:lnTo>
                  <a:lnTo>
                    <a:pt x="132994" y="232840"/>
                  </a:lnTo>
                  <a:lnTo>
                    <a:pt x="127000" y="203200"/>
                  </a:lnTo>
                  <a:lnTo>
                    <a:pt x="132994" y="173559"/>
                  </a:lnTo>
                  <a:lnTo>
                    <a:pt x="149336" y="149336"/>
                  </a:lnTo>
                  <a:lnTo>
                    <a:pt x="173559" y="132994"/>
                  </a:lnTo>
                  <a:lnTo>
                    <a:pt x="203200" y="127000"/>
                  </a:lnTo>
                  <a:lnTo>
                    <a:pt x="406400" y="127000"/>
                  </a:lnTo>
                  <a:lnTo>
                    <a:pt x="406400" y="101600"/>
                  </a:lnTo>
                  <a:lnTo>
                    <a:pt x="402409" y="81821"/>
                  </a:lnTo>
                  <a:lnTo>
                    <a:pt x="391525" y="65674"/>
                  </a:lnTo>
                  <a:lnTo>
                    <a:pt x="375378" y="54790"/>
                  </a:lnTo>
                  <a:lnTo>
                    <a:pt x="355600" y="50800"/>
                  </a:lnTo>
                  <a:close/>
                </a:path>
                <a:path w="406400" h="355600">
                  <a:moveTo>
                    <a:pt x="406400" y="127000"/>
                  </a:moveTo>
                  <a:lnTo>
                    <a:pt x="203200" y="127000"/>
                  </a:lnTo>
                  <a:lnTo>
                    <a:pt x="232840" y="132994"/>
                  </a:lnTo>
                  <a:lnTo>
                    <a:pt x="257063" y="149336"/>
                  </a:lnTo>
                  <a:lnTo>
                    <a:pt x="273405" y="173559"/>
                  </a:lnTo>
                  <a:lnTo>
                    <a:pt x="279400" y="203200"/>
                  </a:lnTo>
                  <a:lnTo>
                    <a:pt x="273405" y="232840"/>
                  </a:lnTo>
                  <a:lnTo>
                    <a:pt x="257063" y="257063"/>
                  </a:lnTo>
                  <a:lnTo>
                    <a:pt x="232840" y="273405"/>
                  </a:lnTo>
                  <a:lnTo>
                    <a:pt x="203200" y="279400"/>
                  </a:lnTo>
                  <a:lnTo>
                    <a:pt x="406400" y="279400"/>
                  </a:lnTo>
                  <a:lnTo>
                    <a:pt x="406400" y="127000"/>
                  </a:lnTo>
                  <a:close/>
                </a:path>
                <a:path w="406400" h="355600">
                  <a:moveTo>
                    <a:pt x="251968" y="0"/>
                  </a:moveTo>
                  <a:lnTo>
                    <a:pt x="154431" y="0"/>
                  </a:lnTo>
                  <a:lnTo>
                    <a:pt x="142599" y="1889"/>
                  </a:lnTo>
                  <a:lnTo>
                    <a:pt x="132159" y="7207"/>
                  </a:lnTo>
                  <a:lnTo>
                    <a:pt x="123838" y="15430"/>
                  </a:lnTo>
                  <a:lnTo>
                    <a:pt x="118364" y="26035"/>
                  </a:lnTo>
                  <a:lnTo>
                    <a:pt x="110108" y="50800"/>
                  </a:lnTo>
                  <a:lnTo>
                    <a:pt x="296291" y="50800"/>
                  </a:lnTo>
                  <a:lnTo>
                    <a:pt x="274192" y="7207"/>
                  </a:lnTo>
                  <a:lnTo>
                    <a:pt x="251968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9259061" y="6612458"/>
            <a:ext cx="199008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Document</a:t>
            </a:r>
            <a:r>
              <a:rPr dirty="0" sz="1800" spc="-6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Activities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5838423" y="8807737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05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687561" y="7164781"/>
            <a:ext cx="6259830" cy="659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Document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outreach</a:t>
            </a:r>
            <a:r>
              <a:rPr dirty="0" sz="16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activities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with</a:t>
            </a:r>
            <a:r>
              <a:rPr dirty="0" sz="16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geotagged</a:t>
            </a:r>
            <a:r>
              <a:rPr dirty="0" sz="16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photographs</a:t>
            </a:r>
            <a:r>
              <a:rPr dirty="0" sz="16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6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accountability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future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planning.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255999" cy="91439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71067" y="2448941"/>
              <a:ext cx="1395095" cy="1050925"/>
            </a:xfrm>
            <a:custGeom>
              <a:avLst/>
              <a:gdLst/>
              <a:ahLst/>
              <a:cxnLst/>
              <a:rect l="l" t="t" r="r" b="b"/>
              <a:pathLst>
                <a:path w="1395095" h="1050925">
                  <a:moveTo>
                    <a:pt x="325170" y="0"/>
                  </a:moveTo>
                  <a:lnTo>
                    <a:pt x="282572" y="3786"/>
                  </a:lnTo>
                  <a:lnTo>
                    <a:pt x="241082" y="15144"/>
                  </a:lnTo>
                  <a:lnTo>
                    <a:pt x="200714" y="34075"/>
                  </a:lnTo>
                  <a:lnTo>
                    <a:pt x="161480" y="60578"/>
                  </a:lnTo>
                  <a:lnTo>
                    <a:pt x="125247" y="94273"/>
                  </a:lnTo>
                  <a:lnTo>
                    <a:pt x="93946" y="134588"/>
                  </a:lnTo>
                  <a:lnTo>
                    <a:pt x="67577" y="181522"/>
                  </a:lnTo>
                  <a:lnTo>
                    <a:pt x="46139" y="235076"/>
                  </a:lnTo>
                  <a:lnTo>
                    <a:pt x="32041" y="281728"/>
                  </a:lnTo>
                  <a:lnTo>
                    <a:pt x="20506" y="329861"/>
                  </a:lnTo>
                  <a:lnTo>
                    <a:pt x="11534" y="379475"/>
                  </a:lnTo>
                  <a:lnTo>
                    <a:pt x="5126" y="430572"/>
                  </a:lnTo>
                  <a:lnTo>
                    <a:pt x="1281" y="483150"/>
                  </a:lnTo>
                  <a:lnTo>
                    <a:pt x="0" y="537209"/>
                  </a:lnTo>
                  <a:lnTo>
                    <a:pt x="1280" y="585445"/>
                  </a:lnTo>
                  <a:lnTo>
                    <a:pt x="5119" y="633077"/>
                  </a:lnTo>
                  <a:lnTo>
                    <a:pt x="11518" y="680112"/>
                  </a:lnTo>
                  <a:lnTo>
                    <a:pt x="20476" y="726555"/>
                  </a:lnTo>
                  <a:lnTo>
                    <a:pt x="31991" y="772413"/>
                  </a:lnTo>
                  <a:lnTo>
                    <a:pt x="44786" y="812343"/>
                  </a:lnTo>
                  <a:lnTo>
                    <a:pt x="58599" y="848105"/>
                  </a:lnTo>
                  <a:lnTo>
                    <a:pt x="89293" y="907033"/>
                  </a:lnTo>
                  <a:lnTo>
                    <a:pt x="112827" y="939629"/>
                  </a:lnTo>
                  <a:lnTo>
                    <a:pt x="138034" y="968247"/>
                  </a:lnTo>
                  <a:lnTo>
                    <a:pt x="193471" y="1013459"/>
                  </a:lnTo>
                  <a:lnTo>
                    <a:pt x="255797" y="1041352"/>
                  </a:lnTo>
                  <a:lnTo>
                    <a:pt x="325170" y="1050670"/>
                  </a:lnTo>
                  <a:lnTo>
                    <a:pt x="356577" y="1048789"/>
                  </a:lnTo>
                  <a:lnTo>
                    <a:pt x="415771" y="1033740"/>
                  </a:lnTo>
                  <a:lnTo>
                    <a:pt x="469964" y="1004188"/>
                  </a:lnTo>
                  <a:lnTo>
                    <a:pt x="480293" y="996314"/>
                  </a:lnTo>
                  <a:lnTo>
                    <a:pt x="327456" y="996314"/>
                  </a:lnTo>
                  <a:lnTo>
                    <a:pt x="311147" y="995197"/>
                  </a:lnTo>
                  <a:lnTo>
                    <a:pt x="272338" y="978534"/>
                  </a:lnTo>
                  <a:lnTo>
                    <a:pt x="246549" y="932011"/>
                  </a:lnTo>
                  <a:lnTo>
                    <a:pt x="235815" y="879677"/>
                  </a:lnTo>
                  <a:lnTo>
                    <a:pt x="229190" y="799496"/>
                  </a:lnTo>
                  <a:lnTo>
                    <a:pt x="227126" y="747691"/>
                  </a:lnTo>
                  <a:lnTo>
                    <a:pt x="225888" y="688033"/>
                  </a:lnTo>
                  <a:lnTo>
                    <a:pt x="225552" y="633077"/>
                  </a:lnTo>
                  <a:lnTo>
                    <a:pt x="225655" y="523874"/>
                  </a:lnTo>
                  <a:lnTo>
                    <a:pt x="225847" y="483150"/>
                  </a:lnTo>
                  <a:lnTo>
                    <a:pt x="225947" y="461781"/>
                  </a:lnTo>
                  <a:lnTo>
                    <a:pt x="226538" y="394546"/>
                  </a:lnTo>
                  <a:lnTo>
                    <a:pt x="227368" y="335402"/>
                  </a:lnTo>
                  <a:lnTo>
                    <a:pt x="228437" y="284348"/>
                  </a:lnTo>
                  <a:lnTo>
                    <a:pt x="229746" y="241384"/>
                  </a:lnTo>
                  <a:lnTo>
                    <a:pt x="232970" y="181522"/>
                  </a:lnTo>
                  <a:lnTo>
                    <a:pt x="233090" y="179728"/>
                  </a:lnTo>
                  <a:lnTo>
                    <a:pt x="241102" y="130579"/>
                  </a:lnTo>
                  <a:lnTo>
                    <a:pt x="259720" y="84669"/>
                  </a:lnTo>
                  <a:lnTo>
                    <a:pt x="294341" y="55784"/>
                  </a:lnTo>
                  <a:lnTo>
                    <a:pt x="323011" y="51307"/>
                  </a:lnTo>
                  <a:lnTo>
                    <a:pt x="476627" y="51307"/>
                  </a:lnTo>
                  <a:lnTo>
                    <a:pt x="450418" y="33647"/>
                  </a:lnTo>
                  <a:lnTo>
                    <a:pt x="410117" y="14954"/>
                  </a:lnTo>
                  <a:lnTo>
                    <a:pt x="368541" y="3786"/>
                  </a:lnTo>
                  <a:lnTo>
                    <a:pt x="368914" y="3786"/>
                  </a:lnTo>
                  <a:lnTo>
                    <a:pt x="325170" y="0"/>
                  </a:lnTo>
                  <a:close/>
                </a:path>
                <a:path w="1395095" h="1050925">
                  <a:moveTo>
                    <a:pt x="476627" y="51307"/>
                  </a:moveTo>
                  <a:lnTo>
                    <a:pt x="323011" y="51307"/>
                  </a:lnTo>
                  <a:lnTo>
                    <a:pt x="342365" y="52786"/>
                  </a:lnTo>
                  <a:lnTo>
                    <a:pt x="358873" y="57229"/>
                  </a:lnTo>
                  <a:lnTo>
                    <a:pt x="396072" y="97514"/>
                  </a:lnTo>
                  <a:lnTo>
                    <a:pt x="413892" y="167479"/>
                  </a:lnTo>
                  <a:lnTo>
                    <a:pt x="418896" y="215010"/>
                  </a:lnTo>
                  <a:lnTo>
                    <a:pt x="419797" y="235076"/>
                  </a:lnTo>
                  <a:lnTo>
                    <a:pt x="419828" y="235764"/>
                  </a:lnTo>
                  <a:lnTo>
                    <a:pt x="421182" y="314150"/>
                  </a:lnTo>
                  <a:lnTo>
                    <a:pt x="421568" y="366601"/>
                  </a:lnTo>
                  <a:lnTo>
                    <a:pt x="421774" y="418046"/>
                  </a:lnTo>
                  <a:lnTo>
                    <a:pt x="421817" y="537209"/>
                  </a:lnTo>
                  <a:lnTo>
                    <a:pt x="418900" y="843449"/>
                  </a:lnTo>
                  <a:lnTo>
                    <a:pt x="418896" y="843787"/>
                  </a:lnTo>
                  <a:lnTo>
                    <a:pt x="415017" y="884483"/>
                  </a:lnTo>
                  <a:lnTo>
                    <a:pt x="397161" y="948872"/>
                  </a:lnTo>
                  <a:lnTo>
                    <a:pt x="372783" y="982974"/>
                  </a:lnTo>
                  <a:lnTo>
                    <a:pt x="327456" y="996314"/>
                  </a:lnTo>
                  <a:lnTo>
                    <a:pt x="480293" y="996314"/>
                  </a:lnTo>
                  <a:lnTo>
                    <a:pt x="518490" y="963421"/>
                  </a:lnTo>
                  <a:lnTo>
                    <a:pt x="560898" y="911584"/>
                  </a:lnTo>
                  <a:lnTo>
                    <a:pt x="594998" y="845722"/>
                  </a:lnTo>
                  <a:lnTo>
                    <a:pt x="608761" y="807338"/>
                  </a:lnTo>
                  <a:lnTo>
                    <a:pt x="621693" y="763144"/>
                  </a:lnTo>
                  <a:lnTo>
                    <a:pt x="632289" y="717813"/>
                  </a:lnTo>
                  <a:lnTo>
                    <a:pt x="640543" y="671353"/>
                  </a:lnTo>
                  <a:lnTo>
                    <a:pt x="646447" y="623772"/>
                  </a:lnTo>
                  <a:lnTo>
                    <a:pt x="649995" y="575075"/>
                  </a:lnTo>
                  <a:lnTo>
                    <a:pt x="651179" y="525271"/>
                  </a:lnTo>
                  <a:lnTo>
                    <a:pt x="649793" y="470937"/>
                  </a:lnTo>
                  <a:lnTo>
                    <a:pt x="645634" y="418046"/>
                  </a:lnTo>
                  <a:lnTo>
                    <a:pt x="638702" y="366601"/>
                  </a:lnTo>
                  <a:lnTo>
                    <a:pt x="628997" y="316606"/>
                  </a:lnTo>
                  <a:lnTo>
                    <a:pt x="616519" y="268064"/>
                  </a:lnTo>
                  <a:lnTo>
                    <a:pt x="601268" y="220979"/>
                  </a:lnTo>
                  <a:lnTo>
                    <a:pt x="580855" y="172974"/>
                  </a:lnTo>
                  <a:lnTo>
                    <a:pt x="555405" y="130111"/>
                  </a:lnTo>
                  <a:lnTo>
                    <a:pt x="524884" y="92392"/>
                  </a:lnTo>
                  <a:lnTo>
                    <a:pt x="489254" y="59816"/>
                  </a:lnTo>
                  <a:lnTo>
                    <a:pt x="476627" y="51307"/>
                  </a:lnTo>
                  <a:close/>
                </a:path>
                <a:path w="1395095" h="1050925">
                  <a:moveTo>
                    <a:pt x="1331616" y="174878"/>
                  </a:moveTo>
                  <a:lnTo>
                    <a:pt x="967409" y="174878"/>
                  </a:lnTo>
                  <a:lnTo>
                    <a:pt x="1001029" y="178097"/>
                  </a:lnTo>
                  <a:lnTo>
                    <a:pt x="1031957" y="187769"/>
                  </a:lnTo>
                  <a:lnTo>
                    <a:pt x="1085646" y="226567"/>
                  </a:lnTo>
                  <a:lnTo>
                    <a:pt x="1121937" y="284845"/>
                  </a:lnTo>
                  <a:lnTo>
                    <a:pt x="1134033" y="356361"/>
                  </a:lnTo>
                  <a:lnTo>
                    <a:pt x="1131701" y="399461"/>
                  </a:lnTo>
                  <a:lnTo>
                    <a:pt x="1124698" y="442963"/>
                  </a:lnTo>
                  <a:lnTo>
                    <a:pt x="1113020" y="486874"/>
                  </a:lnTo>
                  <a:lnTo>
                    <a:pt x="1096661" y="531199"/>
                  </a:lnTo>
                  <a:lnTo>
                    <a:pt x="1075613" y="575944"/>
                  </a:lnTo>
                  <a:lnTo>
                    <a:pt x="1047312" y="623844"/>
                  </a:lnTo>
                  <a:lnTo>
                    <a:pt x="1004804" y="685805"/>
                  </a:lnTo>
                  <a:lnTo>
                    <a:pt x="978222" y="722059"/>
                  </a:lnTo>
                  <a:lnTo>
                    <a:pt x="948089" y="761830"/>
                  </a:lnTo>
                  <a:lnTo>
                    <a:pt x="914403" y="805119"/>
                  </a:lnTo>
                  <a:lnTo>
                    <a:pt x="877166" y="851926"/>
                  </a:lnTo>
                  <a:lnTo>
                    <a:pt x="836377" y="902251"/>
                  </a:lnTo>
                  <a:lnTo>
                    <a:pt x="792036" y="956095"/>
                  </a:lnTo>
                  <a:lnTo>
                    <a:pt x="744143" y="1013459"/>
                  </a:lnTo>
                  <a:lnTo>
                    <a:pt x="744143" y="1029842"/>
                  </a:lnTo>
                  <a:lnTo>
                    <a:pt x="1337995" y="1029842"/>
                  </a:lnTo>
                  <a:lnTo>
                    <a:pt x="1375762" y="834897"/>
                  </a:lnTo>
                  <a:lnTo>
                    <a:pt x="964361" y="834897"/>
                  </a:lnTo>
                  <a:lnTo>
                    <a:pt x="1013182" y="786720"/>
                  </a:lnTo>
                  <a:lnTo>
                    <a:pt x="1058451" y="740714"/>
                  </a:lnTo>
                  <a:lnTo>
                    <a:pt x="1100166" y="696880"/>
                  </a:lnTo>
                  <a:lnTo>
                    <a:pt x="1138325" y="655218"/>
                  </a:lnTo>
                  <a:lnTo>
                    <a:pt x="1172927" y="615727"/>
                  </a:lnTo>
                  <a:lnTo>
                    <a:pt x="1203971" y="578408"/>
                  </a:lnTo>
                  <a:lnTo>
                    <a:pt x="1231454" y="543261"/>
                  </a:lnTo>
                  <a:lnTo>
                    <a:pt x="1255376" y="510285"/>
                  </a:lnTo>
                  <a:lnTo>
                    <a:pt x="1292529" y="450849"/>
                  </a:lnTo>
                  <a:lnTo>
                    <a:pt x="1316626" y="400079"/>
                  </a:lnTo>
                  <a:lnTo>
                    <a:pt x="1333852" y="349678"/>
                  </a:lnTo>
                  <a:lnTo>
                    <a:pt x="1344196" y="299634"/>
                  </a:lnTo>
                  <a:lnTo>
                    <a:pt x="1347647" y="249935"/>
                  </a:lnTo>
                  <a:lnTo>
                    <a:pt x="1345411" y="222309"/>
                  </a:lnTo>
                  <a:lnTo>
                    <a:pt x="1338710" y="193706"/>
                  </a:lnTo>
                  <a:lnTo>
                    <a:pt x="1331616" y="174878"/>
                  </a:lnTo>
                  <a:close/>
                </a:path>
                <a:path w="1395095" h="1050925">
                  <a:moveTo>
                    <a:pt x="1394510" y="738123"/>
                  </a:moveTo>
                  <a:lnTo>
                    <a:pt x="1367713" y="738123"/>
                  </a:lnTo>
                  <a:lnTo>
                    <a:pt x="1355662" y="761607"/>
                  </a:lnTo>
                  <a:lnTo>
                    <a:pt x="1344837" y="780637"/>
                  </a:lnTo>
                  <a:lnTo>
                    <a:pt x="1318463" y="812861"/>
                  </a:lnTo>
                  <a:lnTo>
                    <a:pt x="1271342" y="831093"/>
                  </a:lnTo>
                  <a:lnTo>
                    <a:pt x="1219094" y="834471"/>
                  </a:lnTo>
                  <a:lnTo>
                    <a:pt x="1182420" y="834897"/>
                  </a:lnTo>
                  <a:lnTo>
                    <a:pt x="1375762" y="834897"/>
                  </a:lnTo>
                  <a:lnTo>
                    <a:pt x="1394510" y="738123"/>
                  </a:lnTo>
                  <a:close/>
                </a:path>
                <a:path w="1395095" h="1050925">
                  <a:moveTo>
                    <a:pt x="1073073" y="0"/>
                  </a:moveTo>
                  <a:lnTo>
                    <a:pt x="1021043" y="4266"/>
                  </a:lnTo>
                  <a:lnTo>
                    <a:pt x="972204" y="17081"/>
                  </a:lnTo>
                  <a:lnTo>
                    <a:pt x="926555" y="38469"/>
                  </a:lnTo>
                  <a:lnTo>
                    <a:pt x="884097" y="68452"/>
                  </a:lnTo>
                  <a:lnTo>
                    <a:pt x="853007" y="98794"/>
                  </a:lnTo>
                  <a:lnTo>
                    <a:pt x="825263" y="135104"/>
                  </a:lnTo>
                  <a:lnTo>
                    <a:pt x="800859" y="177376"/>
                  </a:lnTo>
                  <a:lnTo>
                    <a:pt x="779791" y="225603"/>
                  </a:lnTo>
                  <a:lnTo>
                    <a:pt x="762050" y="279780"/>
                  </a:lnTo>
                  <a:lnTo>
                    <a:pt x="789482" y="289432"/>
                  </a:lnTo>
                  <a:lnTo>
                    <a:pt x="816838" y="248161"/>
                  </a:lnTo>
                  <a:lnTo>
                    <a:pt x="848309" y="216081"/>
                  </a:lnTo>
                  <a:lnTo>
                    <a:pt x="883894" y="193183"/>
                  </a:lnTo>
                  <a:lnTo>
                    <a:pt x="923594" y="179453"/>
                  </a:lnTo>
                  <a:lnTo>
                    <a:pt x="967409" y="174878"/>
                  </a:lnTo>
                  <a:lnTo>
                    <a:pt x="1331616" y="174878"/>
                  </a:lnTo>
                  <a:lnTo>
                    <a:pt x="1327556" y="164103"/>
                  </a:lnTo>
                  <a:lnTo>
                    <a:pt x="1292339" y="104070"/>
                  </a:lnTo>
                  <a:lnTo>
                    <a:pt x="1242809" y="55163"/>
                  </a:lnTo>
                  <a:lnTo>
                    <a:pt x="1180444" y="20038"/>
                  </a:lnTo>
                  <a:lnTo>
                    <a:pt x="1110530" y="2218"/>
                  </a:lnTo>
                  <a:lnTo>
                    <a:pt x="1073073" y="0"/>
                  </a:lnTo>
                  <a:close/>
                </a:path>
              </a:pathLst>
            </a:custGeom>
            <a:solidFill>
              <a:srgbClr val="FFFFFF">
                <a:alpha val="823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16000" y="4064000"/>
              <a:ext cx="1016000" cy="50800"/>
            </a:xfrm>
            <a:custGeom>
              <a:avLst/>
              <a:gdLst/>
              <a:ahLst/>
              <a:cxnLst/>
              <a:rect l="l" t="t" r="r" b="b"/>
              <a:pathLst>
                <a:path w="1016000" h="50800">
                  <a:moveTo>
                    <a:pt x="10160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016000" y="5080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03503" y="4347159"/>
            <a:ext cx="56108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b="1">
                <a:solidFill>
                  <a:srgbClr val="FFFFFF"/>
                </a:solidFill>
                <a:latin typeface="Times New Roman"/>
                <a:cs typeface="Times New Roman"/>
              </a:rPr>
              <a:t>Activity </a:t>
            </a:r>
            <a:r>
              <a:rPr dirty="0" sz="4200" spc="-10" b="1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3503" y="5229859"/>
            <a:ext cx="62985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Planning,</a:t>
            </a:r>
            <a:r>
              <a:rPr dirty="0" sz="2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preparation,</a:t>
            </a:r>
            <a:r>
              <a:rPr dirty="0" sz="2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execution</a:t>
            </a:r>
            <a:r>
              <a:rPr dirty="0" sz="2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of the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outreach</a:t>
            </a:r>
            <a:r>
              <a:rPr dirty="0" sz="2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initiative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0" y="508000"/>
                </a:moveTo>
                <a:lnTo>
                  <a:pt x="4064000" y="508000"/>
                </a:lnTo>
                <a:lnTo>
                  <a:pt x="4064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128000" y="0"/>
            <a:ext cx="8128000" cy="508000"/>
          </a:xfrm>
          <a:custGeom>
            <a:avLst/>
            <a:gdLst/>
            <a:ahLst/>
            <a:cxnLst/>
            <a:rect l="l" t="t" r="r" b="b"/>
            <a:pathLst>
              <a:path w="8128000" h="508000">
                <a:moveTo>
                  <a:pt x="0" y="508000"/>
                </a:moveTo>
                <a:lnTo>
                  <a:pt x="8128000" y="508000"/>
                </a:lnTo>
                <a:lnTo>
                  <a:pt x="8128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64000" y="0"/>
            <a:ext cx="4064000" cy="508000"/>
          </a:xfrm>
          <a:prstGeom prst="rect">
            <a:avLst/>
          </a:prstGeom>
          <a:solidFill>
            <a:srgbClr val="2C6A4F"/>
          </a:solidFill>
        </p:spPr>
        <p:txBody>
          <a:bodyPr wrap="square" lIns="0" tIns="165735" rIns="0" bIns="0" rtlCol="0" vert="horz">
            <a:spAutoFit/>
          </a:bodyPr>
          <a:lstStyle/>
          <a:p>
            <a:pPr marL="1234440">
              <a:lnSpc>
                <a:spcPct val="100000"/>
              </a:lnSpc>
              <a:spcBef>
                <a:spcPts val="130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478518" y="153416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 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2000" y="8128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63500" y="0"/>
                </a:moveTo>
                <a:lnTo>
                  <a:pt x="0" y="0"/>
                </a:lnTo>
                <a:lnTo>
                  <a:pt x="0" y="355600"/>
                </a:lnTo>
                <a:lnTo>
                  <a:pt x="63500" y="355600"/>
                </a:lnTo>
                <a:lnTo>
                  <a:pt x="635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03503" y="802004"/>
            <a:ext cx="5195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Planning</a:t>
            </a:r>
            <a:r>
              <a:rPr dirty="0" sz="2800" spc="-9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and</a:t>
            </a:r>
            <a:r>
              <a:rPr dirty="0" sz="2800" spc="-7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Preparation</a:t>
            </a:r>
            <a:r>
              <a:rPr dirty="0" sz="2800" spc="-8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Process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17600" y="1587500"/>
            <a:ext cx="228600" cy="6858000"/>
            <a:chOff x="1117600" y="1587500"/>
            <a:chExt cx="228600" cy="6858000"/>
          </a:xfrm>
        </p:grpSpPr>
        <p:sp>
          <p:nvSpPr>
            <p:cNvPr id="11" name="object 11" descr=""/>
            <p:cNvSpPr/>
            <p:nvPr/>
          </p:nvSpPr>
          <p:spPr>
            <a:xfrm>
              <a:off x="1219200" y="1587500"/>
              <a:ext cx="38100" cy="6858000"/>
            </a:xfrm>
            <a:custGeom>
              <a:avLst/>
              <a:gdLst/>
              <a:ahLst/>
              <a:cxnLst/>
              <a:rect l="l" t="t" r="r" b="b"/>
              <a:pathLst>
                <a:path w="38100" h="6858000">
                  <a:moveTo>
                    <a:pt x="381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8100" y="68580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600" y="1651000"/>
              <a:ext cx="228600" cy="2286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600" y="2921000"/>
              <a:ext cx="228600" cy="2286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600" y="4191000"/>
              <a:ext cx="228600" cy="2286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600" y="5461000"/>
              <a:ext cx="228600" cy="2286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600" y="6731000"/>
              <a:ext cx="228600" cy="2286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575053" y="1608201"/>
            <a:ext cx="6720840" cy="6148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Community</a:t>
            </a:r>
            <a:r>
              <a:rPr dirty="0" sz="1800" spc="-7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Needs</a:t>
            </a:r>
            <a:r>
              <a:rPr dirty="0" sz="1800" spc="-10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Assessment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Identified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water-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related</a:t>
            </a:r>
            <a:r>
              <a:rPr dirty="0" sz="16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challenges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through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surveys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local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health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data.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Educational</a:t>
            </a:r>
            <a:r>
              <a:rPr dirty="0" sz="1800" spc="-3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Materials</a:t>
            </a:r>
            <a:r>
              <a:rPr dirty="0" sz="1800" spc="-4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Development</a:t>
            </a:r>
            <a:endParaRPr sz="1800">
              <a:latin typeface="Times New Roman"/>
              <a:cs typeface="Times New Roman"/>
            </a:endParaRPr>
          </a:p>
          <a:p>
            <a:pPr marL="12700" marR="5715">
              <a:lnSpc>
                <a:spcPct val="150000"/>
              </a:lnSpc>
              <a:spcBef>
                <a:spcPts val="28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Created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illustrated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storyboards: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"Good</a:t>
            </a:r>
            <a:r>
              <a:rPr dirty="0" sz="16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Sanitation,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Healthy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Everyone!"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"Clean 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Water,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Happy</a:t>
            </a:r>
            <a:r>
              <a:rPr dirty="0" sz="1600" spc="-8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Life!"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Stakeholder</a:t>
            </a:r>
            <a:r>
              <a:rPr dirty="0" sz="1800" spc="-11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Coordination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Coordinated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with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local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schools,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community leaders,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health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workers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support.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Logistics</a:t>
            </a:r>
            <a:r>
              <a:rPr dirty="0" sz="1800" spc="-7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Planning</a:t>
            </a:r>
            <a:endParaRPr sz="1800">
              <a:latin typeface="Times New Roman"/>
              <a:cs typeface="Times New Roman"/>
            </a:endParaRPr>
          </a:p>
          <a:p>
            <a:pPr marL="12700" marR="82550">
              <a:lnSpc>
                <a:spcPct val="150000"/>
              </a:lnSpc>
              <a:spcBef>
                <a:spcPts val="28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Planned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venue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selection,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session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scheduling,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resource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allocation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outreach activities.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1800" spc="-45" b="1">
                <a:solidFill>
                  <a:srgbClr val="2C6A4F"/>
                </a:solidFill>
                <a:latin typeface="Times New Roman"/>
                <a:cs typeface="Times New Roman"/>
              </a:rPr>
              <a:t>Team</a:t>
            </a:r>
            <a:r>
              <a:rPr dirty="0" sz="1800" spc="-5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Training</a:t>
            </a:r>
            <a:endParaRPr sz="1800">
              <a:latin typeface="Times New Roman"/>
              <a:cs typeface="Times New Roman"/>
            </a:endParaRPr>
          </a:p>
          <a:p>
            <a:pPr marL="12700" marR="265430">
              <a:lnSpc>
                <a:spcPct val="150000"/>
              </a:lnSpc>
              <a:spcBef>
                <a:spcPts val="28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Trained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team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on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facilitation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techniques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culturally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sensitive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communication approaches.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1524000"/>
            <a:ext cx="6350000" cy="6858000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5838423" y="8807737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07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0" y="508000"/>
                </a:moveTo>
                <a:lnTo>
                  <a:pt x="4064000" y="508000"/>
                </a:lnTo>
                <a:lnTo>
                  <a:pt x="4064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128000" y="0"/>
            <a:ext cx="8128000" cy="508000"/>
          </a:xfrm>
          <a:custGeom>
            <a:avLst/>
            <a:gdLst/>
            <a:ahLst/>
            <a:cxnLst/>
            <a:rect l="l" t="t" r="r" b="b"/>
            <a:pathLst>
              <a:path w="8128000" h="508000">
                <a:moveTo>
                  <a:pt x="0" y="508000"/>
                </a:moveTo>
                <a:lnTo>
                  <a:pt x="8128000" y="508000"/>
                </a:lnTo>
                <a:lnTo>
                  <a:pt x="8128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64000" y="0"/>
            <a:ext cx="4064000" cy="508000"/>
          </a:xfrm>
          <a:prstGeom prst="rect">
            <a:avLst/>
          </a:prstGeom>
          <a:solidFill>
            <a:srgbClr val="2C6A4F"/>
          </a:solidFill>
        </p:spPr>
        <p:txBody>
          <a:bodyPr wrap="square" lIns="0" tIns="165735" rIns="0" bIns="0" rtlCol="0" vert="horz">
            <a:spAutoFit/>
          </a:bodyPr>
          <a:lstStyle/>
          <a:p>
            <a:pPr marL="1234440">
              <a:lnSpc>
                <a:spcPct val="100000"/>
              </a:lnSpc>
              <a:spcBef>
                <a:spcPts val="130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478518" y="153416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 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2000" y="8128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63500" y="0"/>
                </a:moveTo>
                <a:lnTo>
                  <a:pt x="0" y="0"/>
                </a:lnTo>
                <a:lnTo>
                  <a:pt x="0" y="355600"/>
                </a:lnTo>
                <a:lnTo>
                  <a:pt x="63500" y="355600"/>
                </a:lnTo>
                <a:lnTo>
                  <a:pt x="635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03503" y="802004"/>
            <a:ext cx="52914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Execution</a:t>
            </a:r>
            <a:r>
              <a:rPr dirty="0" sz="2800" spc="-4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of</a:t>
            </a:r>
            <a:r>
              <a:rPr dirty="0" sz="2800" spc="-2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the</a:t>
            </a:r>
            <a:r>
              <a:rPr dirty="0" sz="2800" spc="-25" b="1">
                <a:solidFill>
                  <a:srgbClr val="2C6A4F"/>
                </a:solidFill>
                <a:latin typeface="Times New Roman"/>
                <a:cs typeface="Times New Roman"/>
              </a:rPr>
              <a:t> Outreach</a:t>
            </a:r>
            <a:r>
              <a:rPr dirty="0" sz="2800" spc="-15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Activity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524000"/>
            <a:ext cx="6096000" cy="685800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354061" y="1612138"/>
            <a:ext cx="8057515" cy="6661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Interactive</a:t>
            </a:r>
            <a:r>
              <a:rPr dirty="0" sz="1800" spc="-9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Storytelling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Illustrated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storyboards</a:t>
            </a:r>
            <a:r>
              <a:rPr dirty="0" sz="18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engaged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children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8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adults</a:t>
            </a:r>
            <a:r>
              <a:rPr dirty="0" sz="18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in</a:t>
            </a:r>
            <a:r>
              <a:rPr dirty="0" sz="18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understanding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WASH</a:t>
            </a:r>
            <a:r>
              <a:rPr dirty="0" sz="1800" spc="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concepts.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Step-by-</a:t>
            </a: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Step</a:t>
            </a:r>
            <a:r>
              <a:rPr dirty="0" sz="1800" spc="2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Narratives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Guided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participants: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identify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problems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→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understand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impacts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→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take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action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→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achieve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change.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Hands-</a:t>
            </a: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On</a:t>
            </a:r>
            <a:r>
              <a:rPr dirty="0" sz="1800" spc="1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Demonstrations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Practical</a:t>
            </a:r>
            <a:r>
              <a:rPr dirty="0" sz="18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demos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handwashing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toilet</a:t>
            </a:r>
            <a:r>
              <a:rPr dirty="0" sz="18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usage</a:t>
            </a:r>
            <a:r>
              <a:rPr dirty="0" sz="18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skill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development.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Group</a:t>
            </a:r>
            <a:r>
              <a:rPr dirty="0" sz="1800" spc="-5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Discussions</a:t>
            </a:r>
            <a:r>
              <a:rPr dirty="0" sz="1800" spc="-4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&amp;</a:t>
            </a:r>
            <a:r>
              <a:rPr dirty="0" sz="1800" spc="-5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2C6A4F"/>
                </a:solidFill>
                <a:latin typeface="Times New Roman"/>
                <a:cs typeface="Times New Roman"/>
              </a:rPr>
              <a:t>Q&amp;A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Open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discussions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address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concerns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correct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misconceptions.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Material</a:t>
            </a:r>
            <a:r>
              <a:rPr dirty="0" sz="1800" spc="-6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Distribution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Educational</a:t>
            </a:r>
            <a:r>
              <a:rPr dirty="0" sz="18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materials</a:t>
            </a:r>
            <a:r>
              <a:rPr dirty="0" sz="18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distributed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8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continued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learning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at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home.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Geotagged</a:t>
            </a:r>
            <a:r>
              <a:rPr dirty="0" sz="1800" spc="-8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Documentation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Activities</a:t>
            </a:r>
            <a:r>
              <a:rPr dirty="0" sz="18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documented</a:t>
            </a:r>
            <a:r>
              <a:rPr dirty="0" sz="18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with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geotagged</a:t>
            </a:r>
            <a:r>
              <a:rPr dirty="0" sz="18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photos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8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B2C42"/>
                </a:solidFill>
                <a:latin typeface="Times New Roman"/>
                <a:cs typeface="Times New Roman"/>
              </a:rPr>
              <a:t>monitoring.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838423" y="8896434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08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0" y="508000"/>
                </a:moveTo>
                <a:lnTo>
                  <a:pt x="4064000" y="508000"/>
                </a:lnTo>
                <a:lnTo>
                  <a:pt x="4064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128000" y="0"/>
            <a:ext cx="8128000" cy="508000"/>
          </a:xfrm>
          <a:custGeom>
            <a:avLst/>
            <a:gdLst/>
            <a:ahLst/>
            <a:cxnLst/>
            <a:rect l="l" t="t" r="r" b="b"/>
            <a:pathLst>
              <a:path w="8128000" h="508000">
                <a:moveTo>
                  <a:pt x="0" y="508000"/>
                </a:moveTo>
                <a:lnTo>
                  <a:pt x="8128000" y="508000"/>
                </a:lnTo>
                <a:lnTo>
                  <a:pt x="8128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64000" y="0"/>
            <a:ext cx="4064000" cy="508000"/>
          </a:xfrm>
          <a:prstGeom prst="rect">
            <a:avLst/>
          </a:prstGeom>
          <a:solidFill>
            <a:srgbClr val="2C6A4F"/>
          </a:solidFill>
        </p:spPr>
        <p:txBody>
          <a:bodyPr wrap="square" lIns="0" tIns="165735" rIns="0" bIns="0" rtlCol="0" vert="horz">
            <a:spAutoFit/>
          </a:bodyPr>
          <a:lstStyle/>
          <a:p>
            <a:pPr marL="1234440">
              <a:lnSpc>
                <a:spcPct val="100000"/>
              </a:lnSpc>
              <a:spcBef>
                <a:spcPts val="130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478518" y="153416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 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2000" y="8128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63500" y="0"/>
                </a:moveTo>
                <a:lnTo>
                  <a:pt x="0" y="0"/>
                </a:lnTo>
                <a:lnTo>
                  <a:pt x="0" y="355600"/>
                </a:lnTo>
                <a:lnTo>
                  <a:pt x="63500" y="355600"/>
                </a:lnTo>
                <a:lnTo>
                  <a:pt x="635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03503" y="802004"/>
            <a:ext cx="38887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solidFill>
                  <a:srgbClr val="2C6A4F"/>
                </a:solidFill>
                <a:latin typeface="Times New Roman"/>
                <a:cs typeface="Times New Roman"/>
              </a:rPr>
              <a:t>Outreach</a:t>
            </a:r>
            <a:r>
              <a:rPr dirty="0" sz="2800" spc="-15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Activity</a:t>
            </a:r>
            <a:r>
              <a:rPr dirty="0" sz="2800" spc="-7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Survey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62000" y="1524000"/>
            <a:ext cx="7112000" cy="3175000"/>
            <a:chOff x="762000" y="1524000"/>
            <a:chExt cx="7112000" cy="3175000"/>
          </a:xfrm>
        </p:grpSpPr>
        <p:sp>
          <p:nvSpPr>
            <p:cNvPr id="11" name="object 11" descr=""/>
            <p:cNvSpPr/>
            <p:nvPr/>
          </p:nvSpPr>
          <p:spPr>
            <a:xfrm>
              <a:off x="762000" y="1524000"/>
              <a:ext cx="7112000" cy="3175000"/>
            </a:xfrm>
            <a:custGeom>
              <a:avLst/>
              <a:gdLst/>
              <a:ahLst/>
              <a:cxnLst/>
              <a:rect l="l" t="t" r="r" b="b"/>
              <a:pathLst>
                <a:path w="7112000" h="3175000">
                  <a:moveTo>
                    <a:pt x="6858000" y="0"/>
                  </a:moveTo>
                  <a:lnTo>
                    <a:pt x="254000" y="0"/>
                  </a:lnTo>
                  <a:lnTo>
                    <a:pt x="208342" y="4090"/>
                  </a:lnTo>
                  <a:lnTo>
                    <a:pt x="165369" y="15884"/>
                  </a:lnTo>
                  <a:lnTo>
                    <a:pt x="125799" y="34666"/>
                  </a:lnTo>
                  <a:lnTo>
                    <a:pt x="90349" y="59719"/>
                  </a:lnTo>
                  <a:lnTo>
                    <a:pt x="59736" y="90328"/>
                  </a:lnTo>
                  <a:lnTo>
                    <a:pt x="34677" y="125777"/>
                  </a:lnTo>
                  <a:lnTo>
                    <a:pt x="15890" y="165349"/>
                  </a:lnTo>
                  <a:lnTo>
                    <a:pt x="4092" y="208328"/>
                  </a:lnTo>
                  <a:lnTo>
                    <a:pt x="0" y="254000"/>
                  </a:lnTo>
                  <a:lnTo>
                    <a:pt x="0" y="2921000"/>
                  </a:lnTo>
                  <a:lnTo>
                    <a:pt x="4092" y="2966671"/>
                  </a:lnTo>
                  <a:lnTo>
                    <a:pt x="15890" y="3009650"/>
                  </a:lnTo>
                  <a:lnTo>
                    <a:pt x="34677" y="3049222"/>
                  </a:lnTo>
                  <a:lnTo>
                    <a:pt x="59736" y="3084671"/>
                  </a:lnTo>
                  <a:lnTo>
                    <a:pt x="90349" y="3115280"/>
                  </a:lnTo>
                  <a:lnTo>
                    <a:pt x="125799" y="3140333"/>
                  </a:lnTo>
                  <a:lnTo>
                    <a:pt x="165369" y="3159115"/>
                  </a:lnTo>
                  <a:lnTo>
                    <a:pt x="208342" y="3170909"/>
                  </a:lnTo>
                  <a:lnTo>
                    <a:pt x="254000" y="3175000"/>
                  </a:lnTo>
                  <a:lnTo>
                    <a:pt x="6858000" y="3175000"/>
                  </a:lnTo>
                  <a:lnTo>
                    <a:pt x="6903671" y="3170909"/>
                  </a:lnTo>
                  <a:lnTo>
                    <a:pt x="6946650" y="3159115"/>
                  </a:lnTo>
                  <a:lnTo>
                    <a:pt x="6986222" y="3140333"/>
                  </a:lnTo>
                  <a:lnTo>
                    <a:pt x="7021671" y="3115280"/>
                  </a:lnTo>
                  <a:lnTo>
                    <a:pt x="7052280" y="3084671"/>
                  </a:lnTo>
                  <a:lnTo>
                    <a:pt x="7077333" y="3049222"/>
                  </a:lnTo>
                  <a:lnTo>
                    <a:pt x="7096115" y="3009650"/>
                  </a:lnTo>
                  <a:lnTo>
                    <a:pt x="7107909" y="2966671"/>
                  </a:lnTo>
                  <a:lnTo>
                    <a:pt x="7112000" y="2921000"/>
                  </a:lnTo>
                  <a:lnTo>
                    <a:pt x="7112000" y="254000"/>
                  </a:lnTo>
                  <a:lnTo>
                    <a:pt x="7107909" y="208328"/>
                  </a:lnTo>
                  <a:lnTo>
                    <a:pt x="7096115" y="165349"/>
                  </a:lnTo>
                  <a:lnTo>
                    <a:pt x="7077333" y="125777"/>
                  </a:lnTo>
                  <a:lnTo>
                    <a:pt x="7052280" y="90328"/>
                  </a:lnTo>
                  <a:lnTo>
                    <a:pt x="7021671" y="59719"/>
                  </a:lnTo>
                  <a:lnTo>
                    <a:pt x="6986222" y="34666"/>
                  </a:lnTo>
                  <a:lnTo>
                    <a:pt x="6946650" y="15884"/>
                  </a:lnTo>
                  <a:lnTo>
                    <a:pt x="6903671" y="409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30300" y="1778000"/>
              <a:ext cx="304800" cy="406400"/>
            </a:xfrm>
            <a:custGeom>
              <a:avLst/>
              <a:gdLst/>
              <a:ahLst/>
              <a:cxnLst/>
              <a:rect l="l" t="t" r="r" b="b"/>
              <a:pathLst>
                <a:path w="304800" h="406400">
                  <a:moveTo>
                    <a:pt x="254000" y="25400"/>
                  </a:moveTo>
                  <a:lnTo>
                    <a:pt x="50800" y="25400"/>
                  </a:lnTo>
                  <a:lnTo>
                    <a:pt x="31043" y="29390"/>
                  </a:lnTo>
                  <a:lnTo>
                    <a:pt x="14893" y="40274"/>
                  </a:lnTo>
                  <a:lnTo>
                    <a:pt x="3997" y="56421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3997" y="375378"/>
                  </a:lnTo>
                  <a:lnTo>
                    <a:pt x="14893" y="391525"/>
                  </a:lnTo>
                  <a:lnTo>
                    <a:pt x="31043" y="402409"/>
                  </a:lnTo>
                  <a:lnTo>
                    <a:pt x="50800" y="406400"/>
                  </a:lnTo>
                  <a:lnTo>
                    <a:pt x="254000" y="406400"/>
                  </a:lnTo>
                  <a:lnTo>
                    <a:pt x="273778" y="402409"/>
                  </a:lnTo>
                  <a:lnTo>
                    <a:pt x="289925" y="391525"/>
                  </a:lnTo>
                  <a:lnTo>
                    <a:pt x="300809" y="375378"/>
                  </a:lnTo>
                  <a:lnTo>
                    <a:pt x="304800" y="355600"/>
                  </a:lnTo>
                  <a:lnTo>
                    <a:pt x="304800" y="330200"/>
                  </a:lnTo>
                  <a:lnTo>
                    <a:pt x="76200" y="330200"/>
                  </a:lnTo>
                  <a:lnTo>
                    <a:pt x="66316" y="328195"/>
                  </a:lnTo>
                  <a:lnTo>
                    <a:pt x="58242" y="322738"/>
                  </a:lnTo>
                  <a:lnTo>
                    <a:pt x="52797" y="314662"/>
                  </a:lnTo>
                  <a:lnTo>
                    <a:pt x="50800" y="304800"/>
                  </a:lnTo>
                  <a:lnTo>
                    <a:pt x="52797" y="294937"/>
                  </a:lnTo>
                  <a:lnTo>
                    <a:pt x="58242" y="286861"/>
                  </a:lnTo>
                  <a:lnTo>
                    <a:pt x="66316" y="281404"/>
                  </a:lnTo>
                  <a:lnTo>
                    <a:pt x="76200" y="279400"/>
                  </a:lnTo>
                  <a:lnTo>
                    <a:pt x="304800" y="279400"/>
                  </a:lnTo>
                  <a:lnTo>
                    <a:pt x="304800" y="228600"/>
                  </a:lnTo>
                  <a:lnTo>
                    <a:pt x="76200" y="228600"/>
                  </a:lnTo>
                  <a:lnTo>
                    <a:pt x="66316" y="226595"/>
                  </a:lnTo>
                  <a:lnTo>
                    <a:pt x="58242" y="221138"/>
                  </a:lnTo>
                  <a:lnTo>
                    <a:pt x="52797" y="213062"/>
                  </a:lnTo>
                  <a:lnTo>
                    <a:pt x="50800" y="203200"/>
                  </a:lnTo>
                  <a:lnTo>
                    <a:pt x="52797" y="193337"/>
                  </a:lnTo>
                  <a:lnTo>
                    <a:pt x="58242" y="185261"/>
                  </a:lnTo>
                  <a:lnTo>
                    <a:pt x="66316" y="179804"/>
                  </a:lnTo>
                  <a:lnTo>
                    <a:pt x="76200" y="177800"/>
                  </a:lnTo>
                  <a:lnTo>
                    <a:pt x="304800" y="177800"/>
                  </a:lnTo>
                  <a:lnTo>
                    <a:pt x="304800" y="88900"/>
                  </a:lnTo>
                  <a:lnTo>
                    <a:pt x="107950" y="88900"/>
                  </a:lnTo>
                  <a:lnTo>
                    <a:pt x="100521" y="87405"/>
                  </a:lnTo>
                  <a:lnTo>
                    <a:pt x="94467" y="83327"/>
                  </a:lnTo>
                  <a:lnTo>
                    <a:pt x="90392" y="77273"/>
                  </a:lnTo>
                  <a:lnTo>
                    <a:pt x="88900" y="69850"/>
                  </a:lnTo>
                  <a:lnTo>
                    <a:pt x="90392" y="62426"/>
                  </a:lnTo>
                  <a:lnTo>
                    <a:pt x="94433" y="56421"/>
                  </a:lnTo>
                  <a:lnTo>
                    <a:pt x="100521" y="52294"/>
                  </a:lnTo>
                  <a:lnTo>
                    <a:pt x="107950" y="50800"/>
                  </a:lnTo>
                  <a:lnTo>
                    <a:pt x="297019" y="50800"/>
                  </a:lnTo>
                  <a:lnTo>
                    <a:pt x="289925" y="40274"/>
                  </a:lnTo>
                  <a:lnTo>
                    <a:pt x="273778" y="29390"/>
                  </a:lnTo>
                  <a:lnTo>
                    <a:pt x="254000" y="25400"/>
                  </a:lnTo>
                  <a:close/>
                </a:path>
                <a:path w="304800" h="406400">
                  <a:moveTo>
                    <a:pt x="304800" y="279400"/>
                  </a:moveTo>
                  <a:lnTo>
                    <a:pt x="76200" y="279400"/>
                  </a:lnTo>
                  <a:lnTo>
                    <a:pt x="86083" y="281404"/>
                  </a:lnTo>
                  <a:lnTo>
                    <a:pt x="94157" y="286861"/>
                  </a:lnTo>
                  <a:lnTo>
                    <a:pt x="99602" y="294937"/>
                  </a:lnTo>
                  <a:lnTo>
                    <a:pt x="101600" y="304800"/>
                  </a:lnTo>
                  <a:lnTo>
                    <a:pt x="99602" y="314662"/>
                  </a:lnTo>
                  <a:lnTo>
                    <a:pt x="94157" y="322738"/>
                  </a:lnTo>
                  <a:lnTo>
                    <a:pt x="86083" y="328195"/>
                  </a:lnTo>
                  <a:lnTo>
                    <a:pt x="76200" y="330200"/>
                  </a:lnTo>
                  <a:lnTo>
                    <a:pt x="304800" y="330200"/>
                  </a:lnTo>
                  <a:lnTo>
                    <a:pt x="304800" y="323850"/>
                  </a:lnTo>
                  <a:lnTo>
                    <a:pt x="146050" y="323850"/>
                  </a:lnTo>
                  <a:lnTo>
                    <a:pt x="138621" y="322355"/>
                  </a:lnTo>
                  <a:lnTo>
                    <a:pt x="132567" y="318277"/>
                  </a:lnTo>
                  <a:lnTo>
                    <a:pt x="128492" y="312223"/>
                  </a:lnTo>
                  <a:lnTo>
                    <a:pt x="127000" y="304800"/>
                  </a:lnTo>
                  <a:lnTo>
                    <a:pt x="128492" y="297376"/>
                  </a:lnTo>
                  <a:lnTo>
                    <a:pt x="132567" y="291322"/>
                  </a:lnTo>
                  <a:lnTo>
                    <a:pt x="138621" y="287244"/>
                  </a:lnTo>
                  <a:lnTo>
                    <a:pt x="146050" y="285750"/>
                  </a:lnTo>
                  <a:lnTo>
                    <a:pt x="304800" y="285750"/>
                  </a:lnTo>
                  <a:lnTo>
                    <a:pt x="304800" y="279400"/>
                  </a:lnTo>
                  <a:close/>
                </a:path>
                <a:path w="304800" h="406400">
                  <a:moveTo>
                    <a:pt x="304800" y="285750"/>
                  </a:moveTo>
                  <a:lnTo>
                    <a:pt x="234950" y="285750"/>
                  </a:lnTo>
                  <a:lnTo>
                    <a:pt x="242373" y="287244"/>
                  </a:lnTo>
                  <a:lnTo>
                    <a:pt x="248427" y="291322"/>
                  </a:lnTo>
                  <a:lnTo>
                    <a:pt x="252505" y="297376"/>
                  </a:lnTo>
                  <a:lnTo>
                    <a:pt x="254000" y="304800"/>
                  </a:lnTo>
                  <a:lnTo>
                    <a:pt x="252505" y="312223"/>
                  </a:lnTo>
                  <a:lnTo>
                    <a:pt x="248427" y="318277"/>
                  </a:lnTo>
                  <a:lnTo>
                    <a:pt x="242373" y="322355"/>
                  </a:lnTo>
                  <a:lnTo>
                    <a:pt x="234950" y="323850"/>
                  </a:lnTo>
                  <a:lnTo>
                    <a:pt x="304800" y="323850"/>
                  </a:lnTo>
                  <a:lnTo>
                    <a:pt x="304800" y="285750"/>
                  </a:lnTo>
                  <a:close/>
                </a:path>
                <a:path w="304800" h="406400">
                  <a:moveTo>
                    <a:pt x="304800" y="177800"/>
                  </a:moveTo>
                  <a:lnTo>
                    <a:pt x="76200" y="177800"/>
                  </a:lnTo>
                  <a:lnTo>
                    <a:pt x="86083" y="179804"/>
                  </a:lnTo>
                  <a:lnTo>
                    <a:pt x="94157" y="185261"/>
                  </a:lnTo>
                  <a:lnTo>
                    <a:pt x="99602" y="193337"/>
                  </a:lnTo>
                  <a:lnTo>
                    <a:pt x="101600" y="203200"/>
                  </a:lnTo>
                  <a:lnTo>
                    <a:pt x="99602" y="213062"/>
                  </a:lnTo>
                  <a:lnTo>
                    <a:pt x="94157" y="221138"/>
                  </a:lnTo>
                  <a:lnTo>
                    <a:pt x="86083" y="226595"/>
                  </a:lnTo>
                  <a:lnTo>
                    <a:pt x="76200" y="228600"/>
                  </a:lnTo>
                  <a:lnTo>
                    <a:pt x="304800" y="228600"/>
                  </a:lnTo>
                  <a:lnTo>
                    <a:pt x="304800" y="222250"/>
                  </a:lnTo>
                  <a:lnTo>
                    <a:pt x="146050" y="222250"/>
                  </a:lnTo>
                  <a:lnTo>
                    <a:pt x="138621" y="220755"/>
                  </a:lnTo>
                  <a:lnTo>
                    <a:pt x="132567" y="216677"/>
                  </a:lnTo>
                  <a:lnTo>
                    <a:pt x="128492" y="210623"/>
                  </a:lnTo>
                  <a:lnTo>
                    <a:pt x="127000" y="203200"/>
                  </a:lnTo>
                  <a:lnTo>
                    <a:pt x="128492" y="195776"/>
                  </a:lnTo>
                  <a:lnTo>
                    <a:pt x="132567" y="189722"/>
                  </a:lnTo>
                  <a:lnTo>
                    <a:pt x="138621" y="185644"/>
                  </a:lnTo>
                  <a:lnTo>
                    <a:pt x="146050" y="184150"/>
                  </a:lnTo>
                  <a:lnTo>
                    <a:pt x="304800" y="184150"/>
                  </a:lnTo>
                  <a:lnTo>
                    <a:pt x="304800" y="177800"/>
                  </a:lnTo>
                  <a:close/>
                </a:path>
                <a:path w="304800" h="406400">
                  <a:moveTo>
                    <a:pt x="304800" y="184150"/>
                  </a:moveTo>
                  <a:lnTo>
                    <a:pt x="234950" y="184150"/>
                  </a:lnTo>
                  <a:lnTo>
                    <a:pt x="242373" y="185644"/>
                  </a:lnTo>
                  <a:lnTo>
                    <a:pt x="248427" y="189722"/>
                  </a:lnTo>
                  <a:lnTo>
                    <a:pt x="252505" y="195776"/>
                  </a:lnTo>
                  <a:lnTo>
                    <a:pt x="254000" y="203200"/>
                  </a:lnTo>
                  <a:lnTo>
                    <a:pt x="252505" y="210623"/>
                  </a:lnTo>
                  <a:lnTo>
                    <a:pt x="248427" y="216677"/>
                  </a:lnTo>
                  <a:lnTo>
                    <a:pt x="242373" y="220755"/>
                  </a:lnTo>
                  <a:lnTo>
                    <a:pt x="234950" y="222250"/>
                  </a:lnTo>
                  <a:lnTo>
                    <a:pt x="304800" y="222250"/>
                  </a:lnTo>
                  <a:lnTo>
                    <a:pt x="304800" y="184150"/>
                  </a:lnTo>
                  <a:close/>
                </a:path>
                <a:path w="304800" h="406400">
                  <a:moveTo>
                    <a:pt x="297019" y="50800"/>
                  </a:moveTo>
                  <a:lnTo>
                    <a:pt x="196850" y="50800"/>
                  </a:lnTo>
                  <a:lnTo>
                    <a:pt x="204273" y="52294"/>
                  </a:lnTo>
                  <a:lnTo>
                    <a:pt x="210361" y="56421"/>
                  </a:lnTo>
                  <a:lnTo>
                    <a:pt x="214405" y="62426"/>
                  </a:lnTo>
                  <a:lnTo>
                    <a:pt x="215900" y="69850"/>
                  </a:lnTo>
                  <a:lnTo>
                    <a:pt x="214405" y="77273"/>
                  </a:lnTo>
                  <a:lnTo>
                    <a:pt x="210327" y="83327"/>
                  </a:lnTo>
                  <a:lnTo>
                    <a:pt x="204273" y="87405"/>
                  </a:lnTo>
                  <a:lnTo>
                    <a:pt x="196850" y="88900"/>
                  </a:lnTo>
                  <a:lnTo>
                    <a:pt x="304800" y="88900"/>
                  </a:lnTo>
                  <a:lnTo>
                    <a:pt x="304800" y="76200"/>
                  </a:lnTo>
                  <a:lnTo>
                    <a:pt x="300809" y="56421"/>
                  </a:lnTo>
                  <a:lnTo>
                    <a:pt x="297019" y="50800"/>
                  </a:lnTo>
                  <a:close/>
                </a:path>
                <a:path w="304800" h="406400">
                  <a:moveTo>
                    <a:pt x="203200" y="0"/>
                  </a:moveTo>
                  <a:lnTo>
                    <a:pt x="101600" y="0"/>
                  </a:lnTo>
                  <a:lnTo>
                    <a:pt x="88021" y="1843"/>
                  </a:lnTo>
                  <a:lnTo>
                    <a:pt x="75833" y="7032"/>
                  </a:lnTo>
                  <a:lnTo>
                    <a:pt x="65532" y="15055"/>
                  </a:lnTo>
                  <a:lnTo>
                    <a:pt x="57619" y="25400"/>
                  </a:lnTo>
                  <a:lnTo>
                    <a:pt x="247141" y="25400"/>
                  </a:lnTo>
                  <a:lnTo>
                    <a:pt x="239222" y="15055"/>
                  </a:lnTo>
                  <a:lnTo>
                    <a:pt x="228933" y="7032"/>
                  </a:lnTo>
                  <a:lnTo>
                    <a:pt x="216763" y="184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066901" y="1785873"/>
            <a:ext cx="6226810" cy="1602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2C6A4F"/>
                </a:solidFill>
                <a:latin typeface="Times New Roman"/>
                <a:cs typeface="Times New Roman"/>
              </a:rPr>
              <a:t>Pre-</a:t>
            </a: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Activity</a:t>
            </a:r>
            <a:r>
              <a:rPr dirty="0" sz="1800" spc="-6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Survey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60100"/>
              </a:lnSpc>
              <a:spcBef>
                <a:spcPts val="103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Assessed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baseline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knowledge</a:t>
            </a:r>
            <a:r>
              <a:rPr dirty="0" sz="16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600" spc="-8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WASH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practices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among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participants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before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outreach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sessions.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Covered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water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source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awareness,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existing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sanitation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habits,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handwashing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practices,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disease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prevention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knowledge.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62000" y="5016500"/>
            <a:ext cx="7112000" cy="3175000"/>
            <a:chOff x="762000" y="5016500"/>
            <a:chExt cx="7112000" cy="3175000"/>
          </a:xfrm>
        </p:grpSpPr>
        <p:sp>
          <p:nvSpPr>
            <p:cNvPr id="15" name="object 15" descr=""/>
            <p:cNvSpPr/>
            <p:nvPr/>
          </p:nvSpPr>
          <p:spPr>
            <a:xfrm>
              <a:off x="762000" y="5016500"/>
              <a:ext cx="7112000" cy="3175000"/>
            </a:xfrm>
            <a:custGeom>
              <a:avLst/>
              <a:gdLst/>
              <a:ahLst/>
              <a:cxnLst/>
              <a:rect l="l" t="t" r="r" b="b"/>
              <a:pathLst>
                <a:path w="7112000" h="3175000">
                  <a:moveTo>
                    <a:pt x="6858000" y="0"/>
                  </a:moveTo>
                  <a:lnTo>
                    <a:pt x="254000" y="0"/>
                  </a:lnTo>
                  <a:lnTo>
                    <a:pt x="208342" y="4090"/>
                  </a:lnTo>
                  <a:lnTo>
                    <a:pt x="165369" y="15884"/>
                  </a:lnTo>
                  <a:lnTo>
                    <a:pt x="125799" y="34666"/>
                  </a:lnTo>
                  <a:lnTo>
                    <a:pt x="90349" y="59719"/>
                  </a:lnTo>
                  <a:lnTo>
                    <a:pt x="59736" y="90328"/>
                  </a:lnTo>
                  <a:lnTo>
                    <a:pt x="34677" y="125777"/>
                  </a:lnTo>
                  <a:lnTo>
                    <a:pt x="15890" y="165349"/>
                  </a:lnTo>
                  <a:lnTo>
                    <a:pt x="4092" y="208328"/>
                  </a:lnTo>
                  <a:lnTo>
                    <a:pt x="0" y="254000"/>
                  </a:lnTo>
                  <a:lnTo>
                    <a:pt x="0" y="2921000"/>
                  </a:lnTo>
                  <a:lnTo>
                    <a:pt x="4092" y="2966657"/>
                  </a:lnTo>
                  <a:lnTo>
                    <a:pt x="15890" y="3009630"/>
                  </a:lnTo>
                  <a:lnTo>
                    <a:pt x="34677" y="3049200"/>
                  </a:lnTo>
                  <a:lnTo>
                    <a:pt x="59736" y="3084650"/>
                  </a:lnTo>
                  <a:lnTo>
                    <a:pt x="90349" y="3115263"/>
                  </a:lnTo>
                  <a:lnTo>
                    <a:pt x="125799" y="3140322"/>
                  </a:lnTo>
                  <a:lnTo>
                    <a:pt x="165369" y="3159109"/>
                  </a:lnTo>
                  <a:lnTo>
                    <a:pt x="208342" y="3170907"/>
                  </a:lnTo>
                  <a:lnTo>
                    <a:pt x="254000" y="3175000"/>
                  </a:lnTo>
                  <a:lnTo>
                    <a:pt x="6858000" y="3175000"/>
                  </a:lnTo>
                  <a:lnTo>
                    <a:pt x="6903671" y="3170907"/>
                  </a:lnTo>
                  <a:lnTo>
                    <a:pt x="6946650" y="3159109"/>
                  </a:lnTo>
                  <a:lnTo>
                    <a:pt x="6986222" y="3140322"/>
                  </a:lnTo>
                  <a:lnTo>
                    <a:pt x="7021671" y="3115263"/>
                  </a:lnTo>
                  <a:lnTo>
                    <a:pt x="7052280" y="3084650"/>
                  </a:lnTo>
                  <a:lnTo>
                    <a:pt x="7077333" y="3049200"/>
                  </a:lnTo>
                  <a:lnTo>
                    <a:pt x="7096115" y="3009630"/>
                  </a:lnTo>
                  <a:lnTo>
                    <a:pt x="7107909" y="2966657"/>
                  </a:lnTo>
                  <a:lnTo>
                    <a:pt x="7112000" y="2921000"/>
                  </a:lnTo>
                  <a:lnTo>
                    <a:pt x="7112000" y="254000"/>
                  </a:lnTo>
                  <a:lnTo>
                    <a:pt x="7107909" y="208328"/>
                  </a:lnTo>
                  <a:lnTo>
                    <a:pt x="7096115" y="165349"/>
                  </a:lnTo>
                  <a:lnTo>
                    <a:pt x="7077333" y="125777"/>
                  </a:lnTo>
                  <a:lnTo>
                    <a:pt x="7052280" y="90328"/>
                  </a:lnTo>
                  <a:lnTo>
                    <a:pt x="7021671" y="59719"/>
                  </a:lnTo>
                  <a:lnTo>
                    <a:pt x="6986222" y="34666"/>
                  </a:lnTo>
                  <a:lnTo>
                    <a:pt x="6946650" y="15884"/>
                  </a:lnTo>
                  <a:lnTo>
                    <a:pt x="6903671" y="409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9500" y="5295900"/>
              <a:ext cx="406400" cy="355600"/>
            </a:xfrm>
            <a:custGeom>
              <a:avLst/>
              <a:gdLst/>
              <a:ahLst/>
              <a:cxnLst/>
              <a:rect l="l" t="t" r="r" b="b"/>
              <a:pathLst>
                <a:path w="406400" h="355600">
                  <a:moveTo>
                    <a:pt x="25400" y="0"/>
                  </a:moveTo>
                  <a:lnTo>
                    <a:pt x="15505" y="1986"/>
                  </a:lnTo>
                  <a:lnTo>
                    <a:pt x="7432" y="7413"/>
                  </a:lnTo>
                  <a:lnTo>
                    <a:pt x="1993" y="15484"/>
                  </a:lnTo>
                  <a:lnTo>
                    <a:pt x="0" y="25400"/>
                  </a:lnTo>
                  <a:lnTo>
                    <a:pt x="0" y="292100"/>
                  </a:lnTo>
                  <a:lnTo>
                    <a:pt x="4987" y="316809"/>
                  </a:lnTo>
                  <a:lnTo>
                    <a:pt x="18591" y="336994"/>
                  </a:lnTo>
                  <a:lnTo>
                    <a:pt x="38774" y="350607"/>
                  </a:lnTo>
                  <a:lnTo>
                    <a:pt x="63500" y="355600"/>
                  </a:lnTo>
                  <a:lnTo>
                    <a:pt x="381000" y="355600"/>
                  </a:lnTo>
                  <a:lnTo>
                    <a:pt x="390915" y="353613"/>
                  </a:lnTo>
                  <a:lnTo>
                    <a:pt x="398986" y="348186"/>
                  </a:lnTo>
                  <a:lnTo>
                    <a:pt x="404413" y="340115"/>
                  </a:lnTo>
                  <a:lnTo>
                    <a:pt x="406400" y="330200"/>
                  </a:lnTo>
                  <a:lnTo>
                    <a:pt x="404413" y="320284"/>
                  </a:lnTo>
                  <a:lnTo>
                    <a:pt x="398986" y="312213"/>
                  </a:lnTo>
                  <a:lnTo>
                    <a:pt x="390915" y="306786"/>
                  </a:lnTo>
                  <a:lnTo>
                    <a:pt x="381000" y="304800"/>
                  </a:lnTo>
                  <a:lnTo>
                    <a:pt x="56515" y="304800"/>
                  </a:lnTo>
                  <a:lnTo>
                    <a:pt x="50800" y="299085"/>
                  </a:lnTo>
                  <a:lnTo>
                    <a:pt x="50800" y="25400"/>
                  </a:lnTo>
                  <a:lnTo>
                    <a:pt x="48806" y="15484"/>
                  </a:lnTo>
                  <a:lnTo>
                    <a:pt x="43367" y="7413"/>
                  </a:lnTo>
                  <a:lnTo>
                    <a:pt x="35294" y="1986"/>
                  </a:lnTo>
                  <a:lnTo>
                    <a:pt x="25400" y="0"/>
                  </a:lnTo>
                  <a:close/>
                </a:path>
                <a:path w="406400" h="355600">
                  <a:moveTo>
                    <a:pt x="190452" y="88963"/>
                  </a:moveTo>
                  <a:lnTo>
                    <a:pt x="96278" y="172592"/>
                  </a:lnTo>
                  <a:lnTo>
                    <a:pt x="88839" y="190563"/>
                  </a:lnTo>
                  <a:lnTo>
                    <a:pt x="90699" y="200132"/>
                  </a:lnTo>
                  <a:lnTo>
                    <a:pt x="96278" y="208534"/>
                  </a:lnTo>
                  <a:lnTo>
                    <a:pt x="104691" y="214106"/>
                  </a:lnTo>
                  <a:lnTo>
                    <a:pt x="114261" y="215963"/>
                  </a:lnTo>
                  <a:lnTo>
                    <a:pt x="123832" y="214106"/>
                  </a:lnTo>
                  <a:lnTo>
                    <a:pt x="132245" y="208534"/>
                  </a:lnTo>
                  <a:lnTo>
                    <a:pt x="190500" y="150240"/>
                  </a:lnTo>
                  <a:lnTo>
                    <a:pt x="317627" y="150240"/>
                  </a:lnTo>
                  <a:lnTo>
                    <a:pt x="326009" y="141859"/>
                  </a:lnTo>
                  <a:lnTo>
                    <a:pt x="254000" y="141859"/>
                  </a:lnTo>
                  <a:lnTo>
                    <a:pt x="208406" y="96392"/>
                  </a:lnTo>
                  <a:lnTo>
                    <a:pt x="200010" y="90820"/>
                  </a:lnTo>
                  <a:lnTo>
                    <a:pt x="190452" y="88963"/>
                  </a:lnTo>
                  <a:close/>
                </a:path>
                <a:path w="406400" h="355600">
                  <a:moveTo>
                    <a:pt x="317627" y="150240"/>
                  </a:moveTo>
                  <a:lnTo>
                    <a:pt x="190500" y="150240"/>
                  </a:lnTo>
                  <a:lnTo>
                    <a:pt x="236093" y="195834"/>
                  </a:lnTo>
                  <a:lnTo>
                    <a:pt x="244494" y="201406"/>
                  </a:lnTo>
                  <a:lnTo>
                    <a:pt x="254063" y="203263"/>
                  </a:lnTo>
                  <a:lnTo>
                    <a:pt x="263632" y="201406"/>
                  </a:lnTo>
                  <a:lnTo>
                    <a:pt x="272034" y="195834"/>
                  </a:lnTo>
                  <a:lnTo>
                    <a:pt x="317627" y="150240"/>
                  </a:lnTo>
                  <a:close/>
                </a:path>
                <a:path w="406400" h="355600">
                  <a:moveTo>
                    <a:pt x="355536" y="50736"/>
                  </a:moveTo>
                  <a:lnTo>
                    <a:pt x="345967" y="52593"/>
                  </a:lnTo>
                  <a:lnTo>
                    <a:pt x="337566" y="58165"/>
                  </a:lnTo>
                  <a:lnTo>
                    <a:pt x="254000" y="141859"/>
                  </a:lnTo>
                  <a:lnTo>
                    <a:pt x="326009" y="141859"/>
                  </a:lnTo>
                  <a:lnTo>
                    <a:pt x="373634" y="94234"/>
                  </a:lnTo>
                  <a:lnTo>
                    <a:pt x="373422" y="94234"/>
                  </a:lnTo>
                  <a:lnTo>
                    <a:pt x="379079" y="85705"/>
                  </a:lnTo>
                  <a:lnTo>
                    <a:pt x="380936" y="76136"/>
                  </a:lnTo>
                  <a:lnTo>
                    <a:pt x="379079" y="66567"/>
                  </a:lnTo>
                  <a:lnTo>
                    <a:pt x="373506" y="58165"/>
                  </a:lnTo>
                  <a:lnTo>
                    <a:pt x="365105" y="52593"/>
                  </a:lnTo>
                  <a:lnTo>
                    <a:pt x="355536" y="50736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638426" y="5279263"/>
            <a:ext cx="2038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Post-</a:t>
            </a: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Activity</a:t>
            </a:r>
            <a:r>
              <a:rPr dirty="0" sz="1800" spc="-5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Survey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66901" y="5831585"/>
            <a:ext cx="5732780" cy="1049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Measured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knowledge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retention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attitude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changes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after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outreach</a:t>
            </a:r>
            <a:endParaRPr sz="1600">
              <a:latin typeface="Times New Roman"/>
              <a:cs typeface="Times New Roman"/>
            </a:endParaRPr>
          </a:p>
          <a:p>
            <a:pPr marL="12700" marR="243204">
              <a:lnSpc>
                <a:spcPct val="160000"/>
              </a:lnSpc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activities.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Compared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results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with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baseline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data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quantify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program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effectiveness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identify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areas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improvement.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369934" y="1557273"/>
            <a:ext cx="1897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C6A4F"/>
                </a:solidFill>
                <a:latin typeface="Times New Roman"/>
                <a:cs typeface="Times New Roman"/>
              </a:rPr>
              <a:t>Survey</a:t>
            </a:r>
            <a:r>
              <a:rPr dirty="0" sz="1800" spc="-4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2C6A4F"/>
                </a:solidFill>
                <a:latin typeface="Times New Roman"/>
                <a:cs typeface="Times New Roman"/>
              </a:rPr>
              <a:t>Dimensions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8375650" y="2089150"/>
          <a:ext cx="7200900" cy="292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4800"/>
                <a:gridCol w="2133600"/>
                <a:gridCol w="2133600"/>
              </a:tblGrid>
              <a:tr h="584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Dimension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2C6A4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Pre-</a:t>
                      </a:r>
                      <a:r>
                        <a:rPr dirty="0" sz="1400" spc="-1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2C6A4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Post-</a:t>
                      </a:r>
                      <a:r>
                        <a:rPr dirty="0" sz="1400" spc="-1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2C6A4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5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1400" spc="6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8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r>
                        <a:rPr dirty="0" sz="1400" spc="13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6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Awareness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62%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5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89%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6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Sanitation</a:t>
                      </a:r>
                      <a:r>
                        <a:rPr dirty="0" sz="1400" spc="15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dirty="0" sz="1400" spc="-12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3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abits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55%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5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86%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-1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dirty="0" sz="1400" spc="-12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8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andwashing</a:t>
                      </a:r>
                      <a:r>
                        <a:rPr dirty="0" sz="1400" spc="24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5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Practices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48%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5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92%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dirty="0" sz="1400" spc="-12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5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isease</a:t>
                      </a:r>
                      <a:r>
                        <a:rPr dirty="0" sz="1400" spc="13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50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Prevention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5">
                          <a:solidFill>
                            <a:srgbClr val="2B2C42"/>
                          </a:solidFill>
                          <a:latin typeface="Calibri"/>
                          <a:cs typeface="Calibri"/>
                        </a:rPr>
                        <a:t>58%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400" spc="75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87%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E8E3DE"/>
                      </a:solidFill>
                      <a:prstDash val="solid"/>
                    </a:lnL>
                    <a:lnR w="12700">
                      <a:solidFill>
                        <a:srgbClr val="E8E3DE"/>
                      </a:solidFill>
                      <a:prstDash val="solid"/>
                    </a:lnR>
                    <a:lnT w="12700">
                      <a:solidFill>
                        <a:srgbClr val="E8E3DE"/>
                      </a:solidFill>
                      <a:prstDash val="solid"/>
                    </a:lnT>
                    <a:lnB w="12700">
                      <a:solidFill>
                        <a:srgbClr val="E8E3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1" name="object 21" descr=""/>
          <p:cNvGrpSpPr/>
          <p:nvPr/>
        </p:nvGrpSpPr>
        <p:grpSpPr>
          <a:xfrm>
            <a:off x="8382000" y="5334000"/>
            <a:ext cx="7112000" cy="2857500"/>
            <a:chOff x="8382000" y="5334000"/>
            <a:chExt cx="7112000" cy="2857500"/>
          </a:xfrm>
        </p:grpSpPr>
        <p:sp>
          <p:nvSpPr>
            <p:cNvPr id="22" name="object 22" descr=""/>
            <p:cNvSpPr/>
            <p:nvPr/>
          </p:nvSpPr>
          <p:spPr>
            <a:xfrm>
              <a:off x="8382000" y="5334000"/>
              <a:ext cx="7112000" cy="2857500"/>
            </a:xfrm>
            <a:custGeom>
              <a:avLst/>
              <a:gdLst/>
              <a:ahLst/>
              <a:cxnLst/>
              <a:rect l="l" t="t" r="r" b="b"/>
              <a:pathLst>
                <a:path w="7112000" h="2857500">
                  <a:moveTo>
                    <a:pt x="6883400" y="0"/>
                  </a:moveTo>
                  <a:lnTo>
                    <a:pt x="228600" y="0"/>
                  </a:ln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0" y="2628900"/>
                  </a:lnTo>
                  <a:lnTo>
                    <a:pt x="4644" y="2674970"/>
                  </a:lnTo>
                  <a:lnTo>
                    <a:pt x="17966" y="2717880"/>
                  </a:lnTo>
                  <a:lnTo>
                    <a:pt x="39045" y="2756711"/>
                  </a:lnTo>
                  <a:lnTo>
                    <a:pt x="66960" y="2790544"/>
                  </a:lnTo>
                  <a:lnTo>
                    <a:pt x="100793" y="2818458"/>
                  </a:lnTo>
                  <a:lnTo>
                    <a:pt x="139624" y="2839535"/>
                  </a:lnTo>
                  <a:lnTo>
                    <a:pt x="182533" y="2852855"/>
                  </a:lnTo>
                  <a:lnTo>
                    <a:pt x="228600" y="2857500"/>
                  </a:lnTo>
                  <a:lnTo>
                    <a:pt x="6883400" y="2857500"/>
                  </a:lnTo>
                  <a:lnTo>
                    <a:pt x="6929466" y="2852855"/>
                  </a:lnTo>
                  <a:lnTo>
                    <a:pt x="6972375" y="2839535"/>
                  </a:lnTo>
                  <a:lnTo>
                    <a:pt x="7011206" y="2818458"/>
                  </a:lnTo>
                  <a:lnTo>
                    <a:pt x="7045039" y="2790544"/>
                  </a:lnTo>
                  <a:lnTo>
                    <a:pt x="7072954" y="2756711"/>
                  </a:lnTo>
                  <a:lnTo>
                    <a:pt x="7094033" y="2717880"/>
                  </a:lnTo>
                  <a:lnTo>
                    <a:pt x="7107355" y="2674970"/>
                  </a:lnTo>
                  <a:lnTo>
                    <a:pt x="7112000" y="2628900"/>
                  </a:lnTo>
                  <a:lnTo>
                    <a:pt x="7112000" y="228600"/>
                  </a:lnTo>
                  <a:lnTo>
                    <a:pt x="7107355" y="182533"/>
                  </a:lnTo>
                  <a:lnTo>
                    <a:pt x="7094033" y="139624"/>
                  </a:lnTo>
                  <a:lnTo>
                    <a:pt x="7072954" y="100793"/>
                  </a:lnTo>
                  <a:lnTo>
                    <a:pt x="7045039" y="66960"/>
                  </a:lnTo>
                  <a:lnTo>
                    <a:pt x="7011206" y="39045"/>
                  </a:lnTo>
                  <a:lnTo>
                    <a:pt x="6972375" y="17966"/>
                  </a:lnTo>
                  <a:lnTo>
                    <a:pt x="6929466" y="4644"/>
                  </a:lnTo>
                  <a:lnTo>
                    <a:pt x="688340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672322" y="5562600"/>
              <a:ext cx="461009" cy="459105"/>
            </a:xfrm>
            <a:custGeom>
              <a:avLst/>
              <a:gdLst/>
              <a:ahLst/>
              <a:cxnLst/>
              <a:rect l="l" t="t" r="r" b="b"/>
              <a:pathLst>
                <a:path w="461009" h="459104">
                  <a:moveTo>
                    <a:pt x="452127" y="420624"/>
                  </a:moveTo>
                  <a:lnTo>
                    <a:pt x="366268" y="420624"/>
                  </a:lnTo>
                  <a:lnTo>
                    <a:pt x="438403" y="458977"/>
                  </a:lnTo>
                  <a:lnTo>
                    <a:pt x="447548" y="457581"/>
                  </a:lnTo>
                  <a:lnTo>
                    <a:pt x="459231" y="445643"/>
                  </a:lnTo>
                  <a:lnTo>
                    <a:pt x="460628" y="436625"/>
                  </a:lnTo>
                  <a:lnTo>
                    <a:pt x="456692" y="429260"/>
                  </a:lnTo>
                  <a:lnTo>
                    <a:pt x="452127" y="420624"/>
                  </a:lnTo>
                  <a:close/>
                </a:path>
                <a:path w="461009" h="459104">
                  <a:moveTo>
                    <a:pt x="343916" y="156590"/>
                  </a:moveTo>
                  <a:lnTo>
                    <a:pt x="333489" y="200357"/>
                  </a:lnTo>
                  <a:lnTo>
                    <a:pt x="312485" y="238919"/>
                  </a:lnTo>
                  <a:lnTo>
                    <a:pt x="282606" y="271097"/>
                  </a:lnTo>
                  <a:lnTo>
                    <a:pt x="245552" y="295707"/>
                  </a:lnTo>
                  <a:lnTo>
                    <a:pt x="203022" y="311569"/>
                  </a:lnTo>
                  <a:lnTo>
                    <a:pt x="156718" y="317500"/>
                  </a:lnTo>
                  <a:lnTo>
                    <a:pt x="175097" y="362791"/>
                  </a:lnTo>
                  <a:lnTo>
                    <a:pt x="208502" y="399033"/>
                  </a:lnTo>
                  <a:lnTo>
                    <a:pt x="253480" y="423084"/>
                  </a:lnTo>
                  <a:lnTo>
                    <a:pt x="306577" y="431800"/>
                  </a:lnTo>
                  <a:lnTo>
                    <a:pt x="322280" y="431071"/>
                  </a:lnTo>
                  <a:lnTo>
                    <a:pt x="337518" y="428926"/>
                  </a:lnTo>
                  <a:lnTo>
                    <a:pt x="352208" y="425424"/>
                  </a:lnTo>
                  <a:lnTo>
                    <a:pt x="366268" y="420624"/>
                  </a:lnTo>
                  <a:lnTo>
                    <a:pt x="452127" y="420624"/>
                  </a:lnTo>
                  <a:lnTo>
                    <a:pt x="428498" y="375919"/>
                  </a:lnTo>
                  <a:lnTo>
                    <a:pt x="441350" y="357393"/>
                  </a:lnTo>
                  <a:lnTo>
                    <a:pt x="450929" y="337058"/>
                  </a:lnTo>
                  <a:lnTo>
                    <a:pt x="456912" y="315198"/>
                  </a:lnTo>
                  <a:lnTo>
                    <a:pt x="458864" y="293370"/>
                  </a:lnTo>
                  <a:lnTo>
                    <a:pt x="458977" y="292100"/>
                  </a:lnTo>
                  <a:lnTo>
                    <a:pt x="450286" y="245477"/>
                  </a:lnTo>
                  <a:lnTo>
                    <a:pt x="426212" y="205533"/>
                  </a:lnTo>
                  <a:lnTo>
                    <a:pt x="389755" y="174996"/>
                  </a:lnTo>
                  <a:lnTo>
                    <a:pt x="343916" y="156590"/>
                  </a:lnTo>
                  <a:close/>
                </a:path>
                <a:path w="461009" h="459104">
                  <a:moveTo>
                    <a:pt x="154177" y="0"/>
                  </a:moveTo>
                  <a:lnTo>
                    <a:pt x="106043" y="7116"/>
                  </a:lnTo>
                  <a:lnTo>
                    <a:pt x="64213" y="26936"/>
                  </a:lnTo>
                  <a:lnTo>
                    <a:pt x="31209" y="57168"/>
                  </a:lnTo>
                  <a:lnTo>
                    <a:pt x="9556" y="95520"/>
                  </a:lnTo>
                  <a:lnTo>
                    <a:pt x="1777" y="139700"/>
                  </a:lnTo>
                  <a:lnTo>
                    <a:pt x="3843" y="162798"/>
                  </a:lnTo>
                  <a:lnTo>
                    <a:pt x="9826" y="184658"/>
                  </a:lnTo>
                  <a:lnTo>
                    <a:pt x="19405" y="204993"/>
                  </a:lnTo>
                  <a:lnTo>
                    <a:pt x="32257" y="223520"/>
                  </a:lnTo>
                  <a:lnTo>
                    <a:pt x="3936" y="276860"/>
                  </a:lnTo>
                  <a:lnTo>
                    <a:pt x="0" y="284225"/>
                  </a:lnTo>
                  <a:lnTo>
                    <a:pt x="1397" y="293370"/>
                  </a:lnTo>
                  <a:lnTo>
                    <a:pt x="13334" y="305053"/>
                  </a:lnTo>
                  <a:lnTo>
                    <a:pt x="22351" y="306450"/>
                  </a:lnTo>
                  <a:lnTo>
                    <a:pt x="29718" y="302640"/>
                  </a:lnTo>
                  <a:lnTo>
                    <a:pt x="94487" y="268224"/>
                  </a:lnTo>
                  <a:lnTo>
                    <a:pt x="210894" y="268224"/>
                  </a:lnTo>
                  <a:lnTo>
                    <a:pt x="244197" y="252427"/>
                  </a:lnTo>
                  <a:lnTo>
                    <a:pt x="277183" y="222176"/>
                  </a:lnTo>
                  <a:lnTo>
                    <a:pt x="298811" y="183830"/>
                  </a:lnTo>
                  <a:lnTo>
                    <a:pt x="306577" y="139700"/>
                  </a:lnTo>
                  <a:lnTo>
                    <a:pt x="298811" y="95520"/>
                  </a:lnTo>
                  <a:lnTo>
                    <a:pt x="277183" y="57168"/>
                  </a:lnTo>
                  <a:lnTo>
                    <a:pt x="244197" y="26936"/>
                  </a:lnTo>
                  <a:lnTo>
                    <a:pt x="202360" y="7116"/>
                  </a:lnTo>
                  <a:lnTo>
                    <a:pt x="154177" y="0"/>
                  </a:lnTo>
                  <a:close/>
                </a:path>
                <a:path w="461009" h="459104">
                  <a:moveTo>
                    <a:pt x="210894" y="268224"/>
                  </a:moveTo>
                  <a:lnTo>
                    <a:pt x="94487" y="268224"/>
                  </a:lnTo>
                  <a:lnTo>
                    <a:pt x="108547" y="273024"/>
                  </a:lnTo>
                  <a:lnTo>
                    <a:pt x="123237" y="276526"/>
                  </a:lnTo>
                  <a:lnTo>
                    <a:pt x="138475" y="278671"/>
                  </a:lnTo>
                  <a:lnTo>
                    <a:pt x="154177" y="279400"/>
                  </a:lnTo>
                  <a:lnTo>
                    <a:pt x="202360" y="272271"/>
                  </a:lnTo>
                  <a:lnTo>
                    <a:pt x="210894" y="268224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9259061" y="5596890"/>
            <a:ext cx="2115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Qualitative</a:t>
            </a:r>
            <a:r>
              <a:rPr dirty="0" sz="18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Feedback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5838423" y="8807737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09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687561" y="6033668"/>
            <a:ext cx="60813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Collected</a:t>
            </a:r>
            <a:r>
              <a:rPr dirty="0" sz="1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participant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interviews</a:t>
            </a:r>
            <a:r>
              <a:rPr dirty="0" sz="1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focus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dirty="0" sz="1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discussions</a:t>
            </a:r>
            <a:r>
              <a:rPr dirty="0" sz="1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capture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personal</a:t>
            </a:r>
            <a:r>
              <a:rPr dirty="0" sz="1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experiences,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perceptions,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suggestions</a:t>
            </a:r>
            <a:r>
              <a:rPr dirty="0" sz="1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future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programs.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2"/>
            <a:ext cx="16256000" cy="9144000"/>
            <a:chOff x="0" y="-2"/>
            <a:chExt cx="16256000" cy="914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16255999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71067" y="2448941"/>
              <a:ext cx="1381760" cy="1051560"/>
            </a:xfrm>
            <a:custGeom>
              <a:avLst/>
              <a:gdLst/>
              <a:ahLst/>
              <a:cxnLst/>
              <a:rect l="l" t="t" r="r" b="b"/>
              <a:pathLst>
                <a:path w="1381760" h="1051560">
                  <a:moveTo>
                    <a:pt x="325170" y="0"/>
                  </a:moveTo>
                  <a:lnTo>
                    <a:pt x="282572" y="3786"/>
                  </a:lnTo>
                  <a:lnTo>
                    <a:pt x="241082" y="15144"/>
                  </a:lnTo>
                  <a:lnTo>
                    <a:pt x="200714" y="34075"/>
                  </a:lnTo>
                  <a:lnTo>
                    <a:pt x="161480" y="60578"/>
                  </a:lnTo>
                  <a:lnTo>
                    <a:pt x="125247" y="94273"/>
                  </a:lnTo>
                  <a:lnTo>
                    <a:pt x="93946" y="134588"/>
                  </a:lnTo>
                  <a:lnTo>
                    <a:pt x="67577" y="181522"/>
                  </a:lnTo>
                  <a:lnTo>
                    <a:pt x="46139" y="235076"/>
                  </a:lnTo>
                  <a:lnTo>
                    <a:pt x="32041" y="281728"/>
                  </a:lnTo>
                  <a:lnTo>
                    <a:pt x="20506" y="329861"/>
                  </a:lnTo>
                  <a:lnTo>
                    <a:pt x="11534" y="379475"/>
                  </a:lnTo>
                  <a:lnTo>
                    <a:pt x="5126" y="430572"/>
                  </a:lnTo>
                  <a:lnTo>
                    <a:pt x="1281" y="483150"/>
                  </a:lnTo>
                  <a:lnTo>
                    <a:pt x="0" y="537209"/>
                  </a:lnTo>
                  <a:lnTo>
                    <a:pt x="1280" y="585445"/>
                  </a:lnTo>
                  <a:lnTo>
                    <a:pt x="5119" y="633077"/>
                  </a:lnTo>
                  <a:lnTo>
                    <a:pt x="11518" y="680112"/>
                  </a:lnTo>
                  <a:lnTo>
                    <a:pt x="20476" y="726555"/>
                  </a:lnTo>
                  <a:lnTo>
                    <a:pt x="31991" y="772413"/>
                  </a:lnTo>
                  <a:lnTo>
                    <a:pt x="44786" y="812343"/>
                  </a:lnTo>
                  <a:lnTo>
                    <a:pt x="58599" y="848105"/>
                  </a:lnTo>
                  <a:lnTo>
                    <a:pt x="89293" y="907033"/>
                  </a:lnTo>
                  <a:lnTo>
                    <a:pt x="112827" y="939629"/>
                  </a:lnTo>
                  <a:lnTo>
                    <a:pt x="138034" y="968247"/>
                  </a:lnTo>
                  <a:lnTo>
                    <a:pt x="193471" y="1013459"/>
                  </a:lnTo>
                  <a:lnTo>
                    <a:pt x="255797" y="1041352"/>
                  </a:lnTo>
                  <a:lnTo>
                    <a:pt x="325170" y="1050670"/>
                  </a:lnTo>
                  <a:lnTo>
                    <a:pt x="356577" y="1048789"/>
                  </a:lnTo>
                  <a:lnTo>
                    <a:pt x="415771" y="1033740"/>
                  </a:lnTo>
                  <a:lnTo>
                    <a:pt x="469964" y="1004188"/>
                  </a:lnTo>
                  <a:lnTo>
                    <a:pt x="480293" y="996314"/>
                  </a:lnTo>
                  <a:lnTo>
                    <a:pt x="327456" y="996314"/>
                  </a:lnTo>
                  <a:lnTo>
                    <a:pt x="311147" y="995197"/>
                  </a:lnTo>
                  <a:lnTo>
                    <a:pt x="272338" y="978534"/>
                  </a:lnTo>
                  <a:lnTo>
                    <a:pt x="246549" y="932011"/>
                  </a:lnTo>
                  <a:lnTo>
                    <a:pt x="235815" y="879677"/>
                  </a:lnTo>
                  <a:lnTo>
                    <a:pt x="229190" y="799496"/>
                  </a:lnTo>
                  <a:lnTo>
                    <a:pt x="227126" y="747691"/>
                  </a:lnTo>
                  <a:lnTo>
                    <a:pt x="225888" y="688033"/>
                  </a:lnTo>
                  <a:lnTo>
                    <a:pt x="225552" y="633077"/>
                  </a:lnTo>
                  <a:lnTo>
                    <a:pt x="225655" y="523874"/>
                  </a:lnTo>
                  <a:lnTo>
                    <a:pt x="225847" y="483150"/>
                  </a:lnTo>
                  <a:lnTo>
                    <a:pt x="225947" y="461781"/>
                  </a:lnTo>
                  <a:lnTo>
                    <a:pt x="226538" y="394546"/>
                  </a:lnTo>
                  <a:lnTo>
                    <a:pt x="227368" y="335402"/>
                  </a:lnTo>
                  <a:lnTo>
                    <a:pt x="228437" y="284348"/>
                  </a:lnTo>
                  <a:lnTo>
                    <a:pt x="229746" y="241384"/>
                  </a:lnTo>
                  <a:lnTo>
                    <a:pt x="232970" y="181522"/>
                  </a:lnTo>
                  <a:lnTo>
                    <a:pt x="233090" y="179728"/>
                  </a:lnTo>
                  <a:lnTo>
                    <a:pt x="241102" y="130579"/>
                  </a:lnTo>
                  <a:lnTo>
                    <a:pt x="259720" y="84669"/>
                  </a:lnTo>
                  <a:lnTo>
                    <a:pt x="294341" y="55784"/>
                  </a:lnTo>
                  <a:lnTo>
                    <a:pt x="323011" y="51307"/>
                  </a:lnTo>
                  <a:lnTo>
                    <a:pt x="476627" y="51307"/>
                  </a:lnTo>
                  <a:lnTo>
                    <a:pt x="450418" y="33647"/>
                  </a:lnTo>
                  <a:lnTo>
                    <a:pt x="410117" y="14954"/>
                  </a:lnTo>
                  <a:lnTo>
                    <a:pt x="368541" y="3786"/>
                  </a:lnTo>
                  <a:lnTo>
                    <a:pt x="368914" y="3786"/>
                  </a:lnTo>
                  <a:lnTo>
                    <a:pt x="325170" y="0"/>
                  </a:lnTo>
                  <a:close/>
                </a:path>
                <a:path w="1381760" h="1051560">
                  <a:moveTo>
                    <a:pt x="476627" y="51307"/>
                  </a:moveTo>
                  <a:lnTo>
                    <a:pt x="323011" y="51307"/>
                  </a:lnTo>
                  <a:lnTo>
                    <a:pt x="342365" y="52786"/>
                  </a:lnTo>
                  <a:lnTo>
                    <a:pt x="358873" y="57229"/>
                  </a:lnTo>
                  <a:lnTo>
                    <a:pt x="396072" y="97514"/>
                  </a:lnTo>
                  <a:lnTo>
                    <a:pt x="413892" y="167479"/>
                  </a:lnTo>
                  <a:lnTo>
                    <a:pt x="418896" y="215010"/>
                  </a:lnTo>
                  <a:lnTo>
                    <a:pt x="419797" y="235076"/>
                  </a:lnTo>
                  <a:lnTo>
                    <a:pt x="419828" y="235764"/>
                  </a:lnTo>
                  <a:lnTo>
                    <a:pt x="421182" y="314150"/>
                  </a:lnTo>
                  <a:lnTo>
                    <a:pt x="421568" y="366601"/>
                  </a:lnTo>
                  <a:lnTo>
                    <a:pt x="421774" y="418046"/>
                  </a:lnTo>
                  <a:lnTo>
                    <a:pt x="421817" y="537209"/>
                  </a:lnTo>
                  <a:lnTo>
                    <a:pt x="418900" y="843449"/>
                  </a:lnTo>
                  <a:lnTo>
                    <a:pt x="418896" y="843787"/>
                  </a:lnTo>
                  <a:lnTo>
                    <a:pt x="415017" y="884483"/>
                  </a:lnTo>
                  <a:lnTo>
                    <a:pt x="397161" y="948872"/>
                  </a:lnTo>
                  <a:lnTo>
                    <a:pt x="372783" y="982974"/>
                  </a:lnTo>
                  <a:lnTo>
                    <a:pt x="327456" y="996314"/>
                  </a:lnTo>
                  <a:lnTo>
                    <a:pt x="480293" y="996314"/>
                  </a:lnTo>
                  <a:lnTo>
                    <a:pt x="518490" y="963421"/>
                  </a:lnTo>
                  <a:lnTo>
                    <a:pt x="560898" y="911584"/>
                  </a:lnTo>
                  <a:lnTo>
                    <a:pt x="594998" y="845722"/>
                  </a:lnTo>
                  <a:lnTo>
                    <a:pt x="608761" y="807338"/>
                  </a:lnTo>
                  <a:lnTo>
                    <a:pt x="621693" y="763144"/>
                  </a:lnTo>
                  <a:lnTo>
                    <a:pt x="632289" y="717813"/>
                  </a:lnTo>
                  <a:lnTo>
                    <a:pt x="640543" y="671353"/>
                  </a:lnTo>
                  <a:lnTo>
                    <a:pt x="646447" y="623772"/>
                  </a:lnTo>
                  <a:lnTo>
                    <a:pt x="649995" y="575075"/>
                  </a:lnTo>
                  <a:lnTo>
                    <a:pt x="651179" y="525271"/>
                  </a:lnTo>
                  <a:lnTo>
                    <a:pt x="649793" y="470937"/>
                  </a:lnTo>
                  <a:lnTo>
                    <a:pt x="645634" y="418046"/>
                  </a:lnTo>
                  <a:lnTo>
                    <a:pt x="638702" y="366601"/>
                  </a:lnTo>
                  <a:lnTo>
                    <a:pt x="628997" y="316606"/>
                  </a:lnTo>
                  <a:lnTo>
                    <a:pt x="616519" y="268064"/>
                  </a:lnTo>
                  <a:lnTo>
                    <a:pt x="601268" y="220979"/>
                  </a:lnTo>
                  <a:lnTo>
                    <a:pt x="580855" y="172974"/>
                  </a:lnTo>
                  <a:lnTo>
                    <a:pt x="555405" y="130111"/>
                  </a:lnTo>
                  <a:lnTo>
                    <a:pt x="524884" y="92392"/>
                  </a:lnTo>
                  <a:lnTo>
                    <a:pt x="489254" y="59816"/>
                  </a:lnTo>
                  <a:lnTo>
                    <a:pt x="476627" y="51307"/>
                  </a:lnTo>
                  <a:close/>
                </a:path>
                <a:path w="1381760" h="1051560">
                  <a:moveTo>
                    <a:pt x="812596" y="849756"/>
                  </a:moveTo>
                  <a:lnTo>
                    <a:pt x="768823" y="863365"/>
                  </a:lnTo>
                  <a:lnTo>
                    <a:pt x="737619" y="900620"/>
                  </a:lnTo>
                  <a:lnTo>
                    <a:pt x="731443" y="932306"/>
                  </a:lnTo>
                  <a:lnTo>
                    <a:pt x="734106" y="954740"/>
                  </a:lnTo>
                  <a:lnTo>
                    <a:pt x="755339" y="993082"/>
                  </a:lnTo>
                  <a:lnTo>
                    <a:pt x="807606" y="1027590"/>
                  </a:lnTo>
                  <a:lnTo>
                    <a:pt x="849982" y="1040844"/>
                  </a:lnTo>
                  <a:lnTo>
                    <a:pt x="901002" y="1048787"/>
                  </a:lnTo>
                  <a:lnTo>
                    <a:pt x="960678" y="1051432"/>
                  </a:lnTo>
                  <a:lnTo>
                    <a:pt x="1013956" y="1049178"/>
                  </a:lnTo>
                  <a:lnTo>
                    <a:pt x="1064059" y="1042413"/>
                  </a:lnTo>
                  <a:lnTo>
                    <a:pt x="1110984" y="1031138"/>
                  </a:lnTo>
                  <a:lnTo>
                    <a:pt x="1154731" y="1015354"/>
                  </a:lnTo>
                  <a:lnTo>
                    <a:pt x="1195297" y="995060"/>
                  </a:lnTo>
                  <a:lnTo>
                    <a:pt x="1211207" y="984503"/>
                  </a:lnTo>
                  <a:lnTo>
                    <a:pt x="1079042" y="984503"/>
                  </a:lnTo>
                  <a:lnTo>
                    <a:pt x="1046826" y="980793"/>
                  </a:lnTo>
                  <a:lnTo>
                    <a:pt x="1013431" y="969676"/>
                  </a:lnTo>
                  <a:lnTo>
                    <a:pt x="978869" y="951178"/>
                  </a:lnTo>
                  <a:lnTo>
                    <a:pt x="943152" y="925321"/>
                  </a:lnTo>
                  <a:lnTo>
                    <a:pt x="910668" y="899032"/>
                  </a:lnTo>
                  <a:lnTo>
                    <a:pt x="885780" y="879411"/>
                  </a:lnTo>
                  <a:lnTo>
                    <a:pt x="847744" y="855597"/>
                  </a:lnTo>
                  <a:lnTo>
                    <a:pt x="824693" y="850401"/>
                  </a:lnTo>
                  <a:lnTo>
                    <a:pt x="812596" y="849756"/>
                  </a:lnTo>
                  <a:close/>
                </a:path>
                <a:path w="1381760" h="1051560">
                  <a:moveTo>
                    <a:pt x="1321584" y="148716"/>
                  </a:moveTo>
                  <a:lnTo>
                    <a:pt x="973378" y="148716"/>
                  </a:lnTo>
                  <a:lnTo>
                    <a:pt x="1005452" y="151499"/>
                  </a:lnTo>
                  <a:lnTo>
                    <a:pt x="1034799" y="159829"/>
                  </a:lnTo>
                  <a:lnTo>
                    <a:pt x="1085265" y="193039"/>
                  </a:lnTo>
                  <a:lnTo>
                    <a:pt x="1119095" y="241728"/>
                  </a:lnTo>
                  <a:lnTo>
                    <a:pt x="1130350" y="299084"/>
                  </a:lnTo>
                  <a:lnTo>
                    <a:pt x="1128870" y="321055"/>
                  </a:lnTo>
                  <a:lnTo>
                    <a:pt x="1128852" y="321321"/>
                  </a:lnTo>
                  <a:lnTo>
                    <a:pt x="1116902" y="365414"/>
                  </a:lnTo>
                  <a:lnTo>
                    <a:pt x="1094018" y="407630"/>
                  </a:lnTo>
                  <a:lnTo>
                    <a:pt x="1065773" y="440015"/>
                  </a:lnTo>
                  <a:lnTo>
                    <a:pt x="1030334" y="462853"/>
                  </a:lnTo>
                  <a:lnTo>
                    <a:pt x="971557" y="485765"/>
                  </a:lnTo>
                  <a:lnTo>
                    <a:pt x="932357" y="497839"/>
                  </a:lnTo>
                  <a:lnTo>
                    <a:pt x="932357" y="523874"/>
                  </a:lnTo>
                  <a:lnTo>
                    <a:pt x="984798" y="539052"/>
                  </a:lnTo>
                  <a:lnTo>
                    <a:pt x="1031935" y="558514"/>
                  </a:lnTo>
                  <a:lnTo>
                    <a:pt x="1073769" y="582250"/>
                  </a:lnTo>
                  <a:lnTo>
                    <a:pt x="1110300" y="610247"/>
                  </a:lnTo>
                  <a:lnTo>
                    <a:pt x="1141526" y="642492"/>
                  </a:lnTo>
                  <a:lnTo>
                    <a:pt x="1172770" y="686470"/>
                  </a:lnTo>
                  <a:lnTo>
                    <a:pt x="1195073" y="732472"/>
                  </a:lnTo>
                  <a:lnTo>
                    <a:pt x="1208445" y="780474"/>
                  </a:lnTo>
                  <a:lnTo>
                    <a:pt x="1212900" y="830452"/>
                  </a:lnTo>
                  <a:lnTo>
                    <a:pt x="1210477" y="862028"/>
                  </a:lnTo>
                  <a:lnTo>
                    <a:pt x="1210446" y="862433"/>
                  </a:lnTo>
                  <a:lnTo>
                    <a:pt x="1190773" y="917678"/>
                  </a:lnTo>
                  <a:lnTo>
                    <a:pt x="1152837" y="959965"/>
                  </a:lnTo>
                  <a:lnTo>
                    <a:pt x="1105593" y="981769"/>
                  </a:lnTo>
                  <a:lnTo>
                    <a:pt x="1079042" y="984503"/>
                  </a:lnTo>
                  <a:lnTo>
                    <a:pt x="1211207" y="984503"/>
                  </a:lnTo>
                  <a:lnTo>
                    <a:pt x="1266875" y="940942"/>
                  </a:lnTo>
                  <a:lnTo>
                    <a:pt x="1301800" y="902800"/>
                  </a:lnTo>
                  <a:lnTo>
                    <a:pt x="1330375" y="862028"/>
                  </a:lnTo>
                  <a:lnTo>
                    <a:pt x="1352600" y="818626"/>
                  </a:lnTo>
                  <a:lnTo>
                    <a:pt x="1368475" y="772588"/>
                  </a:lnTo>
                  <a:lnTo>
                    <a:pt x="1378000" y="723911"/>
                  </a:lnTo>
                  <a:lnTo>
                    <a:pt x="1381175" y="672591"/>
                  </a:lnTo>
                  <a:lnTo>
                    <a:pt x="1378298" y="627705"/>
                  </a:lnTo>
                  <a:lnTo>
                    <a:pt x="1369682" y="586771"/>
                  </a:lnTo>
                  <a:lnTo>
                    <a:pt x="1355351" y="549790"/>
                  </a:lnTo>
                  <a:lnTo>
                    <a:pt x="1335328" y="516762"/>
                  </a:lnTo>
                  <a:lnTo>
                    <a:pt x="1309875" y="486929"/>
                  </a:lnTo>
                  <a:lnTo>
                    <a:pt x="1279242" y="459549"/>
                  </a:lnTo>
                  <a:lnTo>
                    <a:pt x="1243442" y="434645"/>
                  </a:lnTo>
                  <a:lnTo>
                    <a:pt x="1202486" y="412241"/>
                  </a:lnTo>
                  <a:lnTo>
                    <a:pt x="1234133" y="391743"/>
                  </a:lnTo>
                  <a:lnTo>
                    <a:pt x="1283854" y="346126"/>
                  </a:lnTo>
                  <a:lnTo>
                    <a:pt x="1315762" y="294907"/>
                  </a:lnTo>
                  <a:lnTo>
                    <a:pt x="1331574" y="241135"/>
                  </a:lnTo>
                  <a:lnTo>
                    <a:pt x="1333550" y="213486"/>
                  </a:lnTo>
                  <a:lnTo>
                    <a:pt x="1329288" y="172057"/>
                  </a:lnTo>
                  <a:lnTo>
                    <a:pt x="1321584" y="148716"/>
                  </a:lnTo>
                  <a:close/>
                </a:path>
                <a:path w="1381760" h="1051560">
                  <a:moveTo>
                    <a:pt x="1092377" y="0"/>
                  </a:moveTo>
                  <a:lnTo>
                    <a:pt x="1041003" y="4000"/>
                  </a:lnTo>
                  <a:lnTo>
                    <a:pt x="1041838" y="4000"/>
                  </a:lnTo>
                  <a:lnTo>
                    <a:pt x="994444" y="15620"/>
                  </a:lnTo>
                  <a:lnTo>
                    <a:pt x="949020" y="35147"/>
                  </a:lnTo>
                  <a:lnTo>
                    <a:pt x="905941" y="62483"/>
                  </a:lnTo>
                  <a:lnTo>
                    <a:pt x="873692" y="89947"/>
                  </a:lnTo>
                  <a:lnTo>
                    <a:pt x="843845" y="122354"/>
                  </a:lnTo>
                  <a:lnTo>
                    <a:pt x="816325" y="159829"/>
                  </a:lnTo>
                  <a:lnTo>
                    <a:pt x="791332" y="202025"/>
                  </a:lnTo>
                  <a:lnTo>
                    <a:pt x="768654" y="249300"/>
                  </a:lnTo>
                  <a:lnTo>
                    <a:pt x="796213" y="258952"/>
                  </a:lnTo>
                  <a:lnTo>
                    <a:pt x="834647" y="210760"/>
                  </a:lnTo>
                  <a:lnTo>
                    <a:pt x="876985" y="176307"/>
                  </a:lnTo>
                  <a:lnTo>
                    <a:pt x="923229" y="155618"/>
                  </a:lnTo>
                  <a:lnTo>
                    <a:pt x="973378" y="148716"/>
                  </a:lnTo>
                  <a:lnTo>
                    <a:pt x="1321584" y="148716"/>
                  </a:lnTo>
                  <a:lnTo>
                    <a:pt x="1316501" y="133318"/>
                  </a:lnTo>
                  <a:lnTo>
                    <a:pt x="1295188" y="97293"/>
                  </a:lnTo>
                  <a:lnTo>
                    <a:pt x="1265351" y="64007"/>
                  </a:lnTo>
                  <a:lnTo>
                    <a:pt x="1229037" y="36004"/>
                  </a:lnTo>
                  <a:lnTo>
                    <a:pt x="1188104" y="16001"/>
                  </a:lnTo>
                  <a:lnTo>
                    <a:pt x="1142550" y="4000"/>
                  </a:lnTo>
                  <a:lnTo>
                    <a:pt x="1092377" y="0"/>
                  </a:lnTo>
                  <a:close/>
                </a:path>
              </a:pathLst>
            </a:custGeom>
            <a:solidFill>
              <a:srgbClr val="FFFFFF">
                <a:alpha val="823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16000" y="4063999"/>
              <a:ext cx="1016000" cy="50800"/>
            </a:xfrm>
            <a:custGeom>
              <a:avLst/>
              <a:gdLst/>
              <a:ahLst/>
              <a:cxnLst/>
              <a:rect l="l" t="t" r="r" b="b"/>
              <a:pathLst>
                <a:path w="1016000" h="50800">
                  <a:moveTo>
                    <a:pt x="10160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016000" y="5080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03503" y="4347159"/>
            <a:ext cx="491490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5939" algn="l"/>
              </a:tabLst>
            </a:pPr>
            <a:r>
              <a:rPr dirty="0" sz="4200" spc="-10" b="1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4200" b="1">
                <a:solidFill>
                  <a:srgbClr val="FFFFFF"/>
                </a:solidFill>
                <a:latin typeface="Times New Roman"/>
                <a:cs typeface="Times New Roman"/>
              </a:rPr>
              <a:t>	&amp;</a:t>
            </a:r>
            <a:r>
              <a:rPr dirty="0" sz="4200" spc="-10" b="1">
                <a:solidFill>
                  <a:srgbClr val="FFFFFF"/>
                </a:solidFill>
                <a:latin typeface="Times New Roman"/>
                <a:cs typeface="Times New Roman"/>
              </a:rPr>
              <a:t> Reflections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3503" y="5197220"/>
            <a:ext cx="75203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Outcomes,</a:t>
            </a:r>
            <a:r>
              <a:rPr dirty="0" sz="2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best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practices,</a:t>
            </a:r>
            <a:r>
              <a:rPr dirty="0" sz="2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challenges,</a:t>
            </a:r>
            <a:r>
              <a:rPr dirty="0" sz="2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learnings</a:t>
            </a:r>
            <a:r>
              <a:rPr dirty="0" sz="2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128000" cy="508000"/>
          </a:xfrm>
          <a:custGeom>
            <a:avLst/>
            <a:gdLst/>
            <a:ahLst/>
            <a:cxnLst/>
            <a:rect l="l" t="t" r="r" b="b"/>
            <a:pathLst>
              <a:path w="8128000" h="508000">
                <a:moveTo>
                  <a:pt x="0" y="508000"/>
                </a:moveTo>
                <a:lnTo>
                  <a:pt x="8128000" y="508000"/>
                </a:lnTo>
                <a:lnTo>
                  <a:pt x="8128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19200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0" y="508000"/>
                </a:moveTo>
                <a:lnTo>
                  <a:pt x="4064000" y="508000"/>
                </a:lnTo>
                <a:lnTo>
                  <a:pt x="4064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28000" y="0"/>
            <a:ext cx="4064000" cy="508000"/>
          </a:xfrm>
          <a:prstGeom prst="rect">
            <a:avLst/>
          </a:prstGeom>
          <a:solidFill>
            <a:srgbClr val="2C6A4F"/>
          </a:solidFill>
        </p:spPr>
        <p:txBody>
          <a:bodyPr wrap="square" lIns="0" tIns="165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2000" y="8128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63500" y="0"/>
                </a:moveTo>
                <a:lnTo>
                  <a:pt x="0" y="0"/>
                </a:lnTo>
                <a:lnTo>
                  <a:pt x="0" y="355600"/>
                </a:lnTo>
                <a:lnTo>
                  <a:pt x="63500" y="355600"/>
                </a:lnTo>
                <a:lnTo>
                  <a:pt x="635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03503" y="802004"/>
            <a:ext cx="21424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Best</a:t>
            </a:r>
            <a:r>
              <a:rPr dirty="0" sz="2800" spc="-4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Practices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62000" y="1524000"/>
            <a:ext cx="4699000" cy="2222500"/>
            <a:chOff x="762000" y="1524000"/>
            <a:chExt cx="4699000" cy="2222500"/>
          </a:xfrm>
        </p:grpSpPr>
        <p:sp>
          <p:nvSpPr>
            <p:cNvPr id="11" name="object 11" descr=""/>
            <p:cNvSpPr/>
            <p:nvPr/>
          </p:nvSpPr>
          <p:spPr>
            <a:xfrm>
              <a:off x="762000" y="1524000"/>
              <a:ext cx="4699000" cy="2222500"/>
            </a:xfrm>
            <a:custGeom>
              <a:avLst/>
              <a:gdLst/>
              <a:ahLst/>
              <a:cxnLst/>
              <a:rect l="l" t="t" r="r" b="b"/>
              <a:pathLst>
                <a:path w="4699000" h="2222500">
                  <a:moveTo>
                    <a:pt x="4521200" y="0"/>
                  </a:moveTo>
                  <a:lnTo>
                    <a:pt x="177800" y="0"/>
                  </a:lnTo>
                  <a:lnTo>
                    <a:pt x="130533" y="6352"/>
                  </a:lnTo>
                  <a:lnTo>
                    <a:pt x="88060" y="24280"/>
                  </a:lnTo>
                  <a:lnTo>
                    <a:pt x="52076" y="52085"/>
                  </a:lnTo>
                  <a:lnTo>
                    <a:pt x="24274" y="88072"/>
                  </a:lnTo>
                  <a:lnTo>
                    <a:pt x="6351" y="130542"/>
                  </a:lnTo>
                  <a:lnTo>
                    <a:pt x="0" y="177800"/>
                  </a:lnTo>
                  <a:lnTo>
                    <a:pt x="0" y="2044700"/>
                  </a:lnTo>
                  <a:lnTo>
                    <a:pt x="6351" y="2091957"/>
                  </a:lnTo>
                  <a:lnTo>
                    <a:pt x="24274" y="2134427"/>
                  </a:lnTo>
                  <a:lnTo>
                    <a:pt x="52076" y="2170414"/>
                  </a:lnTo>
                  <a:lnTo>
                    <a:pt x="88060" y="2198219"/>
                  </a:lnTo>
                  <a:lnTo>
                    <a:pt x="130533" y="2216147"/>
                  </a:lnTo>
                  <a:lnTo>
                    <a:pt x="177800" y="2222500"/>
                  </a:lnTo>
                  <a:lnTo>
                    <a:pt x="4521200" y="2222500"/>
                  </a:lnTo>
                  <a:lnTo>
                    <a:pt x="4568457" y="2216147"/>
                  </a:lnTo>
                  <a:lnTo>
                    <a:pt x="4610927" y="2198219"/>
                  </a:lnTo>
                  <a:lnTo>
                    <a:pt x="4646914" y="2170414"/>
                  </a:lnTo>
                  <a:lnTo>
                    <a:pt x="4674719" y="2134427"/>
                  </a:lnTo>
                  <a:lnTo>
                    <a:pt x="4692647" y="2091957"/>
                  </a:lnTo>
                  <a:lnTo>
                    <a:pt x="4699000" y="2044700"/>
                  </a:lnTo>
                  <a:lnTo>
                    <a:pt x="4699000" y="177800"/>
                  </a:lnTo>
                  <a:lnTo>
                    <a:pt x="4692647" y="130542"/>
                  </a:lnTo>
                  <a:lnTo>
                    <a:pt x="4674719" y="88072"/>
                  </a:lnTo>
                  <a:lnTo>
                    <a:pt x="4646914" y="52085"/>
                  </a:lnTo>
                  <a:lnTo>
                    <a:pt x="4610927" y="24280"/>
                  </a:lnTo>
                  <a:lnTo>
                    <a:pt x="4568457" y="6352"/>
                  </a:lnTo>
                  <a:lnTo>
                    <a:pt x="4521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41400" y="1774825"/>
              <a:ext cx="355600" cy="337820"/>
            </a:xfrm>
            <a:custGeom>
              <a:avLst/>
              <a:gdLst/>
              <a:ahLst/>
              <a:cxnLst/>
              <a:rect l="l" t="t" r="r" b="b"/>
              <a:pathLst>
                <a:path w="355600" h="337819">
                  <a:moveTo>
                    <a:pt x="297815" y="311150"/>
                  </a:moveTo>
                  <a:lnTo>
                    <a:pt x="57784" y="311150"/>
                  </a:lnTo>
                  <a:lnTo>
                    <a:pt x="84099" y="312451"/>
                  </a:lnTo>
                  <a:lnTo>
                    <a:pt x="110093" y="316325"/>
                  </a:lnTo>
                  <a:lnTo>
                    <a:pt x="135576" y="322722"/>
                  </a:lnTo>
                  <a:lnTo>
                    <a:pt x="160362" y="331597"/>
                  </a:lnTo>
                  <a:lnTo>
                    <a:pt x="174739" y="337566"/>
                  </a:lnTo>
                  <a:lnTo>
                    <a:pt x="180860" y="337566"/>
                  </a:lnTo>
                  <a:lnTo>
                    <a:pt x="195237" y="331597"/>
                  </a:lnTo>
                  <a:lnTo>
                    <a:pt x="220028" y="322722"/>
                  </a:lnTo>
                  <a:lnTo>
                    <a:pt x="245521" y="316325"/>
                  </a:lnTo>
                  <a:lnTo>
                    <a:pt x="271516" y="312451"/>
                  </a:lnTo>
                  <a:lnTo>
                    <a:pt x="297815" y="311150"/>
                  </a:lnTo>
                  <a:close/>
                </a:path>
                <a:path w="355600" h="337819">
                  <a:moveTo>
                    <a:pt x="57784" y="0"/>
                  </a:moveTo>
                  <a:lnTo>
                    <a:pt x="33337" y="0"/>
                  </a:lnTo>
                  <a:lnTo>
                    <a:pt x="20365" y="2627"/>
                  </a:lnTo>
                  <a:lnTo>
                    <a:pt x="9767" y="9778"/>
                  </a:lnTo>
                  <a:lnTo>
                    <a:pt x="2603" y="20447"/>
                  </a:lnTo>
                  <a:lnTo>
                    <a:pt x="0" y="33274"/>
                  </a:lnTo>
                  <a:lnTo>
                    <a:pt x="0" y="277749"/>
                  </a:lnTo>
                  <a:lnTo>
                    <a:pt x="2621" y="290736"/>
                  </a:lnTo>
                  <a:lnTo>
                    <a:pt x="9767" y="301355"/>
                  </a:lnTo>
                  <a:lnTo>
                    <a:pt x="20365" y="308520"/>
                  </a:lnTo>
                  <a:lnTo>
                    <a:pt x="33337" y="311150"/>
                  </a:lnTo>
                  <a:lnTo>
                    <a:pt x="322325" y="311150"/>
                  </a:lnTo>
                  <a:lnTo>
                    <a:pt x="335240" y="308520"/>
                  </a:lnTo>
                  <a:lnTo>
                    <a:pt x="345821" y="301355"/>
                  </a:lnTo>
                  <a:lnTo>
                    <a:pt x="352972" y="290736"/>
                  </a:lnTo>
                  <a:lnTo>
                    <a:pt x="177800" y="290736"/>
                  </a:lnTo>
                  <a:lnTo>
                    <a:pt x="177800" y="75946"/>
                  </a:lnTo>
                  <a:lnTo>
                    <a:pt x="232974" y="54147"/>
                  </a:lnTo>
                  <a:lnTo>
                    <a:pt x="275887" y="45539"/>
                  </a:lnTo>
                  <a:lnTo>
                    <a:pt x="297815" y="44450"/>
                  </a:lnTo>
                  <a:lnTo>
                    <a:pt x="355600" y="44450"/>
                  </a:lnTo>
                  <a:lnTo>
                    <a:pt x="355600" y="33274"/>
                  </a:lnTo>
                  <a:lnTo>
                    <a:pt x="354489" y="27813"/>
                  </a:lnTo>
                  <a:lnTo>
                    <a:pt x="177800" y="27813"/>
                  </a:lnTo>
                  <a:lnTo>
                    <a:pt x="160362" y="20447"/>
                  </a:lnTo>
                  <a:lnTo>
                    <a:pt x="135576" y="11572"/>
                  </a:lnTo>
                  <a:lnTo>
                    <a:pt x="110093" y="5175"/>
                  </a:lnTo>
                  <a:lnTo>
                    <a:pt x="84099" y="1301"/>
                  </a:lnTo>
                  <a:lnTo>
                    <a:pt x="57784" y="0"/>
                  </a:lnTo>
                  <a:close/>
                </a:path>
                <a:path w="355600" h="337819">
                  <a:moveTo>
                    <a:pt x="355600" y="44450"/>
                  </a:moveTo>
                  <a:lnTo>
                    <a:pt x="311150" y="44450"/>
                  </a:lnTo>
                  <a:lnTo>
                    <a:pt x="311150" y="266700"/>
                  </a:lnTo>
                  <a:lnTo>
                    <a:pt x="297815" y="266700"/>
                  </a:lnTo>
                  <a:lnTo>
                    <a:pt x="267143" y="268216"/>
                  </a:lnTo>
                  <a:lnTo>
                    <a:pt x="236816" y="272732"/>
                  </a:lnTo>
                  <a:lnTo>
                    <a:pt x="207071" y="280201"/>
                  </a:lnTo>
                  <a:lnTo>
                    <a:pt x="177705" y="290736"/>
                  </a:lnTo>
                  <a:lnTo>
                    <a:pt x="352972" y="290736"/>
                  </a:lnTo>
                  <a:lnTo>
                    <a:pt x="355600" y="277749"/>
                  </a:lnTo>
                  <a:lnTo>
                    <a:pt x="355600" y="44450"/>
                  </a:lnTo>
                  <a:close/>
                </a:path>
                <a:path w="355600" h="337819">
                  <a:moveTo>
                    <a:pt x="322325" y="0"/>
                  </a:moveTo>
                  <a:lnTo>
                    <a:pt x="297815" y="0"/>
                  </a:lnTo>
                  <a:lnTo>
                    <a:pt x="271516" y="1301"/>
                  </a:lnTo>
                  <a:lnTo>
                    <a:pt x="245521" y="5175"/>
                  </a:lnTo>
                  <a:lnTo>
                    <a:pt x="220028" y="11572"/>
                  </a:lnTo>
                  <a:lnTo>
                    <a:pt x="195237" y="20447"/>
                  </a:lnTo>
                  <a:lnTo>
                    <a:pt x="177800" y="27813"/>
                  </a:lnTo>
                  <a:lnTo>
                    <a:pt x="354489" y="27813"/>
                  </a:lnTo>
                  <a:lnTo>
                    <a:pt x="352990" y="20447"/>
                  </a:lnTo>
                  <a:lnTo>
                    <a:pt x="345820" y="9778"/>
                  </a:lnTo>
                  <a:lnTo>
                    <a:pt x="335240" y="2627"/>
                  </a:lnTo>
                  <a:lnTo>
                    <a:pt x="322325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511300" y="1764538"/>
            <a:ext cx="163766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C6A4F"/>
                </a:solidFill>
                <a:latin typeface="Times New Roman"/>
                <a:cs typeface="Times New Roman"/>
              </a:rPr>
              <a:t>Visual</a:t>
            </a:r>
            <a:r>
              <a:rPr dirty="0" sz="1600" spc="-4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C6A4F"/>
                </a:solidFill>
                <a:latin typeface="Times New Roman"/>
                <a:cs typeface="Times New Roman"/>
              </a:rPr>
              <a:t>Storytelling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8801" y="2124836"/>
            <a:ext cx="3818254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Illustrated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storyboards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proved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highly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effective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for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engaging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children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members.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778500" y="1524000"/>
            <a:ext cx="4699000" cy="2222500"/>
            <a:chOff x="5778500" y="1524000"/>
            <a:chExt cx="4699000" cy="2222500"/>
          </a:xfrm>
        </p:grpSpPr>
        <p:sp>
          <p:nvSpPr>
            <p:cNvPr id="16" name="object 16" descr=""/>
            <p:cNvSpPr/>
            <p:nvPr/>
          </p:nvSpPr>
          <p:spPr>
            <a:xfrm>
              <a:off x="5778500" y="1524000"/>
              <a:ext cx="4699000" cy="2222500"/>
            </a:xfrm>
            <a:custGeom>
              <a:avLst/>
              <a:gdLst/>
              <a:ahLst/>
              <a:cxnLst/>
              <a:rect l="l" t="t" r="r" b="b"/>
              <a:pathLst>
                <a:path w="4699000" h="2222500">
                  <a:moveTo>
                    <a:pt x="4521200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2044700"/>
                  </a:lnTo>
                  <a:lnTo>
                    <a:pt x="6352" y="2091957"/>
                  </a:lnTo>
                  <a:lnTo>
                    <a:pt x="24280" y="2134427"/>
                  </a:lnTo>
                  <a:lnTo>
                    <a:pt x="52085" y="2170414"/>
                  </a:lnTo>
                  <a:lnTo>
                    <a:pt x="88072" y="2198219"/>
                  </a:lnTo>
                  <a:lnTo>
                    <a:pt x="130542" y="2216147"/>
                  </a:lnTo>
                  <a:lnTo>
                    <a:pt x="177800" y="2222500"/>
                  </a:lnTo>
                  <a:lnTo>
                    <a:pt x="4521200" y="2222500"/>
                  </a:lnTo>
                  <a:lnTo>
                    <a:pt x="4568457" y="2216147"/>
                  </a:lnTo>
                  <a:lnTo>
                    <a:pt x="4610927" y="2198219"/>
                  </a:lnTo>
                  <a:lnTo>
                    <a:pt x="4646914" y="2170414"/>
                  </a:lnTo>
                  <a:lnTo>
                    <a:pt x="4674719" y="2134427"/>
                  </a:lnTo>
                  <a:lnTo>
                    <a:pt x="4692647" y="2091957"/>
                  </a:lnTo>
                  <a:lnTo>
                    <a:pt x="4699000" y="2044700"/>
                  </a:lnTo>
                  <a:lnTo>
                    <a:pt x="4699000" y="177800"/>
                  </a:lnTo>
                  <a:lnTo>
                    <a:pt x="4692647" y="130542"/>
                  </a:lnTo>
                  <a:lnTo>
                    <a:pt x="4674719" y="88072"/>
                  </a:lnTo>
                  <a:lnTo>
                    <a:pt x="4646914" y="52085"/>
                  </a:lnTo>
                  <a:lnTo>
                    <a:pt x="4610927" y="24280"/>
                  </a:lnTo>
                  <a:lnTo>
                    <a:pt x="4568457" y="6352"/>
                  </a:lnTo>
                  <a:lnTo>
                    <a:pt x="4521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035675" y="1752600"/>
              <a:ext cx="400050" cy="356235"/>
            </a:xfrm>
            <a:custGeom>
              <a:avLst/>
              <a:gdLst/>
              <a:ahLst/>
              <a:cxnLst/>
              <a:rect l="l" t="t" r="r" b="b"/>
              <a:pathLst>
                <a:path w="400050" h="356235">
                  <a:moveTo>
                    <a:pt x="224857" y="221360"/>
                  </a:moveTo>
                  <a:lnTo>
                    <a:pt x="126746" y="221360"/>
                  </a:lnTo>
                  <a:lnTo>
                    <a:pt x="137747" y="228381"/>
                  </a:lnTo>
                  <a:lnTo>
                    <a:pt x="149034" y="234950"/>
                  </a:lnTo>
                  <a:lnTo>
                    <a:pt x="160607" y="241042"/>
                  </a:lnTo>
                  <a:lnTo>
                    <a:pt x="172465" y="246633"/>
                  </a:lnTo>
                  <a:lnTo>
                    <a:pt x="207517" y="262127"/>
                  </a:lnTo>
                  <a:lnTo>
                    <a:pt x="179832" y="324357"/>
                  </a:lnTo>
                  <a:lnTo>
                    <a:pt x="177875" y="333013"/>
                  </a:lnTo>
                  <a:lnTo>
                    <a:pt x="179383" y="341407"/>
                  </a:lnTo>
                  <a:lnTo>
                    <a:pt x="183931" y="348611"/>
                  </a:lnTo>
                  <a:lnTo>
                    <a:pt x="191008" y="353695"/>
                  </a:lnTo>
                  <a:lnTo>
                    <a:pt x="199610" y="355607"/>
                  </a:lnTo>
                  <a:lnTo>
                    <a:pt x="208010" y="354139"/>
                  </a:lnTo>
                  <a:lnTo>
                    <a:pt x="215243" y="349623"/>
                  </a:lnTo>
                  <a:lnTo>
                    <a:pt x="220345" y="342392"/>
                  </a:lnTo>
                  <a:lnTo>
                    <a:pt x="234314" y="311150"/>
                  </a:lnTo>
                  <a:lnTo>
                    <a:pt x="392274" y="311150"/>
                  </a:lnTo>
                  <a:lnTo>
                    <a:pt x="372519" y="266700"/>
                  </a:lnTo>
                  <a:lnTo>
                    <a:pt x="254000" y="266700"/>
                  </a:lnTo>
                  <a:lnTo>
                    <a:pt x="274029" y="221615"/>
                  </a:lnTo>
                  <a:lnTo>
                    <a:pt x="225425" y="221615"/>
                  </a:lnTo>
                  <a:lnTo>
                    <a:pt x="224857" y="221360"/>
                  </a:lnTo>
                  <a:close/>
                </a:path>
                <a:path w="400050" h="356235">
                  <a:moveTo>
                    <a:pt x="392274" y="311150"/>
                  </a:moveTo>
                  <a:lnTo>
                    <a:pt x="343662" y="311150"/>
                  </a:lnTo>
                  <a:lnTo>
                    <a:pt x="357504" y="342392"/>
                  </a:lnTo>
                  <a:lnTo>
                    <a:pt x="361925" y="348611"/>
                  </a:lnTo>
                  <a:lnTo>
                    <a:pt x="362692" y="349623"/>
                  </a:lnTo>
                  <a:lnTo>
                    <a:pt x="369916" y="354139"/>
                  </a:lnTo>
                  <a:lnTo>
                    <a:pt x="370106" y="354139"/>
                  </a:lnTo>
                  <a:lnTo>
                    <a:pt x="378339" y="355607"/>
                  </a:lnTo>
                  <a:lnTo>
                    <a:pt x="378158" y="355607"/>
                  </a:lnTo>
                  <a:lnTo>
                    <a:pt x="386841" y="353695"/>
                  </a:lnTo>
                  <a:lnTo>
                    <a:pt x="394019" y="348611"/>
                  </a:lnTo>
                  <a:lnTo>
                    <a:pt x="398541" y="341407"/>
                  </a:lnTo>
                  <a:lnTo>
                    <a:pt x="400040" y="333013"/>
                  </a:lnTo>
                  <a:lnTo>
                    <a:pt x="398145" y="324357"/>
                  </a:lnTo>
                  <a:lnTo>
                    <a:pt x="392274" y="311150"/>
                  </a:lnTo>
                  <a:close/>
                </a:path>
                <a:path w="400050" h="356235">
                  <a:moveTo>
                    <a:pt x="75803" y="119649"/>
                  </a:moveTo>
                  <a:lnTo>
                    <a:pt x="67319" y="120509"/>
                  </a:lnTo>
                  <a:lnTo>
                    <a:pt x="59562" y="124714"/>
                  </a:lnTo>
                  <a:lnTo>
                    <a:pt x="53980" y="131597"/>
                  </a:lnTo>
                  <a:lnTo>
                    <a:pt x="51577" y="139779"/>
                  </a:lnTo>
                  <a:lnTo>
                    <a:pt x="52437" y="148270"/>
                  </a:lnTo>
                  <a:lnTo>
                    <a:pt x="76771" y="179228"/>
                  </a:lnTo>
                  <a:lnTo>
                    <a:pt x="90677" y="192913"/>
                  </a:lnTo>
                  <a:lnTo>
                    <a:pt x="82881" y="198342"/>
                  </a:lnTo>
                  <a:lnTo>
                    <a:pt x="75025" y="203374"/>
                  </a:lnTo>
                  <a:lnTo>
                    <a:pt x="66853" y="208147"/>
                  </a:lnTo>
                  <a:lnTo>
                    <a:pt x="58420" y="212598"/>
                  </a:lnTo>
                  <a:lnTo>
                    <a:pt x="34544" y="224663"/>
                  </a:lnTo>
                  <a:lnTo>
                    <a:pt x="27549" y="230074"/>
                  </a:lnTo>
                  <a:lnTo>
                    <a:pt x="23352" y="237474"/>
                  </a:lnTo>
                  <a:lnTo>
                    <a:pt x="22320" y="245542"/>
                  </a:lnTo>
                  <a:lnTo>
                    <a:pt x="22274" y="245897"/>
                  </a:lnTo>
                  <a:lnTo>
                    <a:pt x="24637" y="254380"/>
                  </a:lnTo>
                  <a:lnTo>
                    <a:pt x="30049" y="261375"/>
                  </a:lnTo>
                  <a:lnTo>
                    <a:pt x="37449" y="265572"/>
                  </a:lnTo>
                  <a:lnTo>
                    <a:pt x="46260" y="266700"/>
                  </a:lnTo>
                  <a:lnTo>
                    <a:pt x="45694" y="266700"/>
                  </a:lnTo>
                  <a:lnTo>
                    <a:pt x="91241" y="245542"/>
                  </a:lnTo>
                  <a:lnTo>
                    <a:pt x="126746" y="221360"/>
                  </a:lnTo>
                  <a:lnTo>
                    <a:pt x="224857" y="221360"/>
                  </a:lnTo>
                  <a:lnTo>
                    <a:pt x="182499" y="202275"/>
                  </a:lnTo>
                  <a:lnTo>
                    <a:pt x="159638" y="189738"/>
                  </a:lnTo>
                  <a:lnTo>
                    <a:pt x="174978" y="170463"/>
                  </a:lnTo>
                  <a:lnTo>
                    <a:pt x="179922" y="162941"/>
                  </a:lnTo>
                  <a:lnTo>
                    <a:pt x="123951" y="162941"/>
                  </a:lnTo>
                  <a:lnTo>
                    <a:pt x="117097" y="156608"/>
                  </a:lnTo>
                  <a:lnTo>
                    <a:pt x="110458" y="150002"/>
                  </a:lnTo>
                  <a:lnTo>
                    <a:pt x="104056" y="143134"/>
                  </a:lnTo>
                  <a:lnTo>
                    <a:pt x="97916" y="136017"/>
                  </a:lnTo>
                  <a:lnTo>
                    <a:pt x="90804" y="127634"/>
                  </a:lnTo>
                  <a:lnTo>
                    <a:pt x="83976" y="122052"/>
                  </a:lnTo>
                  <a:lnTo>
                    <a:pt x="75803" y="119649"/>
                  </a:lnTo>
                  <a:close/>
                </a:path>
                <a:path w="400050" h="356235">
                  <a:moveTo>
                    <a:pt x="337580" y="188086"/>
                  </a:moveTo>
                  <a:lnTo>
                    <a:pt x="288925" y="188086"/>
                  </a:lnTo>
                  <a:lnTo>
                    <a:pt x="323850" y="266700"/>
                  </a:lnTo>
                  <a:lnTo>
                    <a:pt x="372519" y="266700"/>
                  </a:lnTo>
                  <a:lnTo>
                    <a:pt x="337580" y="188086"/>
                  </a:lnTo>
                  <a:close/>
                </a:path>
                <a:path w="400050" h="356235">
                  <a:moveTo>
                    <a:pt x="297688" y="111125"/>
                  </a:moveTo>
                  <a:lnTo>
                    <a:pt x="280162" y="111125"/>
                  </a:lnTo>
                  <a:lnTo>
                    <a:pt x="272161" y="116204"/>
                  </a:lnTo>
                  <a:lnTo>
                    <a:pt x="268604" y="124332"/>
                  </a:lnTo>
                  <a:lnTo>
                    <a:pt x="225537" y="221360"/>
                  </a:lnTo>
                  <a:lnTo>
                    <a:pt x="225425" y="221615"/>
                  </a:lnTo>
                  <a:lnTo>
                    <a:pt x="274029" y="221615"/>
                  </a:lnTo>
                  <a:lnTo>
                    <a:pt x="288925" y="188086"/>
                  </a:lnTo>
                  <a:lnTo>
                    <a:pt x="337580" y="188086"/>
                  </a:lnTo>
                  <a:lnTo>
                    <a:pt x="309245" y="124332"/>
                  </a:lnTo>
                  <a:lnTo>
                    <a:pt x="305688" y="116204"/>
                  </a:lnTo>
                  <a:lnTo>
                    <a:pt x="297688" y="111125"/>
                  </a:lnTo>
                  <a:close/>
                </a:path>
                <a:path w="400050" h="356235">
                  <a:moveTo>
                    <a:pt x="215646" y="88900"/>
                  </a:moveTo>
                  <a:lnTo>
                    <a:pt x="168401" y="88900"/>
                  </a:lnTo>
                  <a:lnTo>
                    <a:pt x="159635" y="109720"/>
                  </a:lnTo>
                  <a:lnTo>
                    <a:pt x="149415" y="128650"/>
                  </a:lnTo>
                  <a:lnTo>
                    <a:pt x="137481" y="146438"/>
                  </a:lnTo>
                  <a:lnTo>
                    <a:pt x="123951" y="162941"/>
                  </a:lnTo>
                  <a:lnTo>
                    <a:pt x="179922" y="162941"/>
                  </a:lnTo>
                  <a:lnTo>
                    <a:pt x="188427" y="150002"/>
                  </a:lnTo>
                  <a:lnTo>
                    <a:pt x="188531" y="149844"/>
                  </a:lnTo>
                  <a:lnTo>
                    <a:pt x="200179" y="127962"/>
                  </a:lnTo>
                  <a:lnTo>
                    <a:pt x="209803" y="104901"/>
                  </a:lnTo>
                  <a:lnTo>
                    <a:pt x="215646" y="88900"/>
                  </a:lnTo>
                  <a:close/>
                </a:path>
                <a:path w="400050" h="356235">
                  <a:moveTo>
                    <a:pt x="222250" y="44450"/>
                  </a:moveTo>
                  <a:lnTo>
                    <a:pt x="22225" y="44450"/>
                  </a:lnTo>
                  <a:lnTo>
                    <a:pt x="13555" y="46190"/>
                  </a:lnTo>
                  <a:lnTo>
                    <a:pt x="6492" y="50942"/>
                  </a:lnTo>
                  <a:lnTo>
                    <a:pt x="1740" y="58005"/>
                  </a:lnTo>
                  <a:lnTo>
                    <a:pt x="0" y="66675"/>
                  </a:lnTo>
                  <a:lnTo>
                    <a:pt x="1742" y="75344"/>
                  </a:lnTo>
                  <a:lnTo>
                    <a:pt x="6508" y="82407"/>
                  </a:lnTo>
                  <a:lnTo>
                    <a:pt x="13608" y="87159"/>
                  </a:lnTo>
                  <a:lnTo>
                    <a:pt x="22351" y="88900"/>
                  </a:lnTo>
                  <a:lnTo>
                    <a:pt x="222250" y="88900"/>
                  </a:lnTo>
                  <a:lnTo>
                    <a:pt x="230919" y="87159"/>
                  </a:lnTo>
                  <a:lnTo>
                    <a:pt x="237982" y="82407"/>
                  </a:lnTo>
                  <a:lnTo>
                    <a:pt x="242734" y="75344"/>
                  </a:lnTo>
                  <a:lnTo>
                    <a:pt x="244475" y="66675"/>
                  </a:lnTo>
                  <a:lnTo>
                    <a:pt x="242734" y="58005"/>
                  </a:lnTo>
                  <a:lnTo>
                    <a:pt x="237982" y="50942"/>
                  </a:lnTo>
                  <a:lnTo>
                    <a:pt x="230919" y="46190"/>
                  </a:lnTo>
                  <a:lnTo>
                    <a:pt x="222250" y="44450"/>
                  </a:lnTo>
                  <a:close/>
                </a:path>
                <a:path w="400050" h="356235">
                  <a:moveTo>
                    <a:pt x="111125" y="0"/>
                  </a:moveTo>
                  <a:lnTo>
                    <a:pt x="102455" y="1740"/>
                  </a:lnTo>
                  <a:lnTo>
                    <a:pt x="95392" y="6492"/>
                  </a:lnTo>
                  <a:lnTo>
                    <a:pt x="90640" y="13555"/>
                  </a:lnTo>
                  <a:lnTo>
                    <a:pt x="88900" y="22225"/>
                  </a:lnTo>
                  <a:lnTo>
                    <a:pt x="88900" y="44450"/>
                  </a:lnTo>
                  <a:lnTo>
                    <a:pt x="133350" y="44450"/>
                  </a:lnTo>
                  <a:lnTo>
                    <a:pt x="133350" y="22225"/>
                  </a:lnTo>
                  <a:lnTo>
                    <a:pt x="131609" y="13555"/>
                  </a:lnTo>
                  <a:lnTo>
                    <a:pt x="126857" y="6492"/>
                  </a:lnTo>
                  <a:lnTo>
                    <a:pt x="119794" y="1740"/>
                  </a:lnTo>
                  <a:lnTo>
                    <a:pt x="111125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528307" y="1764538"/>
            <a:ext cx="22707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C6A4F"/>
                </a:solidFill>
                <a:latin typeface="Times New Roman"/>
                <a:cs typeface="Times New Roman"/>
              </a:rPr>
              <a:t>Local</a:t>
            </a:r>
            <a:r>
              <a:rPr dirty="0" sz="1600" spc="-10" b="1">
                <a:solidFill>
                  <a:srgbClr val="2C6A4F"/>
                </a:solidFill>
                <a:latin typeface="Times New Roman"/>
                <a:cs typeface="Times New Roman"/>
              </a:rPr>
              <a:t> Context</a:t>
            </a:r>
            <a:r>
              <a:rPr dirty="0" sz="1600" spc="-8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C6A4F"/>
                </a:solidFill>
                <a:latin typeface="Times New Roman"/>
                <a:cs typeface="Times New Roman"/>
              </a:rPr>
              <a:t>Adaptation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045834" y="2124836"/>
            <a:ext cx="414020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Using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local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language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culturally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relevant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scenarios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increased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message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relatability.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795000" y="1524000"/>
            <a:ext cx="4699000" cy="2222500"/>
            <a:chOff x="10795000" y="1524000"/>
            <a:chExt cx="4699000" cy="2222500"/>
          </a:xfrm>
        </p:grpSpPr>
        <p:sp>
          <p:nvSpPr>
            <p:cNvPr id="21" name="object 21" descr=""/>
            <p:cNvSpPr/>
            <p:nvPr/>
          </p:nvSpPr>
          <p:spPr>
            <a:xfrm>
              <a:off x="10795000" y="1524000"/>
              <a:ext cx="4699000" cy="2222500"/>
            </a:xfrm>
            <a:custGeom>
              <a:avLst/>
              <a:gdLst/>
              <a:ahLst/>
              <a:cxnLst/>
              <a:rect l="l" t="t" r="r" b="b"/>
              <a:pathLst>
                <a:path w="4699000" h="2222500">
                  <a:moveTo>
                    <a:pt x="4521200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2044700"/>
                  </a:lnTo>
                  <a:lnTo>
                    <a:pt x="6352" y="2091957"/>
                  </a:lnTo>
                  <a:lnTo>
                    <a:pt x="24280" y="2134427"/>
                  </a:lnTo>
                  <a:lnTo>
                    <a:pt x="52085" y="2170414"/>
                  </a:lnTo>
                  <a:lnTo>
                    <a:pt x="88072" y="2198219"/>
                  </a:lnTo>
                  <a:lnTo>
                    <a:pt x="130542" y="2216147"/>
                  </a:lnTo>
                  <a:lnTo>
                    <a:pt x="177800" y="2222500"/>
                  </a:lnTo>
                  <a:lnTo>
                    <a:pt x="4521200" y="2222500"/>
                  </a:lnTo>
                  <a:lnTo>
                    <a:pt x="4568457" y="2216147"/>
                  </a:lnTo>
                  <a:lnTo>
                    <a:pt x="4610927" y="2198219"/>
                  </a:lnTo>
                  <a:lnTo>
                    <a:pt x="4646914" y="2170414"/>
                  </a:lnTo>
                  <a:lnTo>
                    <a:pt x="4674719" y="2134427"/>
                  </a:lnTo>
                  <a:lnTo>
                    <a:pt x="4692647" y="2091957"/>
                  </a:lnTo>
                  <a:lnTo>
                    <a:pt x="4699000" y="2044700"/>
                  </a:lnTo>
                  <a:lnTo>
                    <a:pt x="4699000" y="177800"/>
                  </a:lnTo>
                  <a:lnTo>
                    <a:pt x="4692647" y="130542"/>
                  </a:lnTo>
                  <a:lnTo>
                    <a:pt x="4674719" y="88072"/>
                  </a:lnTo>
                  <a:lnTo>
                    <a:pt x="4646914" y="52085"/>
                  </a:lnTo>
                  <a:lnTo>
                    <a:pt x="4610927" y="24280"/>
                  </a:lnTo>
                  <a:lnTo>
                    <a:pt x="4568457" y="6352"/>
                  </a:lnTo>
                  <a:lnTo>
                    <a:pt x="4521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052175" y="1774825"/>
              <a:ext cx="400050" cy="311785"/>
            </a:xfrm>
            <a:custGeom>
              <a:avLst/>
              <a:gdLst/>
              <a:ahLst/>
              <a:cxnLst/>
              <a:rect l="l" t="t" r="r" b="b"/>
              <a:pathLst>
                <a:path w="400050" h="311785">
                  <a:moveTo>
                    <a:pt x="0" y="0"/>
                  </a:moveTo>
                  <a:lnTo>
                    <a:pt x="0" y="200025"/>
                  </a:lnTo>
                  <a:lnTo>
                    <a:pt x="108584" y="290575"/>
                  </a:lnTo>
                  <a:lnTo>
                    <a:pt x="121314" y="299416"/>
                  </a:lnTo>
                  <a:lnTo>
                    <a:pt x="135270" y="305863"/>
                  </a:lnTo>
                  <a:lnTo>
                    <a:pt x="150108" y="309810"/>
                  </a:lnTo>
                  <a:lnTo>
                    <a:pt x="166938" y="311276"/>
                  </a:lnTo>
                  <a:lnTo>
                    <a:pt x="176529" y="311276"/>
                  </a:lnTo>
                  <a:lnTo>
                    <a:pt x="171600" y="306347"/>
                  </a:lnTo>
                  <a:lnTo>
                    <a:pt x="167862" y="300757"/>
                  </a:lnTo>
                  <a:lnTo>
                    <a:pt x="166624" y="294465"/>
                  </a:lnTo>
                  <a:lnTo>
                    <a:pt x="167862" y="288196"/>
                  </a:lnTo>
                  <a:lnTo>
                    <a:pt x="171576" y="282701"/>
                  </a:lnTo>
                  <a:lnTo>
                    <a:pt x="177069" y="279058"/>
                  </a:lnTo>
                  <a:lnTo>
                    <a:pt x="183324" y="277844"/>
                  </a:lnTo>
                  <a:lnTo>
                    <a:pt x="245524" y="277844"/>
                  </a:lnTo>
                  <a:lnTo>
                    <a:pt x="244443" y="272240"/>
                  </a:lnTo>
                  <a:lnTo>
                    <a:pt x="245657" y="265971"/>
                  </a:lnTo>
                  <a:lnTo>
                    <a:pt x="249300" y="260476"/>
                  </a:lnTo>
                  <a:lnTo>
                    <a:pt x="254867" y="256833"/>
                  </a:lnTo>
                  <a:lnTo>
                    <a:pt x="261159" y="255619"/>
                  </a:lnTo>
                  <a:lnTo>
                    <a:pt x="315170" y="255619"/>
                  </a:lnTo>
                  <a:lnTo>
                    <a:pt x="315214" y="255397"/>
                  </a:lnTo>
                  <a:lnTo>
                    <a:pt x="312547" y="247650"/>
                  </a:lnTo>
                  <a:lnTo>
                    <a:pt x="253161" y="188658"/>
                  </a:lnTo>
                  <a:lnTo>
                    <a:pt x="144462" y="188658"/>
                  </a:lnTo>
                  <a:lnTo>
                    <a:pt x="111505" y="182229"/>
                  </a:lnTo>
                  <a:lnTo>
                    <a:pt x="82550" y="162941"/>
                  </a:lnTo>
                  <a:lnTo>
                    <a:pt x="73435" y="149421"/>
                  </a:lnTo>
                  <a:lnTo>
                    <a:pt x="70119" y="134032"/>
                  </a:lnTo>
                  <a:lnTo>
                    <a:pt x="72638" y="118524"/>
                  </a:lnTo>
                  <a:lnTo>
                    <a:pt x="81025" y="104648"/>
                  </a:lnTo>
                  <a:lnTo>
                    <a:pt x="135194" y="44450"/>
                  </a:lnTo>
                  <a:lnTo>
                    <a:pt x="77850" y="44450"/>
                  </a:lnTo>
                  <a:lnTo>
                    <a:pt x="0" y="0"/>
                  </a:lnTo>
                  <a:close/>
                </a:path>
                <a:path w="400050" h="311785">
                  <a:moveTo>
                    <a:pt x="245524" y="277844"/>
                  </a:moveTo>
                  <a:lnTo>
                    <a:pt x="183324" y="277844"/>
                  </a:lnTo>
                  <a:lnTo>
                    <a:pt x="189579" y="279058"/>
                  </a:lnTo>
                  <a:lnTo>
                    <a:pt x="195072" y="282701"/>
                  </a:lnTo>
                  <a:lnTo>
                    <a:pt x="223520" y="311276"/>
                  </a:lnTo>
                  <a:lnTo>
                    <a:pt x="229870" y="311276"/>
                  </a:lnTo>
                  <a:lnTo>
                    <a:pt x="239714" y="310713"/>
                  </a:lnTo>
                  <a:lnTo>
                    <a:pt x="249380" y="309054"/>
                  </a:lnTo>
                  <a:lnTo>
                    <a:pt x="258784" y="306347"/>
                  </a:lnTo>
                  <a:lnTo>
                    <a:pt x="267843" y="302641"/>
                  </a:lnTo>
                  <a:lnTo>
                    <a:pt x="249300" y="284099"/>
                  </a:lnTo>
                  <a:lnTo>
                    <a:pt x="245657" y="278532"/>
                  </a:lnTo>
                  <a:lnTo>
                    <a:pt x="245524" y="277844"/>
                  </a:lnTo>
                  <a:close/>
                </a:path>
                <a:path w="400050" h="311785">
                  <a:moveTo>
                    <a:pt x="315170" y="255619"/>
                  </a:moveTo>
                  <a:lnTo>
                    <a:pt x="261159" y="255619"/>
                  </a:lnTo>
                  <a:lnTo>
                    <a:pt x="267428" y="256833"/>
                  </a:lnTo>
                  <a:lnTo>
                    <a:pt x="272923" y="260476"/>
                  </a:lnTo>
                  <a:lnTo>
                    <a:pt x="295148" y="282701"/>
                  </a:lnTo>
                  <a:lnTo>
                    <a:pt x="313435" y="264414"/>
                  </a:lnTo>
                  <a:lnTo>
                    <a:pt x="315170" y="255619"/>
                  </a:lnTo>
                  <a:close/>
                </a:path>
                <a:path w="400050" h="311785">
                  <a:moveTo>
                    <a:pt x="400050" y="112141"/>
                  </a:moveTo>
                  <a:lnTo>
                    <a:pt x="220091" y="112141"/>
                  </a:lnTo>
                  <a:lnTo>
                    <a:pt x="224917" y="113665"/>
                  </a:lnTo>
                  <a:lnTo>
                    <a:pt x="228473" y="117348"/>
                  </a:lnTo>
                  <a:lnTo>
                    <a:pt x="351154" y="238886"/>
                  </a:lnTo>
                  <a:lnTo>
                    <a:pt x="400050" y="200025"/>
                  </a:lnTo>
                  <a:lnTo>
                    <a:pt x="400050" y="112141"/>
                  </a:lnTo>
                  <a:close/>
                </a:path>
                <a:path w="400050" h="311785">
                  <a:moveTo>
                    <a:pt x="216789" y="152526"/>
                  </a:moveTo>
                  <a:lnTo>
                    <a:pt x="206375" y="162941"/>
                  </a:lnTo>
                  <a:lnTo>
                    <a:pt x="177419" y="182229"/>
                  </a:lnTo>
                  <a:lnTo>
                    <a:pt x="144462" y="188658"/>
                  </a:lnTo>
                  <a:lnTo>
                    <a:pt x="253161" y="188658"/>
                  </a:lnTo>
                  <a:lnTo>
                    <a:pt x="216789" y="152526"/>
                  </a:lnTo>
                  <a:close/>
                </a:path>
                <a:path w="400050" h="311785">
                  <a:moveTo>
                    <a:pt x="270442" y="22351"/>
                  </a:moveTo>
                  <a:lnTo>
                    <a:pt x="217424" y="22351"/>
                  </a:lnTo>
                  <a:lnTo>
                    <a:pt x="208819" y="23616"/>
                  </a:lnTo>
                  <a:lnTo>
                    <a:pt x="200691" y="26558"/>
                  </a:lnTo>
                  <a:lnTo>
                    <a:pt x="193278" y="31049"/>
                  </a:lnTo>
                  <a:lnTo>
                    <a:pt x="186817" y="36956"/>
                  </a:lnTo>
                  <a:lnTo>
                    <a:pt x="102616" y="130555"/>
                  </a:lnTo>
                  <a:lnTo>
                    <a:pt x="102743" y="136017"/>
                  </a:lnTo>
                  <a:lnTo>
                    <a:pt x="106172" y="139446"/>
                  </a:lnTo>
                  <a:lnTo>
                    <a:pt x="124069" y="151304"/>
                  </a:lnTo>
                  <a:lnTo>
                    <a:pt x="144478" y="155257"/>
                  </a:lnTo>
                  <a:lnTo>
                    <a:pt x="164911" y="151304"/>
                  </a:lnTo>
                  <a:lnTo>
                    <a:pt x="182879" y="139446"/>
                  </a:lnTo>
                  <a:lnTo>
                    <a:pt x="207899" y="114426"/>
                  </a:lnTo>
                  <a:lnTo>
                    <a:pt x="211581" y="112775"/>
                  </a:lnTo>
                  <a:lnTo>
                    <a:pt x="220091" y="112141"/>
                  </a:lnTo>
                  <a:lnTo>
                    <a:pt x="400050" y="112141"/>
                  </a:lnTo>
                  <a:lnTo>
                    <a:pt x="400050" y="44450"/>
                  </a:lnTo>
                  <a:lnTo>
                    <a:pt x="322325" y="44450"/>
                  </a:lnTo>
                  <a:lnTo>
                    <a:pt x="305721" y="33422"/>
                  </a:lnTo>
                  <a:lnTo>
                    <a:pt x="297164" y="28600"/>
                  </a:lnTo>
                  <a:lnTo>
                    <a:pt x="288067" y="25098"/>
                  </a:lnTo>
                  <a:lnTo>
                    <a:pt x="278542" y="22953"/>
                  </a:lnTo>
                  <a:lnTo>
                    <a:pt x="270442" y="22351"/>
                  </a:lnTo>
                  <a:close/>
                </a:path>
                <a:path w="400050" h="311785">
                  <a:moveTo>
                    <a:pt x="155079" y="22351"/>
                  </a:moveTo>
                  <a:lnTo>
                    <a:pt x="126347" y="22351"/>
                  </a:lnTo>
                  <a:lnTo>
                    <a:pt x="113529" y="23616"/>
                  </a:lnTo>
                  <a:lnTo>
                    <a:pt x="114235" y="23616"/>
                  </a:lnTo>
                  <a:lnTo>
                    <a:pt x="102123" y="27289"/>
                  </a:lnTo>
                  <a:lnTo>
                    <a:pt x="90648" y="33422"/>
                  </a:lnTo>
                  <a:lnTo>
                    <a:pt x="80518" y="41782"/>
                  </a:lnTo>
                  <a:lnTo>
                    <a:pt x="77850" y="44450"/>
                  </a:lnTo>
                  <a:lnTo>
                    <a:pt x="135194" y="44450"/>
                  </a:lnTo>
                  <a:lnTo>
                    <a:pt x="155079" y="22351"/>
                  </a:lnTo>
                  <a:close/>
                </a:path>
                <a:path w="400050" h="311785">
                  <a:moveTo>
                    <a:pt x="400050" y="0"/>
                  </a:moveTo>
                  <a:lnTo>
                    <a:pt x="322325" y="44450"/>
                  </a:lnTo>
                  <a:lnTo>
                    <a:pt x="400050" y="444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1545316" y="1764538"/>
            <a:ext cx="23298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C6A4F"/>
                </a:solidFill>
                <a:latin typeface="Times New Roman"/>
                <a:cs typeface="Times New Roman"/>
              </a:rPr>
              <a:t>Stakeholder Collaboration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062461" y="2124836"/>
            <a:ext cx="403606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Involving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leaders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teachers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built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trust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local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ownership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program.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62000" y="4064000"/>
            <a:ext cx="4699000" cy="2222500"/>
            <a:chOff x="762000" y="4064000"/>
            <a:chExt cx="4699000" cy="2222500"/>
          </a:xfrm>
        </p:grpSpPr>
        <p:sp>
          <p:nvSpPr>
            <p:cNvPr id="26" name="object 26" descr=""/>
            <p:cNvSpPr/>
            <p:nvPr/>
          </p:nvSpPr>
          <p:spPr>
            <a:xfrm>
              <a:off x="762000" y="4064000"/>
              <a:ext cx="4699000" cy="2222500"/>
            </a:xfrm>
            <a:custGeom>
              <a:avLst/>
              <a:gdLst/>
              <a:ahLst/>
              <a:cxnLst/>
              <a:rect l="l" t="t" r="r" b="b"/>
              <a:pathLst>
                <a:path w="4699000" h="2222500">
                  <a:moveTo>
                    <a:pt x="4521200" y="0"/>
                  </a:moveTo>
                  <a:lnTo>
                    <a:pt x="177800" y="0"/>
                  </a:lnTo>
                  <a:lnTo>
                    <a:pt x="130533" y="6352"/>
                  </a:lnTo>
                  <a:lnTo>
                    <a:pt x="88060" y="24280"/>
                  </a:lnTo>
                  <a:lnTo>
                    <a:pt x="52076" y="52085"/>
                  </a:lnTo>
                  <a:lnTo>
                    <a:pt x="24274" y="88072"/>
                  </a:lnTo>
                  <a:lnTo>
                    <a:pt x="6351" y="130542"/>
                  </a:lnTo>
                  <a:lnTo>
                    <a:pt x="0" y="177800"/>
                  </a:lnTo>
                  <a:lnTo>
                    <a:pt x="0" y="2044700"/>
                  </a:lnTo>
                  <a:lnTo>
                    <a:pt x="6351" y="2091957"/>
                  </a:lnTo>
                  <a:lnTo>
                    <a:pt x="24274" y="2134427"/>
                  </a:lnTo>
                  <a:lnTo>
                    <a:pt x="52076" y="2170414"/>
                  </a:lnTo>
                  <a:lnTo>
                    <a:pt x="88060" y="2198219"/>
                  </a:lnTo>
                  <a:lnTo>
                    <a:pt x="130533" y="2216147"/>
                  </a:lnTo>
                  <a:lnTo>
                    <a:pt x="177800" y="2222500"/>
                  </a:lnTo>
                  <a:lnTo>
                    <a:pt x="4521200" y="2222500"/>
                  </a:lnTo>
                  <a:lnTo>
                    <a:pt x="4568457" y="2216147"/>
                  </a:lnTo>
                  <a:lnTo>
                    <a:pt x="4610927" y="2198219"/>
                  </a:lnTo>
                  <a:lnTo>
                    <a:pt x="4646914" y="2170414"/>
                  </a:lnTo>
                  <a:lnTo>
                    <a:pt x="4674719" y="2134427"/>
                  </a:lnTo>
                  <a:lnTo>
                    <a:pt x="4692647" y="2091957"/>
                  </a:lnTo>
                  <a:lnTo>
                    <a:pt x="4699000" y="2044700"/>
                  </a:lnTo>
                  <a:lnTo>
                    <a:pt x="4699000" y="177800"/>
                  </a:lnTo>
                  <a:lnTo>
                    <a:pt x="4692647" y="130542"/>
                  </a:lnTo>
                  <a:lnTo>
                    <a:pt x="4674719" y="88072"/>
                  </a:lnTo>
                  <a:lnTo>
                    <a:pt x="4646914" y="52085"/>
                  </a:lnTo>
                  <a:lnTo>
                    <a:pt x="4610927" y="24280"/>
                  </a:lnTo>
                  <a:lnTo>
                    <a:pt x="4568457" y="6352"/>
                  </a:lnTo>
                  <a:lnTo>
                    <a:pt x="4521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41400" y="4295778"/>
              <a:ext cx="355600" cy="352425"/>
            </a:xfrm>
            <a:custGeom>
              <a:avLst/>
              <a:gdLst/>
              <a:ahLst/>
              <a:cxnLst/>
              <a:rect l="l" t="t" r="r" b="b"/>
              <a:pathLst>
                <a:path w="355600" h="352425">
                  <a:moveTo>
                    <a:pt x="181343" y="108162"/>
                  </a:moveTo>
                  <a:lnTo>
                    <a:pt x="155828" y="126624"/>
                  </a:lnTo>
                  <a:lnTo>
                    <a:pt x="156087" y="134111"/>
                  </a:lnTo>
                  <a:lnTo>
                    <a:pt x="156122" y="135139"/>
                  </a:lnTo>
                  <a:lnTo>
                    <a:pt x="159581" y="142916"/>
                  </a:lnTo>
                  <a:lnTo>
                    <a:pt x="165988" y="148967"/>
                  </a:lnTo>
                  <a:lnTo>
                    <a:pt x="198081" y="169033"/>
                  </a:lnTo>
                  <a:lnTo>
                    <a:pt x="29654" y="169033"/>
                  </a:lnTo>
                  <a:lnTo>
                    <a:pt x="22225" y="176526"/>
                  </a:lnTo>
                  <a:lnTo>
                    <a:pt x="22225" y="194941"/>
                  </a:lnTo>
                  <a:lnTo>
                    <a:pt x="29654" y="202434"/>
                  </a:lnTo>
                  <a:lnTo>
                    <a:pt x="129603" y="202434"/>
                  </a:lnTo>
                  <a:lnTo>
                    <a:pt x="133350" y="206117"/>
                  </a:lnTo>
                  <a:lnTo>
                    <a:pt x="133350" y="215261"/>
                  </a:lnTo>
                  <a:lnTo>
                    <a:pt x="129603" y="219071"/>
                  </a:lnTo>
                  <a:lnTo>
                    <a:pt x="7429" y="219071"/>
                  </a:lnTo>
                  <a:lnTo>
                    <a:pt x="0" y="226564"/>
                  </a:lnTo>
                  <a:lnTo>
                    <a:pt x="0" y="244979"/>
                  </a:lnTo>
                  <a:lnTo>
                    <a:pt x="7429" y="252345"/>
                  </a:lnTo>
                  <a:lnTo>
                    <a:pt x="129603" y="252345"/>
                  </a:lnTo>
                  <a:lnTo>
                    <a:pt x="133350" y="256155"/>
                  </a:lnTo>
                  <a:lnTo>
                    <a:pt x="133350" y="265299"/>
                  </a:lnTo>
                  <a:lnTo>
                    <a:pt x="129603" y="269109"/>
                  </a:lnTo>
                  <a:lnTo>
                    <a:pt x="29654" y="269109"/>
                  </a:lnTo>
                  <a:lnTo>
                    <a:pt x="22225" y="276475"/>
                  </a:lnTo>
                  <a:lnTo>
                    <a:pt x="22225" y="295017"/>
                  </a:lnTo>
                  <a:lnTo>
                    <a:pt x="29654" y="302383"/>
                  </a:lnTo>
                  <a:lnTo>
                    <a:pt x="129603" y="302383"/>
                  </a:lnTo>
                  <a:lnTo>
                    <a:pt x="133350" y="306193"/>
                  </a:lnTo>
                  <a:lnTo>
                    <a:pt x="133350" y="315337"/>
                  </a:lnTo>
                  <a:lnTo>
                    <a:pt x="129603" y="319147"/>
                  </a:lnTo>
                  <a:lnTo>
                    <a:pt x="51879" y="319147"/>
                  </a:lnTo>
                  <a:lnTo>
                    <a:pt x="44450" y="326513"/>
                  </a:lnTo>
                  <a:lnTo>
                    <a:pt x="44450" y="344928"/>
                  </a:lnTo>
                  <a:lnTo>
                    <a:pt x="51879" y="352421"/>
                  </a:lnTo>
                  <a:lnTo>
                    <a:pt x="183349" y="352421"/>
                  </a:lnTo>
                  <a:lnTo>
                    <a:pt x="224454" y="344128"/>
                  </a:lnTo>
                  <a:lnTo>
                    <a:pt x="258011" y="321512"/>
                  </a:lnTo>
                  <a:lnTo>
                    <a:pt x="280631" y="287966"/>
                  </a:lnTo>
                  <a:lnTo>
                    <a:pt x="288925" y="246884"/>
                  </a:lnTo>
                  <a:lnTo>
                    <a:pt x="288843" y="240661"/>
                  </a:lnTo>
                  <a:lnTo>
                    <a:pt x="273589" y="181971"/>
                  </a:lnTo>
                  <a:lnTo>
                    <a:pt x="231394" y="137410"/>
                  </a:lnTo>
                  <a:lnTo>
                    <a:pt x="189611" y="111248"/>
                  </a:lnTo>
                  <a:lnTo>
                    <a:pt x="181343" y="108162"/>
                  </a:lnTo>
                  <a:close/>
                </a:path>
                <a:path w="355600" h="352425">
                  <a:moveTo>
                    <a:pt x="217347" y="0"/>
                  </a:moveTo>
                  <a:lnTo>
                    <a:pt x="202851" y="18603"/>
                  </a:lnTo>
                  <a:lnTo>
                    <a:pt x="204952" y="24888"/>
                  </a:lnTo>
                  <a:lnTo>
                    <a:pt x="248031" y="99437"/>
                  </a:lnTo>
                  <a:lnTo>
                    <a:pt x="248781" y="100764"/>
                  </a:lnTo>
                  <a:lnTo>
                    <a:pt x="249672" y="102485"/>
                  </a:lnTo>
                  <a:lnTo>
                    <a:pt x="249428" y="105787"/>
                  </a:lnTo>
                  <a:lnTo>
                    <a:pt x="247884" y="108162"/>
                  </a:lnTo>
                  <a:lnTo>
                    <a:pt x="247777" y="108327"/>
                  </a:lnTo>
                  <a:lnTo>
                    <a:pt x="279588" y="134111"/>
                  </a:lnTo>
                  <a:lnTo>
                    <a:pt x="302593" y="165445"/>
                  </a:lnTo>
                  <a:lnTo>
                    <a:pt x="317144" y="201493"/>
                  </a:lnTo>
                  <a:lnTo>
                    <a:pt x="322325" y="240661"/>
                  </a:lnTo>
                  <a:lnTo>
                    <a:pt x="336345" y="222962"/>
                  </a:lnTo>
                  <a:lnTo>
                    <a:pt x="346757" y="202989"/>
                  </a:lnTo>
                  <a:lnTo>
                    <a:pt x="353240" y="181278"/>
                  </a:lnTo>
                  <a:lnTo>
                    <a:pt x="355472" y="158365"/>
                  </a:lnTo>
                  <a:lnTo>
                    <a:pt x="355513" y="142236"/>
                  </a:lnTo>
                  <a:lnTo>
                    <a:pt x="311022" y="142236"/>
                  </a:lnTo>
                  <a:lnTo>
                    <a:pt x="281050" y="90039"/>
                  </a:lnTo>
                  <a:lnTo>
                    <a:pt x="233806" y="8251"/>
                  </a:lnTo>
                  <a:lnTo>
                    <a:pt x="229447" y="3262"/>
                  </a:lnTo>
                  <a:lnTo>
                    <a:pt x="223716" y="440"/>
                  </a:lnTo>
                  <a:lnTo>
                    <a:pt x="217347" y="0"/>
                  </a:lnTo>
                  <a:close/>
                </a:path>
                <a:path w="355600" h="352425">
                  <a:moveTo>
                    <a:pt x="333375" y="85721"/>
                  </a:moveTo>
                  <a:lnTo>
                    <a:pt x="311149" y="108162"/>
                  </a:lnTo>
                  <a:lnTo>
                    <a:pt x="311022" y="142236"/>
                  </a:lnTo>
                  <a:lnTo>
                    <a:pt x="355513" y="142236"/>
                  </a:lnTo>
                  <a:lnTo>
                    <a:pt x="355600" y="107946"/>
                  </a:lnTo>
                  <a:lnTo>
                    <a:pt x="353863" y="99437"/>
                  </a:lnTo>
                  <a:lnTo>
                    <a:pt x="353398" y="98675"/>
                  </a:lnTo>
                  <a:lnTo>
                    <a:pt x="349059" y="92261"/>
                  </a:lnTo>
                  <a:lnTo>
                    <a:pt x="341991" y="87479"/>
                  </a:lnTo>
                  <a:lnTo>
                    <a:pt x="333375" y="85721"/>
                  </a:lnTo>
                  <a:close/>
                </a:path>
                <a:path w="355600" h="352425">
                  <a:moveTo>
                    <a:pt x="98449" y="94287"/>
                  </a:moveTo>
                  <a:lnTo>
                    <a:pt x="83952" y="112944"/>
                  </a:lnTo>
                  <a:lnTo>
                    <a:pt x="86055" y="119249"/>
                  </a:lnTo>
                  <a:lnTo>
                    <a:pt x="95567" y="135759"/>
                  </a:lnTo>
                  <a:lnTo>
                    <a:pt x="122440" y="135759"/>
                  </a:lnTo>
                  <a:lnTo>
                    <a:pt x="121894" y="129790"/>
                  </a:lnTo>
                  <a:lnTo>
                    <a:pt x="122237" y="123567"/>
                  </a:lnTo>
                  <a:lnTo>
                    <a:pt x="123621" y="117598"/>
                  </a:lnTo>
                  <a:lnTo>
                    <a:pt x="114947" y="102485"/>
                  </a:lnTo>
                  <a:lnTo>
                    <a:pt x="110576" y="97514"/>
                  </a:lnTo>
                  <a:lnTo>
                    <a:pt x="104864" y="94738"/>
                  </a:lnTo>
                  <a:lnTo>
                    <a:pt x="105065" y="94738"/>
                  </a:lnTo>
                  <a:lnTo>
                    <a:pt x="98449" y="94287"/>
                  </a:lnTo>
                  <a:close/>
                </a:path>
                <a:path w="355600" h="352425">
                  <a:moveTo>
                    <a:pt x="130674" y="49982"/>
                  </a:moveTo>
                  <a:lnTo>
                    <a:pt x="124396" y="52066"/>
                  </a:lnTo>
                  <a:lnTo>
                    <a:pt x="119425" y="56441"/>
                  </a:lnTo>
                  <a:lnTo>
                    <a:pt x="116620" y="62210"/>
                  </a:lnTo>
                  <a:lnTo>
                    <a:pt x="116174" y="68621"/>
                  </a:lnTo>
                  <a:lnTo>
                    <a:pt x="118190" y="74672"/>
                  </a:lnTo>
                  <a:lnTo>
                    <a:pt x="118296" y="74963"/>
                  </a:lnTo>
                  <a:lnTo>
                    <a:pt x="131965" y="98675"/>
                  </a:lnTo>
                  <a:lnTo>
                    <a:pt x="137485" y="91850"/>
                  </a:lnTo>
                  <a:lnTo>
                    <a:pt x="143852" y="86086"/>
                  </a:lnTo>
                  <a:lnTo>
                    <a:pt x="150925" y="81440"/>
                  </a:lnTo>
                  <a:lnTo>
                    <a:pt x="158559" y="77974"/>
                  </a:lnTo>
                  <a:lnTo>
                    <a:pt x="146956" y="57925"/>
                  </a:lnTo>
                  <a:lnTo>
                    <a:pt x="142797" y="53244"/>
                  </a:lnTo>
                  <a:lnTo>
                    <a:pt x="137053" y="50446"/>
                  </a:lnTo>
                  <a:lnTo>
                    <a:pt x="130674" y="49982"/>
                  </a:lnTo>
                  <a:close/>
                </a:path>
                <a:path w="355600" h="352425">
                  <a:moveTo>
                    <a:pt x="162901" y="5788"/>
                  </a:moveTo>
                  <a:lnTo>
                    <a:pt x="156616" y="7870"/>
                  </a:lnTo>
                  <a:lnTo>
                    <a:pt x="151647" y="12299"/>
                  </a:lnTo>
                  <a:lnTo>
                    <a:pt x="148847" y="18061"/>
                  </a:lnTo>
                  <a:lnTo>
                    <a:pt x="148404" y="24443"/>
                  </a:lnTo>
                  <a:lnTo>
                    <a:pt x="150507" y="30730"/>
                  </a:lnTo>
                  <a:lnTo>
                    <a:pt x="175856" y="74672"/>
                  </a:lnTo>
                  <a:lnTo>
                    <a:pt x="183896" y="74963"/>
                  </a:lnTo>
                  <a:lnTo>
                    <a:pt x="191892" y="76434"/>
                  </a:lnTo>
                  <a:lnTo>
                    <a:pt x="199718" y="79119"/>
                  </a:lnTo>
                  <a:lnTo>
                    <a:pt x="207251" y="83054"/>
                  </a:lnTo>
                  <a:lnTo>
                    <a:pt x="225996" y="94738"/>
                  </a:lnTo>
                  <a:lnTo>
                    <a:pt x="179400" y="14093"/>
                  </a:lnTo>
                  <a:lnTo>
                    <a:pt x="175029" y="9102"/>
                  </a:lnTo>
                  <a:lnTo>
                    <a:pt x="169284" y="6266"/>
                  </a:lnTo>
                  <a:lnTo>
                    <a:pt x="162901" y="5788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511300" y="4305046"/>
            <a:ext cx="23533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2C6A4F"/>
                </a:solidFill>
                <a:latin typeface="Times New Roman"/>
                <a:cs typeface="Times New Roman"/>
              </a:rPr>
              <a:t>Hands-</a:t>
            </a:r>
            <a:r>
              <a:rPr dirty="0" sz="1600" b="1">
                <a:solidFill>
                  <a:srgbClr val="2C6A4F"/>
                </a:solidFill>
                <a:latin typeface="Times New Roman"/>
                <a:cs typeface="Times New Roman"/>
              </a:rPr>
              <a:t>On</a:t>
            </a:r>
            <a:r>
              <a:rPr dirty="0" sz="1600" spc="5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C6A4F"/>
                </a:solidFill>
                <a:latin typeface="Times New Roman"/>
                <a:cs typeface="Times New Roman"/>
              </a:rPr>
              <a:t>Demonstrations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28801" y="4665345"/>
            <a:ext cx="391731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Practical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demonstrations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handwashing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toilet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use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reinforced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theoretical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learning.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778500" y="4064000"/>
            <a:ext cx="4699000" cy="2222500"/>
            <a:chOff x="5778500" y="4064000"/>
            <a:chExt cx="4699000" cy="2222500"/>
          </a:xfrm>
        </p:grpSpPr>
        <p:sp>
          <p:nvSpPr>
            <p:cNvPr id="31" name="object 31" descr=""/>
            <p:cNvSpPr/>
            <p:nvPr/>
          </p:nvSpPr>
          <p:spPr>
            <a:xfrm>
              <a:off x="5778500" y="4064000"/>
              <a:ext cx="4699000" cy="2222500"/>
            </a:xfrm>
            <a:custGeom>
              <a:avLst/>
              <a:gdLst/>
              <a:ahLst/>
              <a:cxnLst/>
              <a:rect l="l" t="t" r="r" b="b"/>
              <a:pathLst>
                <a:path w="4699000" h="2222500">
                  <a:moveTo>
                    <a:pt x="4521200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2044700"/>
                  </a:lnTo>
                  <a:lnTo>
                    <a:pt x="6352" y="2091957"/>
                  </a:lnTo>
                  <a:lnTo>
                    <a:pt x="24280" y="2134427"/>
                  </a:lnTo>
                  <a:lnTo>
                    <a:pt x="52085" y="2170414"/>
                  </a:lnTo>
                  <a:lnTo>
                    <a:pt x="88072" y="2198219"/>
                  </a:lnTo>
                  <a:lnTo>
                    <a:pt x="130542" y="2216147"/>
                  </a:lnTo>
                  <a:lnTo>
                    <a:pt x="177800" y="2222500"/>
                  </a:lnTo>
                  <a:lnTo>
                    <a:pt x="4521200" y="2222500"/>
                  </a:lnTo>
                  <a:lnTo>
                    <a:pt x="4568457" y="2216147"/>
                  </a:lnTo>
                  <a:lnTo>
                    <a:pt x="4610927" y="2198219"/>
                  </a:lnTo>
                  <a:lnTo>
                    <a:pt x="4646914" y="2170414"/>
                  </a:lnTo>
                  <a:lnTo>
                    <a:pt x="4674719" y="2134427"/>
                  </a:lnTo>
                  <a:lnTo>
                    <a:pt x="4692647" y="2091957"/>
                  </a:lnTo>
                  <a:lnTo>
                    <a:pt x="4699000" y="2044700"/>
                  </a:lnTo>
                  <a:lnTo>
                    <a:pt x="4699000" y="177800"/>
                  </a:lnTo>
                  <a:lnTo>
                    <a:pt x="4692647" y="130542"/>
                  </a:lnTo>
                  <a:lnTo>
                    <a:pt x="4674719" y="88072"/>
                  </a:lnTo>
                  <a:lnTo>
                    <a:pt x="4646914" y="52085"/>
                  </a:lnTo>
                  <a:lnTo>
                    <a:pt x="4610927" y="24280"/>
                  </a:lnTo>
                  <a:lnTo>
                    <a:pt x="4568457" y="6352"/>
                  </a:lnTo>
                  <a:lnTo>
                    <a:pt x="4521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057900" y="4292600"/>
              <a:ext cx="333375" cy="355600"/>
            </a:xfrm>
            <a:custGeom>
              <a:avLst/>
              <a:gdLst/>
              <a:ahLst/>
              <a:cxnLst/>
              <a:rect l="l" t="t" r="r" b="b"/>
              <a:pathLst>
                <a:path w="333375" h="355600">
                  <a:moveTo>
                    <a:pt x="266700" y="0"/>
                  </a:moveTo>
                  <a:lnTo>
                    <a:pt x="240744" y="5238"/>
                  </a:lnTo>
                  <a:lnTo>
                    <a:pt x="219551" y="19526"/>
                  </a:lnTo>
                  <a:lnTo>
                    <a:pt x="205263" y="40719"/>
                  </a:lnTo>
                  <a:lnTo>
                    <a:pt x="200025" y="66675"/>
                  </a:lnTo>
                  <a:lnTo>
                    <a:pt x="200025" y="70485"/>
                  </a:lnTo>
                  <a:lnTo>
                    <a:pt x="200913" y="77850"/>
                  </a:lnTo>
                  <a:lnTo>
                    <a:pt x="110871" y="127888"/>
                  </a:lnTo>
                  <a:lnTo>
                    <a:pt x="101357" y="120876"/>
                  </a:lnTo>
                  <a:lnTo>
                    <a:pt x="90677" y="115601"/>
                  </a:lnTo>
                  <a:lnTo>
                    <a:pt x="79045" y="112279"/>
                  </a:lnTo>
                  <a:lnTo>
                    <a:pt x="66675" y="111125"/>
                  </a:lnTo>
                  <a:lnTo>
                    <a:pt x="40719" y="116363"/>
                  </a:lnTo>
                  <a:lnTo>
                    <a:pt x="19526" y="130651"/>
                  </a:lnTo>
                  <a:lnTo>
                    <a:pt x="5238" y="151844"/>
                  </a:lnTo>
                  <a:lnTo>
                    <a:pt x="0" y="177800"/>
                  </a:lnTo>
                  <a:lnTo>
                    <a:pt x="5238" y="203755"/>
                  </a:lnTo>
                  <a:lnTo>
                    <a:pt x="19526" y="224948"/>
                  </a:lnTo>
                  <a:lnTo>
                    <a:pt x="40719" y="239236"/>
                  </a:lnTo>
                  <a:lnTo>
                    <a:pt x="66675" y="244475"/>
                  </a:lnTo>
                  <a:lnTo>
                    <a:pt x="79045" y="243320"/>
                  </a:lnTo>
                  <a:lnTo>
                    <a:pt x="90677" y="239998"/>
                  </a:lnTo>
                  <a:lnTo>
                    <a:pt x="101357" y="234723"/>
                  </a:lnTo>
                  <a:lnTo>
                    <a:pt x="110871" y="227711"/>
                  </a:lnTo>
                  <a:lnTo>
                    <a:pt x="200913" y="277875"/>
                  </a:lnTo>
                  <a:lnTo>
                    <a:pt x="200278" y="281432"/>
                  </a:lnTo>
                  <a:lnTo>
                    <a:pt x="200025" y="285114"/>
                  </a:lnTo>
                  <a:lnTo>
                    <a:pt x="200025" y="288925"/>
                  </a:lnTo>
                  <a:lnTo>
                    <a:pt x="205263" y="314880"/>
                  </a:lnTo>
                  <a:lnTo>
                    <a:pt x="219551" y="336073"/>
                  </a:lnTo>
                  <a:lnTo>
                    <a:pt x="240744" y="350361"/>
                  </a:lnTo>
                  <a:lnTo>
                    <a:pt x="266700" y="355600"/>
                  </a:lnTo>
                  <a:lnTo>
                    <a:pt x="292655" y="350361"/>
                  </a:lnTo>
                  <a:lnTo>
                    <a:pt x="313848" y="336073"/>
                  </a:lnTo>
                  <a:lnTo>
                    <a:pt x="328136" y="314880"/>
                  </a:lnTo>
                  <a:lnTo>
                    <a:pt x="333375" y="288925"/>
                  </a:lnTo>
                  <a:lnTo>
                    <a:pt x="328136" y="262969"/>
                  </a:lnTo>
                  <a:lnTo>
                    <a:pt x="313848" y="241776"/>
                  </a:lnTo>
                  <a:lnTo>
                    <a:pt x="292655" y="227488"/>
                  </a:lnTo>
                  <a:lnTo>
                    <a:pt x="266700" y="222250"/>
                  </a:lnTo>
                  <a:lnTo>
                    <a:pt x="254329" y="223404"/>
                  </a:lnTo>
                  <a:lnTo>
                    <a:pt x="242697" y="226726"/>
                  </a:lnTo>
                  <a:lnTo>
                    <a:pt x="232017" y="232001"/>
                  </a:lnTo>
                  <a:lnTo>
                    <a:pt x="222503" y="239013"/>
                  </a:lnTo>
                  <a:lnTo>
                    <a:pt x="132461" y="188975"/>
                  </a:lnTo>
                  <a:lnTo>
                    <a:pt x="133096" y="185292"/>
                  </a:lnTo>
                  <a:lnTo>
                    <a:pt x="133350" y="181610"/>
                  </a:lnTo>
                  <a:lnTo>
                    <a:pt x="133350" y="173989"/>
                  </a:lnTo>
                  <a:lnTo>
                    <a:pt x="132461" y="166750"/>
                  </a:lnTo>
                  <a:lnTo>
                    <a:pt x="222503" y="116586"/>
                  </a:lnTo>
                  <a:lnTo>
                    <a:pt x="232017" y="123598"/>
                  </a:lnTo>
                  <a:lnTo>
                    <a:pt x="242697" y="128873"/>
                  </a:lnTo>
                  <a:lnTo>
                    <a:pt x="254329" y="132195"/>
                  </a:lnTo>
                  <a:lnTo>
                    <a:pt x="266700" y="133350"/>
                  </a:lnTo>
                  <a:lnTo>
                    <a:pt x="292655" y="128111"/>
                  </a:lnTo>
                  <a:lnTo>
                    <a:pt x="313848" y="113823"/>
                  </a:lnTo>
                  <a:lnTo>
                    <a:pt x="328136" y="92630"/>
                  </a:lnTo>
                  <a:lnTo>
                    <a:pt x="333375" y="66675"/>
                  </a:lnTo>
                  <a:lnTo>
                    <a:pt x="328136" y="40719"/>
                  </a:lnTo>
                  <a:lnTo>
                    <a:pt x="313848" y="19526"/>
                  </a:lnTo>
                  <a:lnTo>
                    <a:pt x="292655" y="5238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6528307" y="4305046"/>
            <a:ext cx="19196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5" b="1">
                <a:solidFill>
                  <a:srgbClr val="2C6A4F"/>
                </a:solidFill>
                <a:latin typeface="Times New Roman"/>
                <a:cs typeface="Times New Roman"/>
              </a:rPr>
              <a:t>Take-</a:t>
            </a:r>
            <a:r>
              <a:rPr dirty="0" sz="1600" b="1">
                <a:solidFill>
                  <a:srgbClr val="2C6A4F"/>
                </a:solidFill>
                <a:latin typeface="Times New Roman"/>
                <a:cs typeface="Times New Roman"/>
              </a:rPr>
              <a:t>Home</a:t>
            </a:r>
            <a:r>
              <a:rPr dirty="0" sz="1600" spc="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C6A4F"/>
                </a:solidFill>
                <a:latin typeface="Times New Roman"/>
                <a:cs typeface="Times New Roman"/>
              </a:rPr>
              <a:t>Materials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045834" y="4665345"/>
            <a:ext cx="3776979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Follow-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up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materials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enabled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participants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share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knowledge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with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family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 members.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0795000" y="4064000"/>
            <a:ext cx="4699000" cy="2222500"/>
            <a:chOff x="10795000" y="4064000"/>
            <a:chExt cx="4699000" cy="2222500"/>
          </a:xfrm>
        </p:grpSpPr>
        <p:sp>
          <p:nvSpPr>
            <p:cNvPr id="36" name="object 36" descr=""/>
            <p:cNvSpPr/>
            <p:nvPr/>
          </p:nvSpPr>
          <p:spPr>
            <a:xfrm>
              <a:off x="10795000" y="4064000"/>
              <a:ext cx="4699000" cy="2222500"/>
            </a:xfrm>
            <a:custGeom>
              <a:avLst/>
              <a:gdLst/>
              <a:ahLst/>
              <a:cxnLst/>
              <a:rect l="l" t="t" r="r" b="b"/>
              <a:pathLst>
                <a:path w="4699000" h="2222500">
                  <a:moveTo>
                    <a:pt x="4521200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2044700"/>
                  </a:lnTo>
                  <a:lnTo>
                    <a:pt x="6352" y="2091957"/>
                  </a:lnTo>
                  <a:lnTo>
                    <a:pt x="24280" y="2134427"/>
                  </a:lnTo>
                  <a:lnTo>
                    <a:pt x="52085" y="2170414"/>
                  </a:lnTo>
                  <a:lnTo>
                    <a:pt x="88072" y="2198219"/>
                  </a:lnTo>
                  <a:lnTo>
                    <a:pt x="130542" y="2216147"/>
                  </a:lnTo>
                  <a:lnTo>
                    <a:pt x="177800" y="2222500"/>
                  </a:lnTo>
                  <a:lnTo>
                    <a:pt x="4521200" y="2222500"/>
                  </a:lnTo>
                  <a:lnTo>
                    <a:pt x="4568457" y="2216147"/>
                  </a:lnTo>
                  <a:lnTo>
                    <a:pt x="4610927" y="2198219"/>
                  </a:lnTo>
                  <a:lnTo>
                    <a:pt x="4646914" y="2170414"/>
                  </a:lnTo>
                  <a:lnTo>
                    <a:pt x="4674719" y="2134427"/>
                  </a:lnTo>
                  <a:lnTo>
                    <a:pt x="4692647" y="2091957"/>
                  </a:lnTo>
                  <a:lnTo>
                    <a:pt x="4699000" y="2044700"/>
                  </a:lnTo>
                  <a:lnTo>
                    <a:pt x="4699000" y="177800"/>
                  </a:lnTo>
                  <a:lnTo>
                    <a:pt x="4692647" y="130542"/>
                  </a:lnTo>
                  <a:lnTo>
                    <a:pt x="4674719" y="88072"/>
                  </a:lnTo>
                  <a:lnTo>
                    <a:pt x="4646914" y="52085"/>
                  </a:lnTo>
                  <a:lnTo>
                    <a:pt x="4610927" y="24280"/>
                  </a:lnTo>
                  <a:lnTo>
                    <a:pt x="4568457" y="6352"/>
                  </a:lnTo>
                  <a:lnTo>
                    <a:pt x="4521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074400" y="4302633"/>
              <a:ext cx="394970" cy="365760"/>
            </a:xfrm>
            <a:custGeom>
              <a:avLst/>
              <a:gdLst/>
              <a:ahLst/>
              <a:cxnLst/>
              <a:rect l="l" t="t" r="r" b="b"/>
              <a:pathLst>
                <a:path w="394970" h="365760">
                  <a:moveTo>
                    <a:pt x="311276" y="145541"/>
                  </a:moveTo>
                  <a:lnTo>
                    <a:pt x="278683" y="151983"/>
                  </a:lnTo>
                  <a:lnTo>
                    <a:pt x="252206" y="169544"/>
                  </a:lnTo>
                  <a:lnTo>
                    <a:pt x="234372" y="195583"/>
                  </a:lnTo>
                  <a:lnTo>
                    <a:pt x="227838" y="227456"/>
                  </a:lnTo>
                  <a:lnTo>
                    <a:pt x="235158" y="264390"/>
                  </a:lnTo>
                  <a:lnTo>
                    <a:pt x="253063" y="300990"/>
                  </a:lnTo>
                  <a:lnTo>
                    <a:pt x="275468" y="333684"/>
                  </a:lnTo>
                  <a:lnTo>
                    <a:pt x="303186" y="363974"/>
                  </a:lnTo>
                  <a:lnTo>
                    <a:pt x="311165" y="365664"/>
                  </a:lnTo>
                  <a:lnTo>
                    <a:pt x="319168" y="363974"/>
                  </a:lnTo>
                  <a:lnTo>
                    <a:pt x="346904" y="333684"/>
                  </a:lnTo>
                  <a:lnTo>
                    <a:pt x="369316" y="300990"/>
                  </a:lnTo>
                  <a:lnTo>
                    <a:pt x="387250" y="264390"/>
                  </a:lnTo>
                  <a:lnTo>
                    <a:pt x="388785" y="256666"/>
                  </a:lnTo>
                  <a:lnTo>
                    <a:pt x="311150" y="256666"/>
                  </a:lnTo>
                  <a:lnTo>
                    <a:pt x="300321" y="254482"/>
                  </a:lnTo>
                  <a:lnTo>
                    <a:pt x="291480" y="248523"/>
                  </a:lnTo>
                  <a:lnTo>
                    <a:pt x="285521" y="239682"/>
                  </a:lnTo>
                  <a:lnTo>
                    <a:pt x="283336" y="228853"/>
                  </a:lnTo>
                  <a:lnTo>
                    <a:pt x="285521" y="218098"/>
                  </a:lnTo>
                  <a:lnTo>
                    <a:pt x="291480" y="209295"/>
                  </a:lnTo>
                  <a:lnTo>
                    <a:pt x="300321" y="203350"/>
                  </a:lnTo>
                  <a:lnTo>
                    <a:pt x="311150" y="201167"/>
                  </a:lnTo>
                  <a:lnTo>
                    <a:pt x="389184" y="201167"/>
                  </a:lnTo>
                  <a:lnTo>
                    <a:pt x="388036" y="195583"/>
                  </a:lnTo>
                  <a:lnTo>
                    <a:pt x="370173" y="169544"/>
                  </a:lnTo>
                  <a:lnTo>
                    <a:pt x="343689" y="151983"/>
                  </a:lnTo>
                  <a:lnTo>
                    <a:pt x="311276" y="145541"/>
                  </a:lnTo>
                  <a:close/>
                </a:path>
                <a:path w="394970" h="365760">
                  <a:moveTo>
                    <a:pt x="112894" y="380"/>
                  </a:moveTo>
                  <a:lnTo>
                    <a:pt x="110998" y="380"/>
                  </a:lnTo>
                  <a:lnTo>
                    <a:pt x="106425" y="762"/>
                  </a:lnTo>
                  <a:lnTo>
                    <a:pt x="101219" y="3428"/>
                  </a:lnTo>
                  <a:lnTo>
                    <a:pt x="4699" y="51688"/>
                  </a:lnTo>
                  <a:lnTo>
                    <a:pt x="0" y="59308"/>
                  </a:lnTo>
                  <a:lnTo>
                    <a:pt x="0" y="319913"/>
                  </a:lnTo>
                  <a:lnTo>
                    <a:pt x="3936" y="327151"/>
                  </a:lnTo>
                  <a:lnTo>
                    <a:pt x="10541" y="331088"/>
                  </a:lnTo>
                  <a:lnTo>
                    <a:pt x="17145" y="335152"/>
                  </a:lnTo>
                  <a:lnTo>
                    <a:pt x="25273" y="335533"/>
                  </a:lnTo>
                  <a:lnTo>
                    <a:pt x="112775" y="291718"/>
                  </a:lnTo>
                  <a:lnTo>
                    <a:pt x="210469" y="291718"/>
                  </a:lnTo>
                  <a:lnTo>
                    <a:pt x="208121" y="286646"/>
                  </a:lnTo>
                  <a:lnTo>
                    <a:pt x="203580" y="275081"/>
                  </a:lnTo>
                  <a:lnTo>
                    <a:pt x="133223" y="251713"/>
                  </a:lnTo>
                  <a:lnTo>
                    <a:pt x="133223" y="54101"/>
                  </a:lnTo>
                  <a:lnTo>
                    <a:pt x="355559" y="54101"/>
                  </a:lnTo>
                  <a:lnTo>
                    <a:pt x="355573" y="43814"/>
                  </a:lnTo>
                  <a:lnTo>
                    <a:pt x="242697" y="43814"/>
                  </a:lnTo>
                  <a:lnTo>
                    <a:pt x="112894" y="380"/>
                  </a:lnTo>
                  <a:close/>
                </a:path>
                <a:path w="394970" h="365760">
                  <a:moveTo>
                    <a:pt x="210469" y="291718"/>
                  </a:moveTo>
                  <a:lnTo>
                    <a:pt x="112775" y="291718"/>
                  </a:lnTo>
                  <a:lnTo>
                    <a:pt x="233172" y="331850"/>
                  </a:lnTo>
                  <a:lnTo>
                    <a:pt x="230124" y="327405"/>
                  </a:lnTo>
                  <a:lnTo>
                    <a:pt x="227202" y="322833"/>
                  </a:lnTo>
                  <a:lnTo>
                    <a:pt x="218725" y="308157"/>
                  </a:lnTo>
                  <a:lnTo>
                    <a:pt x="213232" y="297688"/>
                  </a:lnTo>
                  <a:lnTo>
                    <a:pt x="210469" y="291718"/>
                  </a:lnTo>
                  <a:close/>
                </a:path>
                <a:path w="394970" h="365760">
                  <a:moveTo>
                    <a:pt x="389184" y="201167"/>
                  </a:moveTo>
                  <a:lnTo>
                    <a:pt x="311150" y="201167"/>
                  </a:lnTo>
                  <a:lnTo>
                    <a:pt x="321978" y="203350"/>
                  </a:lnTo>
                  <a:lnTo>
                    <a:pt x="330819" y="209295"/>
                  </a:lnTo>
                  <a:lnTo>
                    <a:pt x="336778" y="218098"/>
                  </a:lnTo>
                  <a:lnTo>
                    <a:pt x="338963" y="228853"/>
                  </a:lnTo>
                  <a:lnTo>
                    <a:pt x="336778" y="239682"/>
                  </a:lnTo>
                  <a:lnTo>
                    <a:pt x="330819" y="248523"/>
                  </a:lnTo>
                  <a:lnTo>
                    <a:pt x="321978" y="254482"/>
                  </a:lnTo>
                  <a:lnTo>
                    <a:pt x="311150" y="256666"/>
                  </a:lnTo>
                  <a:lnTo>
                    <a:pt x="388785" y="256666"/>
                  </a:lnTo>
                  <a:lnTo>
                    <a:pt x="394589" y="227456"/>
                  </a:lnTo>
                  <a:lnTo>
                    <a:pt x="389184" y="201167"/>
                  </a:lnTo>
                  <a:close/>
                </a:path>
                <a:path w="394970" h="365760">
                  <a:moveTo>
                    <a:pt x="355559" y="54101"/>
                  </a:moveTo>
                  <a:lnTo>
                    <a:pt x="133223" y="54101"/>
                  </a:lnTo>
                  <a:lnTo>
                    <a:pt x="222123" y="83819"/>
                  </a:lnTo>
                  <a:lnTo>
                    <a:pt x="222123" y="152780"/>
                  </a:lnTo>
                  <a:lnTo>
                    <a:pt x="240157" y="135949"/>
                  </a:lnTo>
                  <a:lnTo>
                    <a:pt x="261429" y="123189"/>
                  </a:lnTo>
                  <a:lnTo>
                    <a:pt x="285273" y="115097"/>
                  </a:lnTo>
                  <a:lnTo>
                    <a:pt x="311023" y="112267"/>
                  </a:lnTo>
                  <a:lnTo>
                    <a:pt x="355484" y="112267"/>
                  </a:lnTo>
                  <a:lnTo>
                    <a:pt x="355559" y="54101"/>
                  </a:lnTo>
                  <a:close/>
                </a:path>
                <a:path w="394970" h="365760">
                  <a:moveTo>
                    <a:pt x="355484" y="112267"/>
                  </a:moveTo>
                  <a:lnTo>
                    <a:pt x="311023" y="112267"/>
                  </a:lnTo>
                  <a:lnTo>
                    <a:pt x="322683" y="112831"/>
                  </a:lnTo>
                  <a:lnTo>
                    <a:pt x="334010" y="114490"/>
                  </a:lnTo>
                  <a:lnTo>
                    <a:pt x="344955" y="117197"/>
                  </a:lnTo>
                  <a:lnTo>
                    <a:pt x="355473" y="120903"/>
                  </a:lnTo>
                  <a:lnTo>
                    <a:pt x="355484" y="112267"/>
                  </a:lnTo>
                  <a:close/>
                </a:path>
                <a:path w="394970" h="365760">
                  <a:moveTo>
                    <a:pt x="330326" y="0"/>
                  </a:moveTo>
                  <a:lnTo>
                    <a:pt x="242697" y="43814"/>
                  </a:lnTo>
                  <a:lnTo>
                    <a:pt x="355573" y="43814"/>
                  </a:lnTo>
                  <a:lnTo>
                    <a:pt x="355600" y="15620"/>
                  </a:lnTo>
                  <a:lnTo>
                    <a:pt x="351663" y="8381"/>
                  </a:lnTo>
                  <a:lnTo>
                    <a:pt x="345058" y="4444"/>
                  </a:lnTo>
                  <a:lnTo>
                    <a:pt x="338454" y="380"/>
                  </a:lnTo>
                  <a:lnTo>
                    <a:pt x="330326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1545316" y="4305046"/>
            <a:ext cx="23298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C6A4F"/>
                </a:solidFill>
                <a:latin typeface="Times New Roman"/>
                <a:cs typeface="Times New Roman"/>
              </a:rPr>
              <a:t>Geotagged</a:t>
            </a:r>
            <a:r>
              <a:rPr dirty="0" sz="1600" spc="-7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C6A4F"/>
                </a:solidFill>
                <a:latin typeface="Times New Roman"/>
                <a:cs typeface="Times New Roman"/>
              </a:rPr>
              <a:t>Documentation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1062461" y="4665345"/>
            <a:ext cx="357124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Geotagged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photos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provided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accountability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and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valuable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data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evaluation.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762000" y="6667500"/>
            <a:ext cx="14732000" cy="1651635"/>
            <a:chOff x="762000" y="6667500"/>
            <a:chExt cx="14732000" cy="1651635"/>
          </a:xfrm>
        </p:grpSpPr>
        <p:sp>
          <p:nvSpPr>
            <p:cNvPr id="41" name="object 41" descr=""/>
            <p:cNvSpPr/>
            <p:nvPr/>
          </p:nvSpPr>
          <p:spPr>
            <a:xfrm>
              <a:off x="762000" y="6667500"/>
              <a:ext cx="14732000" cy="1651635"/>
            </a:xfrm>
            <a:custGeom>
              <a:avLst/>
              <a:gdLst/>
              <a:ahLst/>
              <a:cxnLst/>
              <a:rect l="l" t="t" r="r" b="b"/>
              <a:pathLst>
                <a:path w="14732000" h="1651634">
                  <a:moveTo>
                    <a:pt x="14632940" y="0"/>
                  </a:moveTo>
                  <a:lnTo>
                    <a:pt x="99072" y="0"/>
                  </a:lnTo>
                  <a:lnTo>
                    <a:pt x="60505" y="7780"/>
                  </a:lnTo>
                  <a:lnTo>
                    <a:pt x="29014" y="29003"/>
                  </a:lnTo>
                  <a:lnTo>
                    <a:pt x="7784" y="60489"/>
                  </a:lnTo>
                  <a:lnTo>
                    <a:pt x="0" y="99060"/>
                  </a:lnTo>
                  <a:lnTo>
                    <a:pt x="0" y="1551927"/>
                  </a:lnTo>
                  <a:lnTo>
                    <a:pt x="7784" y="1590488"/>
                  </a:lnTo>
                  <a:lnTo>
                    <a:pt x="60505" y="1643213"/>
                  </a:lnTo>
                  <a:lnTo>
                    <a:pt x="99072" y="1651000"/>
                  </a:lnTo>
                  <a:lnTo>
                    <a:pt x="14632940" y="1651012"/>
                  </a:lnTo>
                  <a:lnTo>
                    <a:pt x="14671510" y="1643228"/>
                  </a:lnTo>
                  <a:lnTo>
                    <a:pt x="14702996" y="1621999"/>
                  </a:lnTo>
                  <a:lnTo>
                    <a:pt x="14724219" y="1590512"/>
                  </a:lnTo>
                  <a:lnTo>
                    <a:pt x="14732000" y="1551952"/>
                  </a:lnTo>
                  <a:lnTo>
                    <a:pt x="14732000" y="99060"/>
                  </a:lnTo>
                  <a:lnTo>
                    <a:pt x="14724219" y="60489"/>
                  </a:lnTo>
                  <a:lnTo>
                    <a:pt x="14702996" y="29003"/>
                  </a:lnTo>
                  <a:lnTo>
                    <a:pt x="14671510" y="7780"/>
                  </a:lnTo>
                  <a:lnTo>
                    <a:pt x="1463294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200150" y="7175500"/>
              <a:ext cx="342900" cy="471805"/>
            </a:xfrm>
            <a:custGeom>
              <a:avLst/>
              <a:gdLst/>
              <a:ahLst/>
              <a:cxnLst/>
              <a:rect l="l" t="t" r="r" b="b"/>
              <a:pathLst>
                <a:path w="342900" h="471804">
                  <a:moveTo>
                    <a:pt x="171450" y="0"/>
                  </a:moveTo>
                  <a:lnTo>
                    <a:pt x="125897" y="6129"/>
                  </a:lnTo>
                  <a:lnTo>
                    <a:pt x="84948" y="23424"/>
                  </a:lnTo>
                  <a:lnTo>
                    <a:pt x="50244" y="50244"/>
                  </a:lnTo>
                  <a:lnTo>
                    <a:pt x="23424" y="84948"/>
                  </a:lnTo>
                  <a:lnTo>
                    <a:pt x="6129" y="125897"/>
                  </a:lnTo>
                  <a:lnTo>
                    <a:pt x="0" y="171450"/>
                  </a:lnTo>
                  <a:lnTo>
                    <a:pt x="3246" y="204850"/>
                  </a:lnTo>
                  <a:lnTo>
                    <a:pt x="12577" y="236061"/>
                  </a:lnTo>
                  <a:lnTo>
                    <a:pt x="27383" y="264461"/>
                  </a:lnTo>
                  <a:lnTo>
                    <a:pt x="47053" y="289432"/>
                  </a:lnTo>
                  <a:lnTo>
                    <a:pt x="57730" y="301519"/>
                  </a:lnTo>
                  <a:lnTo>
                    <a:pt x="67330" y="314499"/>
                  </a:lnTo>
                  <a:lnTo>
                    <a:pt x="75380" y="328312"/>
                  </a:lnTo>
                  <a:lnTo>
                    <a:pt x="81406" y="342900"/>
                  </a:lnTo>
                  <a:lnTo>
                    <a:pt x="261493" y="342900"/>
                  </a:lnTo>
                  <a:lnTo>
                    <a:pt x="267565" y="328312"/>
                  </a:lnTo>
                  <a:lnTo>
                    <a:pt x="275589" y="314499"/>
                  </a:lnTo>
                  <a:lnTo>
                    <a:pt x="285138" y="301519"/>
                  </a:lnTo>
                  <a:lnTo>
                    <a:pt x="295783" y="289432"/>
                  </a:lnTo>
                  <a:lnTo>
                    <a:pt x="315467" y="264461"/>
                  </a:lnTo>
                  <a:lnTo>
                    <a:pt x="330295" y="236061"/>
                  </a:lnTo>
                  <a:lnTo>
                    <a:pt x="339645" y="204850"/>
                  </a:lnTo>
                  <a:lnTo>
                    <a:pt x="341501" y="185800"/>
                  </a:lnTo>
                  <a:lnTo>
                    <a:pt x="78612" y="185800"/>
                  </a:lnTo>
                  <a:lnTo>
                    <a:pt x="70233" y="184108"/>
                  </a:lnTo>
                  <a:lnTo>
                    <a:pt x="63414" y="179498"/>
                  </a:lnTo>
                  <a:lnTo>
                    <a:pt x="58828" y="172674"/>
                  </a:lnTo>
                  <a:lnTo>
                    <a:pt x="57150" y="164337"/>
                  </a:lnTo>
                  <a:lnTo>
                    <a:pt x="65575" y="122622"/>
                  </a:lnTo>
                  <a:lnTo>
                    <a:pt x="88550" y="88550"/>
                  </a:lnTo>
                  <a:lnTo>
                    <a:pt x="122622" y="65575"/>
                  </a:lnTo>
                  <a:lnTo>
                    <a:pt x="164337" y="57150"/>
                  </a:lnTo>
                  <a:lnTo>
                    <a:pt x="297992" y="57150"/>
                  </a:lnTo>
                  <a:lnTo>
                    <a:pt x="292655" y="50244"/>
                  </a:lnTo>
                  <a:lnTo>
                    <a:pt x="257951" y="23424"/>
                  </a:lnTo>
                  <a:lnTo>
                    <a:pt x="217002" y="6129"/>
                  </a:lnTo>
                  <a:lnTo>
                    <a:pt x="171450" y="0"/>
                  </a:lnTo>
                  <a:close/>
                </a:path>
                <a:path w="342900" h="471804">
                  <a:moveTo>
                    <a:pt x="297992" y="57150"/>
                  </a:moveTo>
                  <a:lnTo>
                    <a:pt x="164337" y="57150"/>
                  </a:lnTo>
                  <a:lnTo>
                    <a:pt x="172674" y="58824"/>
                  </a:lnTo>
                  <a:lnTo>
                    <a:pt x="179498" y="63404"/>
                  </a:lnTo>
                  <a:lnTo>
                    <a:pt x="184108" y="70223"/>
                  </a:lnTo>
                  <a:lnTo>
                    <a:pt x="185800" y="78612"/>
                  </a:lnTo>
                  <a:lnTo>
                    <a:pt x="184108" y="86949"/>
                  </a:lnTo>
                  <a:lnTo>
                    <a:pt x="179498" y="93773"/>
                  </a:lnTo>
                  <a:lnTo>
                    <a:pt x="172674" y="98383"/>
                  </a:lnTo>
                  <a:lnTo>
                    <a:pt x="139295" y="105116"/>
                  </a:lnTo>
                  <a:lnTo>
                    <a:pt x="118872" y="118871"/>
                  </a:lnTo>
                  <a:lnTo>
                    <a:pt x="105116" y="139295"/>
                  </a:lnTo>
                  <a:lnTo>
                    <a:pt x="98383" y="172674"/>
                  </a:lnTo>
                  <a:lnTo>
                    <a:pt x="93773" y="179498"/>
                  </a:lnTo>
                  <a:lnTo>
                    <a:pt x="86949" y="184108"/>
                  </a:lnTo>
                  <a:lnTo>
                    <a:pt x="78612" y="185800"/>
                  </a:lnTo>
                  <a:lnTo>
                    <a:pt x="341501" y="185800"/>
                  </a:lnTo>
                  <a:lnTo>
                    <a:pt x="342780" y="172674"/>
                  </a:lnTo>
                  <a:lnTo>
                    <a:pt x="342900" y="171450"/>
                  </a:lnTo>
                  <a:lnTo>
                    <a:pt x="336770" y="125897"/>
                  </a:lnTo>
                  <a:lnTo>
                    <a:pt x="319475" y="84948"/>
                  </a:lnTo>
                  <a:lnTo>
                    <a:pt x="297992" y="57150"/>
                  </a:lnTo>
                  <a:close/>
                </a:path>
                <a:path w="342900" h="471804">
                  <a:moveTo>
                    <a:pt x="257175" y="385825"/>
                  </a:moveTo>
                  <a:lnTo>
                    <a:pt x="85725" y="385825"/>
                  </a:lnTo>
                  <a:lnTo>
                    <a:pt x="85725" y="400050"/>
                  </a:lnTo>
                  <a:lnTo>
                    <a:pt x="91342" y="427884"/>
                  </a:lnTo>
                  <a:lnTo>
                    <a:pt x="106664" y="450611"/>
                  </a:lnTo>
                  <a:lnTo>
                    <a:pt x="129391" y="465933"/>
                  </a:lnTo>
                  <a:lnTo>
                    <a:pt x="157225" y="471550"/>
                  </a:lnTo>
                  <a:lnTo>
                    <a:pt x="185800" y="471550"/>
                  </a:lnTo>
                  <a:lnTo>
                    <a:pt x="213562" y="465933"/>
                  </a:lnTo>
                  <a:lnTo>
                    <a:pt x="236251" y="450611"/>
                  </a:lnTo>
                  <a:lnTo>
                    <a:pt x="251559" y="427884"/>
                  </a:lnTo>
                  <a:lnTo>
                    <a:pt x="257175" y="400050"/>
                  </a:lnTo>
                  <a:lnTo>
                    <a:pt x="257175" y="385825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1828926" y="7171435"/>
            <a:ext cx="13096240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1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Insight:</a:t>
            </a:r>
            <a:r>
              <a:rPr dirty="0" sz="1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8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combination</a:t>
            </a:r>
            <a:r>
              <a:rPr dirty="0" sz="18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visual</a:t>
            </a:r>
            <a:r>
              <a:rPr dirty="0" sz="18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storytelling,</a:t>
            </a:r>
            <a:r>
              <a:rPr dirty="0" sz="18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hands-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8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practice,</a:t>
            </a:r>
            <a:r>
              <a:rPr dirty="0" sz="18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community</a:t>
            </a:r>
            <a:r>
              <a:rPr dirty="0" sz="18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involvement</a:t>
            </a:r>
            <a:r>
              <a:rPr dirty="0" sz="18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created</a:t>
            </a:r>
            <a:r>
              <a:rPr dirty="0" sz="18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multiplier</a:t>
            </a:r>
            <a:r>
              <a:rPr dirty="0" sz="18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effect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18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participants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became</a:t>
            </a:r>
            <a:r>
              <a:rPr dirty="0" sz="18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advocates,</a:t>
            </a:r>
            <a:r>
              <a:rPr dirty="0" sz="18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extending</a:t>
            </a:r>
            <a:r>
              <a:rPr dirty="0" sz="18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8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program's</a:t>
            </a:r>
            <a:r>
              <a:rPr dirty="0" sz="18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reach</a:t>
            </a:r>
            <a:r>
              <a:rPr dirty="0" sz="18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beyond</a:t>
            </a:r>
            <a:r>
              <a:rPr dirty="0" sz="18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direct</a:t>
            </a:r>
            <a:r>
              <a:rPr dirty="0" sz="18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imes New Roman"/>
                <a:cs typeface="Times New Roman"/>
              </a:rPr>
              <a:t>attendees.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128000" cy="508000"/>
          </a:xfrm>
          <a:custGeom>
            <a:avLst/>
            <a:gdLst/>
            <a:ahLst/>
            <a:cxnLst/>
            <a:rect l="l" t="t" r="r" b="b"/>
            <a:pathLst>
              <a:path w="8128000" h="508000">
                <a:moveTo>
                  <a:pt x="0" y="508000"/>
                </a:moveTo>
                <a:lnTo>
                  <a:pt x="8128000" y="508000"/>
                </a:lnTo>
                <a:lnTo>
                  <a:pt x="8128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19200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0" y="508000"/>
                </a:moveTo>
                <a:lnTo>
                  <a:pt x="4064000" y="508000"/>
                </a:lnTo>
                <a:lnTo>
                  <a:pt x="4064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28000" y="0"/>
            <a:ext cx="4064000" cy="508000"/>
          </a:xfrm>
          <a:prstGeom prst="rect">
            <a:avLst/>
          </a:prstGeom>
          <a:solidFill>
            <a:srgbClr val="2C6A4F"/>
          </a:solidFill>
        </p:spPr>
        <p:txBody>
          <a:bodyPr wrap="square" lIns="0" tIns="165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2000" y="8128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63500" y="0"/>
                </a:moveTo>
                <a:lnTo>
                  <a:pt x="0" y="0"/>
                </a:lnTo>
                <a:lnTo>
                  <a:pt x="0" y="355600"/>
                </a:lnTo>
                <a:lnTo>
                  <a:pt x="63500" y="355600"/>
                </a:lnTo>
                <a:lnTo>
                  <a:pt x="635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03503" y="802004"/>
            <a:ext cx="26790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Challenges</a:t>
            </a:r>
            <a:r>
              <a:rPr dirty="0" sz="2800" spc="-11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Faced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62000" y="1524000"/>
            <a:ext cx="7112000" cy="1968500"/>
            <a:chOff x="762000" y="1524000"/>
            <a:chExt cx="7112000" cy="1968500"/>
          </a:xfrm>
        </p:grpSpPr>
        <p:sp>
          <p:nvSpPr>
            <p:cNvPr id="11" name="object 11" descr=""/>
            <p:cNvSpPr/>
            <p:nvPr/>
          </p:nvSpPr>
          <p:spPr>
            <a:xfrm>
              <a:off x="762000" y="1524000"/>
              <a:ext cx="7112000" cy="1968500"/>
            </a:xfrm>
            <a:custGeom>
              <a:avLst/>
              <a:gdLst/>
              <a:ahLst/>
              <a:cxnLst/>
              <a:rect l="l" t="t" r="r" b="b"/>
              <a:pathLst>
                <a:path w="7112000" h="1968500">
                  <a:moveTo>
                    <a:pt x="6954520" y="0"/>
                  </a:moveTo>
                  <a:lnTo>
                    <a:pt x="157480" y="0"/>
                  </a:lnTo>
                  <a:lnTo>
                    <a:pt x="107705" y="8026"/>
                  </a:lnTo>
                  <a:lnTo>
                    <a:pt x="64476" y="30378"/>
                  </a:lnTo>
                  <a:lnTo>
                    <a:pt x="30385" y="64465"/>
                  </a:lnTo>
                  <a:lnTo>
                    <a:pt x="8028" y="107696"/>
                  </a:lnTo>
                  <a:lnTo>
                    <a:pt x="0" y="157479"/>
                  </a:lnTo>
                  <a:lnTo>
                    <a:pt x="0" y="1811020"/>
                  </a:lnTo>
                  <a:lnTo>
                    <a:pt x="8028" y="1860803"/>
                  </a:lnTo>
                  <a:lnTo>
                    <a:pt x="30385" y="1904034"/>
                  </a:lnTo>
                  <a:lnTo>
                    <a:pt x="64476" y="1938121"/>
                  </a:lnTo>
                  <a:lnTo>
                    <a:pt x="107705" y="1960473"/>
                  </a:lnTo>
                  <a:lnTo>
                    <a:pt x="157480" y="1968500"/>
                  </a:lnTo>
                  <a:lnTo>
                    <a:pt x="6954520" y="1968500"/>
                  </a:lnTo>
                  <a:lnTo>
                    <a:pt x="7004304" y="1960473"/>
                  </a:lnTo>
                  <a:lnTo>
                    <a:pt x="7047534" y="1938121"/>
                  </a:lnTo>
                  <a:lnTo>
                    <a:pt x="7081621" y="1904034"/>
                  </a:lnTo>
                  <a:lnTo>
                    <a:pt x="7103973" y="1860803"/>
                  </a:lnTo>
                  <a:lnTo>
                    <a:pt x="7112000" y="1811020"/>
                  </a:lnTo>
                  <a:lnTo>
                    <a:pt x="7112000" y="157479"/>
                  </a:lnTo>
                  <a:lnTo>
                    <a:pt x="7103973" y="107695"/>
                  </a:lnTo>
                  <a:lnTo>
                    <a:pt x="7081621" y="64465"/>
                  </a:lnTo>
                  <a:lnTo>
                    <a:pt x="7047534" y="30378"/>
                  </a:lnTo>
                  <a:lnTo>
                    <a:pt x="7004304" y="8026"/>
                  </a:lnTo>
                  <a:lnTo>
                    <a:pt x="6954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42185" y="1774825"/>
              <a:ext cx="354330" cy="311150"/>
            </a:xfrm>
            <a:custGeom>
              <a:avLst/>
              <a:gdLst/>
              <a:ahLst/>
              <a:cxnLst/>
              <a:rect l="l" t="t" r="r" b="b"/>
              <a:pathLst>
                <a:path w="354330" h="311150">
                  <a:moveTo>
                    <a:pt x="154726" y="0"/>
                  </a:moveTo>
                  <a:lnTo>
                    <a:pt x="101792" y="0"/>
                  </a:lnTo>
                  <a:lnTo>
                    <a:pt x="87127" y="2492"/>
                  </a:lnTo>
                  <a:lnTo>
                    <a:pt x="58663" y="33781"/>
                  </a:lnTo>
                  <a:lnTo>
                    <a:pt x="192" y="269875"/>
                  </a:lnTo>
                  <a:lnTo>
                    <a:pt x="0" y="285164"/>
                  </a:lnTo>
                  <a:lnTo>
                    <a:pt x="6290" y="298370"/>
                  </a:lnTo>
                  <a:lnTo>
                    <a:pt x="17621" y="307647"/>
                  </a:lnTo>
                  <a:lnTo>
                    <a:pt x="32552" y="311150"/>
                  </a:lnTo>
                  <a:lnTo>
                    <a:pt x="154726" y="311150"/>
                  </a:lnTo>
                  <a:lnTo>
                    <a:pt x="154726" y="266700"/>
                  </a:lnTo>
                  <a:lnTo>
                    <a:pt x="156470" y="258030"/>
                  </a:lnTo>
                  <a:lnTo>
                    <a:pt x="161228" y="250967"/>
                  </a:lnTo>
                  <a:lnTo>
                    <a:pt x="168292" y="246215"/>
                  </a:lnTo>
                  <a:lnTo>
                    <a:pt x="176951" y="244475"/>
                  </a:lnTo>
                  <a:lnTo>
                    <a:pt x="347513" y="244475"/>
                  </a:lnTo>
                  <a:lnTo>
                    <a:pt x="336514" y="200025"/>
                  </a:lnTo>
                  <a:lnTo>
                    <a:pt x="176951" y="200025"/>
                  </a:lnTo>
                  <a:lnTo>
                    <a:pt x="168292" y="198284"/>
                  </a:lnTo>
                  <a:lnTo>
                    <a:pt x="161228" y="193532"/>
                  </a:lnTo>
                  <a:lnTo>
                    <a:pt x="156470" y="186469"/>
                  </a:lnTo>
                  <a:lnTo>
                    <a:pt x="154726" y="177800"/>
                  </a:lnTo>
                  <a:lnTo>
                    <a:pt x="154726" y="133350"/>
                  </a:lnTo>
                  <a:lnTo>
                    <a:pt x="156470" y="124680"/>
                  </a:lnTo>
                  <a:lnTo>
                    <a:pt x="161228" y="117617"/>
                  </a:lnTo>
                  <a:lnTo>
                    <a:pt x="168292" y="112865"/>
                  </a:lnTo>
                  <a:lnTo>
                    <a:pt x="176951" y="111125"/>
                  </a:lnTo>
                  <a:lnTo>
                    <a:pt x="314516" y="111125"/>
                  </a:lnTo>
                  <a:lnTo>
                    <a:pt x="303517" y="66675"/>
                  </a:lnTo>
                  <a:lnTo>
                    <a:pt x="176951" y="66675"/>
                  </a:lnTo>
                  <a:lnTo>
                    <a:pt x="168292" y="64934"/>
                  </a:lnTo>
                  <a:lnTo>
                    <a:pt x="161228" y="60182"/>
                  </a:lnTo>
                  <a:lnTo>
                    <a:pt x="156470" y="53119"/>
                  </a:lnTo>
                  <a:lnTo>
                    <a:pt x="154726" y="44450"/>
                  </a:lnTo>
                  <a:lnTo>
                    <a:pt x="154726" y="0"/>
                  </a:lnTo>
                  <a:close/>
                </a:path>
                <a:path w="354330" h="311150">
                  <a:moveTo>
                    <a:pt x="347513" y="244475"/>
                  </a:moveTo>
                  <a:lnTo>
                    <a:pt x="176951" y="244475"/>
                  </a:lnTo>
                  <a:lnTo>
                    <a:pt x="185610" y="246215"/>
                  </a:lnTo>
                  <a:lnTo>
                    <a:pt x="192673" y="250967"/>
                  </a:lnTo>
                  <a:lnTo>
                    <a:pt x="197432" y="258030"/>
                  </a:lnTo>
                  <a:lnTo>
                    <a:pt x="199176" y="266700"/>
                  </a:lnTo>
                  <a:lnTo>
                    <a:pt x="199176" y="311150"/>
                  </a:lnTo>
                  <a:lnTo>
                    <a:pt x="321540" y="311150"/>
                  </a:lnTo>
                  <a:lnTo>
                    <a:pt x="336421" y="307647"/>
                  </a:lnTo>
                  <a:lnTo>
                    <a:pt x="347718" y="298370"/>
                  </a:lnTo>
                  <a:lnTo>
                    <a:pt x="353991" y="285164"/>
                  </a:lnTo>
                  <a:lnTo>
                    <a:pt x="353798" y="269875"/>
                  </a:lnTo>
                  <a:lnTo>
                    <a:pt x="347513" y="244475"/>
                  </a:lnTo>
                  <a:close/>
                </a:path>
                <a:path w="354330" h="311150">
                  <a:moveTo>
                    <a:pt x="314516" y="111125"/>
                  </a:moveTo>
                  <a:lnTo>
                    <a:pt x="176951" y="111125"/>
                  </a:lnTo>
                  <a:lnTo>
                    <a:pt x="185610" y="112865"/>
                  </a:lnTo>
                  <a:lnTo>
                    <a:pt x="192673" y="117617"/>
                  </a:lnTo>
                  <a:lnTo>
                    <a:pt x="197432" y="124680"/>
                  </a:lnTo>
                  <a:lnTo>
                    <a:pt x="199176" y="133350"/>
                  </a:lnTo>
                  <a:lnTo>
                    <a:pt x="199176" y="177800"/>
                  </a:lnTo>
                  <a:lnTo>
                    <a:pt x="197432" y="186469"/>
                  </a:lnTo>
                  <a:lnTo>
                    <a:pt x="192673" y="193532"/>
                  </a:lnTo>
                  <a:lnTo>
                    <a:pt x="185610" y="198284"/>
                  </a:lnTo>
                  <a:lnTo>
                    <a:pt x="176951" y="200025"/>
                  </a:lnTo>
                  <a:lnTo>
                    <a:pt x="336514" y="200025"/>
                  </a:lnTo>
                  <a:lnTo>
                    <a:pt x="314516" y="111125"/>
                  </a:lnTo>
                  <a:close/>
                </a:path>
                <a:path w="354330" h="311150">
                  <a:moveTo>
                    <a:pt x="252198" y="0"/>
                  </a:moveTo>
                  <a:lnTo>
                    <a:pt x="199176" y="0"/>
                  </a:lnTo>
                  <a:lnTo>
                    <a:pt x="199176" y="44450"/>
                  </a:lnTo>
                  <a:lnTo>
                    <a:pt x="197432" y="53119"/>
                  </a:lnTo>
                  <a:lnTo>
                    <a:pt x="192673" y="60182"/>
                  </a:lnTo>
                  <a:lnTo>
                    <a:pt x="185610" y="64934"/>
                  </a:lnTo>
                  <a:lnTo>
                    <a:pt x="176951" y="66675"/>
                  </a:lnTo>
                  <a:lnTo>
                    <a:pt x="303517" y="66675"/>
                  </a:lnTo>
                  <a:lnTo>
                    <a:pt x="295378" y="33781"/>
                  </a:lnTo>
                  <a:lnTo>
                    <a:pt x="289489" y="20145"/>
                  </a:lnTo>
                  <a:lnTo>
                    <a:pt x="279694" y="9461"/>
                  </a:lnTo>
                  <a:lnTo>
                    <a:pt x="266946" y="2492"/>
                  </a:lnTo>
                  <a:lnTo>
                    <a:pt x="252198" y="0"/>
                  </a:lnTo>
                  <a:close/>
                </a:path>
              </a:pathLst>
            </a:custGeom>
            <a:solidFill>
              <a:srgbClr val="5C6B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511300" y="1755394"/>
            <a:ext cx="214249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2B2C42"/>
                </a:solidFill>
                <a:latin typeface="Times New Roman"/>
                <a:cs typeface="Times New Roman"/>
              </a:rPr>
              <a:t>Limited</a:t>
            </a:r>
            <a:r>
              <a:rPr dirty="0" sz="1700" spc="-4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B2C42"/>
                </a:solidFill>
                <a:latin typeface="Times New Roman"/>
                <a:cs typeface="Times New Roman"/>
              </a:rPr>
              <a:t>Infrastructure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8801" y="2124836"/>
            <a:ext cx="600456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Inadequate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facilities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some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communities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made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demonstrations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and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facility-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based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education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 difficult.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62000" y="3746500"/>
            <a:ext cx="7112000" cy="1968500"/>
            <a:chOff x="762000" y="3746500"/>
            <a:chExt cx="7112000" cy="1968500"/>
          </a:xfrm>
        </p:grpSpPr>
        <p:sp>
          <p:nvSpPr>
            <p:cNvPr id="16" name="object 16" descr=""/>
            <p:cNvSpPr/>
            <p:nvPr/>
          </p:nvSpPr>
          <p:spPr>
            <a:xfrm>
              <a:off x="762000" y="3746500"/>
              <a:ext cx="7112000" cy="1968500"/>
            </a:xfrm>
            <a:custGeom>
              <a:avLst/>
              <a:gdLst/>
              <a:ahLst/>
              <a:cxnLst/>
              <a:rect l="l" t="t" r="r" b="b"/>
              <a:pathLst>
                <a:path w="7112000" h="1968500">
                  <a:moveTo>
                    <a:pt x="6954520" y="0"/>
                  </a:moveTo>
                  <a:lnTo>
                    <a:pt x="157480" y="0"/>
                  </a:lnTo>
                  <a:lnTo>
                    <a:pt x="107705" y="8026"/>
                  </a:lnTo>
                  <a:lnTo>
                    <a:pt x="64476" y="30378"/>
                  </a:lnTo>
                  <a:lnTo>
                    <a:pt x="30385" y="64465"/>
                  </a:lnTo>
                  <a:lnTo>
                    <a:pt x="8028" y="107696"/>
                  </a:lnTo>
                  <a:lnTo>
                    <a:pt x="0" y="157479"/>
                  </a:lnTo>
                  <a:lnTo>
                    <a:pt x="0" y="1811020"/>
                  </a:lnTo>
                  <a:lnTo>
                    <a:pt x="8028" y="1860803"/>
                  </a:lnTo>
                  <a:lnTo>
                    <a:pt x="30385" y="1904034"/>
                  </a:lnTo>
                  <a:lnTo>
                    <a:pt x="64476" y="1938121"/>
                  </a:lnTo>
                  <a:lnTo>
                    <a:pt x="107705" y="1960473"/>
                  </a:lnTo>
                  <a:lnTo>
                    <a:pt x="157480" y="1968500"/>
                  </a:lnTo>
                  <a:lnTo>
                    <a:pt x="6954520" y="1968500"/>
                  </a:lnTo>
                  <a:lnTo>
                    <a:pt x="7004304" y="1960473"/>
                  </a:lnTo>
                  <a:lnTo>
                    <a:pt x="7047534" y="1938121"/>
                  </a:lnTo>
                  <a:lnTo>
                    <a:pt x="7081621" y="1904034"/>
                  </a:lnTo>
                  <a:lnTo>
                    <a:pt x="7103973" y="1860803"/>
                  </a:lnTo>
                  <a:lnTo>
                    <a:pt x="7112000" y="1811020"/>
                  </a:lnTo>
                  <a:lnTo>
                    <a:pt x="7112000" y="157479"/>
                  </a:lnTo>
                  <a:lnTo>
                    <a:pt x="7103973" y="107696"/>
                  </a:lnTo>
                  <a:lnTo>
                    <a:pt x="7081621" y="64465"/>
                  </a:lnTo>
                  <a:lnTo>
                    <a:pt x="7047534" y="30378"/>
                  </a:lnTo>
                  <a:lnTo>
                    <a:pt x="7004304" y="8026"/>
                  </a:lnTo>
                  <a:lnTo>
                    <a:pt x="6954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41400" y="3975131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77787" y="144367"/>
                  </a:moveTo>
                  <a:lnTo>
                    <a:pt x="44450" y="144367"/>
                  </a:lnTo>
                  <a:lnTo>
                    <a:pt x="44450" y="288893"/>
                  </a:lnTo>
                  <a:lnTo>
                    <a:pt x="3263" y="319754"/>
                  </a:lnTo>
                  <a:lnTo>
                    <a:pt x="0" y="326358"/>
                  </a:lnTo>
                  <a:lnTo>
                    <a:pt x="0" y="333343"/>
                  </a:lnTo>
                  <a:lnTo>
                    <a:pt x="1743" y="342012"/>
                  </a:lnTo>
                  <a:lnTo>
                    <a:pt x="6502" y="349075"/>
                  </a:lnTo>
                  <a:lnTo>
                    <a:pt x="13565" y="353827"/>
                  </a:lnTo>
                  <a:lnTo>
                    <a:pt x="22225" y="355568"/>
                  </a:lnTo>
                  <a:lnTo>
                    <a:pt x="333375" y="355568"/>
                  </a:lnTo>
                  <a:lnTo>
                    <a:pt x="342044" y="353827"/>
                  </a:lnTo>
                  <a:lnTo>
                    <a:pt x="349107" y="349075"/>
                  </a:lnTo>
                  <a:lnTo>
                    <a:pt x="353859" y="342012"/>
                  </a:lnTo>
                  <a:lnTo>
                    <a:pt x="355600" y="333343"/>
                  </a:lnTo>
                  <a:lnTo>
                    <a:pt x="355600" y="326358"/>
                  </a:lnTo>
                  <a:lnTo>
                    <a:pt x="352297" y="319754"/>
                  </a:lnTo>
                  <a:lnTo>
                    <a:pt x="311150" y="288893"/>
                  </a:lnTo>
                  <a:lnTo>
                    <a:pt x="77787" y="288893"/>
                  </a:lnTo>
                  <a:lnTo>
                    <a:pt x="77787" y="144367"/>
                  </a:lnTo>
                  <a:close/>
                </a:path>
                <a:path w="355600" h="355600">
                  <a:moveTo>
                    <a:pt x="155575" y="144367"/>
                  </a:moveTo>
                  <a:lnTo>
                    <a:pt x="122237" y="144367"/>
                  </a:lnTo>
                  <a:lnTo>
                    <a:pt x="122237" y="288893"/>
                  </a:lnTo>
                  <a:lnTo>
                    <a:pt x="155575" y="288893"/>
                  </a:lnTo>
                  <a:lnTo>
                    <a:pt x="155575" y="144367"/>
                  </a:lnTo>
                  <a:close/>
                </a:path>
                <a:path w="355600" h="355600">
                  <a:moveTo>
                    <a:pt x="233425" y="144367"/>
                  </a:moveTo>
                  <a:lnTo>
                    <a:pt x="200025" y="144367"/>
                  </a:lnTo>
                  <a:lnTo>
                    <a:pt x="200025" y="288893"/>
                  </a:lnTo>
                  <a:lnTo>
                    <a:pt x="233425" y="288893"/>
                  </a:lnTo>
                  <a:lnTo>
                    <a:pt x="233425" y="144367"/>
                  </a:lnTo>
                  <a:close/>
                </a:path>
                <a:path w="355600" h="355600">
                  <a:moveTo>
                    <a:pt x="311150" y="144367"/>
                  </a:moveTo>
                  <a:lnTo>
                    <a:pt x="277875" y="144367"/>
                  </a:lnTo>
                  <a:lnTo>
                    <a:pt x="277875" y="288893"/>
                  </a:lnTo>
                  <a:lnTo>
                    <a:pt x="311150" y="288893"/>
                  </a:lnTo>
                  <a:lnTo>
                    <a:pt x="311150" y="144367"/>
                  </a:lnTo>
                  <a:close/>
                </a:path>
                <a:path w="355600" h="355600">
                  <a:moveTo>
                    <a:pt x="177800" y="0"/>
                  </a:moveTo>
                  <a:lnTo>
                    <a:pt x="10210" y="103473"/>
                  </a:lnTo>
                  <a:lnTo>
                    <a:pt x="22" y="121332"/>
                  </a:lnTo>
                  <a:lnTo>
                    <a:pt x="901" y="128492"/>
                  </a:lnTo>
                  <a:lnTo>
                    <a:pt x="4019" y="134937"/>
                  </a:lnTo>
                  <a:lnTo>
                    <a:pt x="8905" y="139953"/>
                  </a:lnTo>
                  <a:lnTo>
                    <a:pt x="15121" y="143208"/>
                  </a:lnTo>
                  <a:lnTo>
                    <a:pt x="22225" y="144367"/>
                  </a:lnTo>
                  <a:lnTo>
                    <a:pt x="333375" y="144367"/>
                  </a:lnTo>
                  <a:lnTo>
                    <a:pt x="355601" y="121332"/>
                  </a:lnTo>
                  <a:lnTo>
                    <a:pt x="354218" y="114458"/>
                  </a:lnTo>
                  <a:lnTo>
                    <a:pt x="189814" y="3524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5C6B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511300" y="3978401"/>
            <a:ext cx="184531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2B2C42"/>
                </a:solidFill>
                <a:latin typeface="Times New Roman"/>
                <a:cs typeface="Times New Roman"/>
              </a:rPr>
              <a:t>Cultural</a:t>
            </a:r>
            <a:r>
              <a:rPr dirty="0" sz="1700" spc="-1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B2C42"/>
                </a:solidFill>
                <a:latin typeface="Times New Roman"/>
                <a:cs typeface="Times New Roman"/>
              </a:rPr>
              <a:t>Resistance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28801" y="4347717"/>
            <a:ext cx="61448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Deep-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rooted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cultural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beliefs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traditional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practices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initially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resisted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behavioral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change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messages.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62000" y="5969000"/>
            <a:ext cx="7112000" cy="1968500"/>
            <a:chOff x="762000" y="5969000"/>
            <a:chExt cx="7112000" cy="1968500"/>
          </a:xfrm>
        </p:grpSpPr>
        <p:sp>
          <p:nvSpPr>
            <p:cNvPr id="21" name="object 21" descr=""/>
            <p:cNvSpPr/>
            <p:nvPr/>
          </p:nvSpPr>
          <p:spPr>
            <a:xfrm>
              <a:off x="762000" y="5969000"/>
              <a:ext cx="7112000" cy="1968500"/>
            </a:xfrm>
            <a:custGeom>
              <a:avLst/>
              <a:gdLst/>
              <a:ahLst/>
              <a:cxnLst/>
              <a:rect l="l" t="t" r="r" b="b"/>
              <a:pathLst>
                <a:path w="7112000" h="1968500">
                  <a:moveTo>
                    <a:pt x="6954520" y="0"/>
                  </a:moveTo>
                  <a:lnTo>
                    <a:pt x="157480" y="0"/>
                  </a:lnTo>
                  <a:lnTo>
                    <a:pt x="107705" y="8026"/>
                  </a:lnTo>
                  <a:lnTo>
                    <a:pt x="64476" y="30378"/>
                  </a:lnTo>
                  <a:lnTo>
                    <a:pt x="30385" y="64465"/>
                  </a:lnTo>
                  <a:lnTo>
                    <a:pt x="8028" y="107696"/>
                  </a:lnTo>
                  <a:lnTo>
                    <a:pt x="0" y="157480"/>
                  </a:lnTo>
                  <a:lnTo>
                    <a:pt x="0" y="1811020"/>
                  </a:lnTo>
                  <a:lnTo>
                    <a:pt x="8028" y="1860803"/>
                  </a:lnTo>
                  <a:lnTo>
                    <a:pt x="30385" y="1904034"/>
                  </a:lnTo>
                  <a:lnTo>
                    <a:pt x="64476" y="1938121"/>
                  </a:lnTo>
                  <a:lnTo>
                    <a:pt x="107705" y="1960473"/>
                  </a:lnTo>
                  <a:lnTo>
                    <a:pt x="157480" y="1968500"/>
                  </a:lnTo>
                  <a:lnTo>
                    <a:pt x="6954520" y="1968500"/>
                  </a:lnTo>
                  <a:lnTo>
                    <a:pt x="7004304" y="1960473"/>
                  </a:lnTo>
                  <a:lnTo>
                    <a:pt x="7047534" y="1938121"/>
                  </a:lnTo>
                  <a:lnTo>
                    <a:pt x="7081621" y="1904034"/>
                  </a:lnTo>
                  <a:lnTo>
                    <a:pt x="7103973" y="1860803"/>
                  </a:lnTo>
                  <a:lnTo>
                    <a:pt x="7112000" y="1811020"/>
                  </a:lnTo>
                  <a:lnTo>
                    <a:pt x="7112000" y="157480"/>
                  </a:lnTo>
                  <a:lnTo>
                    <a:pt x="7103973" y="107695"/>
                  </a:lnTo>
                  <a:lnTo>
                    <a:pt x="7081621" y="64465"/>
                  </a:lnTo>
                  <a:lnTo>
                    <a:pt x="7047534" y="30378"/>
                  </a:lnTo>
                  <a:lnTo>
                    <a:pt x="7004304" y="8026"/>
                  </a:lnTo>
                  <a:lnTo>
                    <a:pt x="6954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41400" y="619760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122237" y="0"/>
                  </a:moveTo>
                  <a:lnTo>
                    <a:pt x="91947" y="6107"/>
                  </a:lnTo>
                  <a:lnTo>
                    <a:pt x="67222" y="22764"/>
                  </a:lnTo>
                  <a:lnTo>
                    <a:pt x="50558" y="47470"/>
                  </a:lnTo>
                  <a:lnTo>
                    <a:pt x="44450" y="77724"/>
                  </a:lnTo>
                  <a:lnTo>
                    <a:pt x="44450" y="82676"/>
                  </a:lnTo>
                  <a:lnTo>
                    <a:pt x="44869" y="87630"/>
                  </a:lnTo>
                  <a:lnTo>
                    <a:pt x="45770" y="92201"/>
                  </a:lnTo>
                  <a:lnTo>
                    <a:pt x="27394" y="101657"/>
                  </a:lnTo>
                  <a:lnTo>
                    <a:pt x="12907" y="116125"/>
                  </a:lnTo>
                  <a:lnTo>
                    <a:pt x="3410" y="134475"/>
                  </a:lnTo>
                  <a:lnTo>
                    <a:pt x="0" y="155575"/>
                  </a:lnTo>
                  <a:lnTo>
                    <a:pt x="5242" y="181530"/>
                  </a:lnTo>
                  <a:lnTo>
                    <a:pt x="19535" y="202723"/>
                  </a:lnTo>
                  <a:lnTo>
                    <a:pt x="40730" y="217011"/>
                  </a:lnTo>
                  <a:lnTo>
                    <a:pt x="66675" y="222250"/>
                  </a:lnTo>
                  <a:lnTo>
                    <a:pt x="288925" y="222250"/>
                  </a:lnTo>
                  <a:lnTo>
                    <a:pt x="314880" y="217011"/>
                  </a:lnTo>
                  <a:lnTo>
                    <a:pt x="336073" y="202723"/>
                  </a:lnTo>
                  <a:lnTo>
                    <a:pt x="350361" y="181530"/>
                  </a:lnTo>
                  <a:lnTo>
                    <a:pt x="355600" y="155575"/>
                  </a:lnTo>
                  <a:lnTo>
                    <a:pt x="350361" y="129619"/>
                  </a:lnTo>
                  <a:lnTo>
                    <a:pt x="336073" y="108426"/>
                  </a:lnTo>
                  <a:lnTo>
                    <a:pt x="314880" y="94138"/>
                  </a:lnTo>
                  <a:lnTo>
                    <a:pt x="288925" y="88900"/>
                  </a:lnTo>
                  <a:lnTo>
                    <a:pt x="287781" y="88900"/>
                  </a:lnTo>
                  <a:lnTo>
                    <a:pt x="288544" y="85343"/>
                  </a:lnTo>
                  <a:lnTo>
                    <a:pt x="288819" y="82676"/>
                  </a:lnTo>
                  <a:lnTo>
                    <a:pt x="288925" y="77724"/>
                  </a:lnTo>
                  <a:lnTo>
                    <a:pt x="284557" y="56139"/>
                  </a:lnTo>
                  <a:lnTo>
                    <a:pt x="274784" y="41656"/>
                  </a:lnTo>
                  <a:lnTo>
                    <a:pt x="191134" y="41656"/>
                  </a:lnTo>
                  <a:lnTo>
                    <a:pt x="179098" y="24699"/>
                  </a:lnTo>
                  <a:lnTo>
                    <a:pt x="163039" y="11541"/>
                  </a:lnTo>
                  <a:lnTo>
                    <a:pt x="143804" y="3026"/>
                  </a:lnTo>
                  <a:lnTo>
                    <a:pt x="122237" y="0"/>
                  </a:lnTo>
                  <a:close/>
                </a:path>
                <a:path w="355600" h="355600">
                  <a:moveTo>
                    <a:pt x="233425" y="22225"/>
                  </a:moveTo>
                  <a:lnTo>
                    <a:pt x="221106" y="23600"/>
                  </a:lnTo>
                  <a:lnTo>
                    <a:pt x="209756" y="27511"/>
                  </a:lnTo>
                  <a:lnTo>
                    <a:pt x="199668" y="33637"/>
                  </a:lnTo>
                  <a:lnTo>
                    <a:pt x="191134" y="41656"/>
                  </a:lnTo>
                  <a:lnTo>
                    <a:pt x="274784" y="41656"/>
                  </a:lnTo>
                  <a:lnTo>
                    <a:pt x="272653" y="38496"/>
                  </a:lnTo>
                  <a:lnTo>
                    <a:pt x="255010" y="26592"/>
                  </a:lnTo>
                  <a:lnTo>
                    <a:pt x="233425" y="22225"/>
                  </a:lnTo>
                  <a:close/>
                </a:path>
                <a:path w="355600" h="355600">
                  <a:moveTo>
                    <a:pt x="74180" y="266700"/>
                  </a:moveTo>
                  <a:lnTo>
                    <a:pt x="70281" y="266700"/>
                  </a:lnTo>
                  <a:lnTo>
                    <a:pt x="68554" y="267843"/>
                  </a:lnTo>
                  <a:lnTo>
                    <a:pt x="45288" y="320420"/>
                  </a:lnTo>
                  <a:lnTo>
                    <a:pt x="44450" y="324231"/>
                  </a:lnTo>
                  <a:lnTo>
                    <a:pt x="44450" y="328041"/>
                  </a:lnTo>
                  <a:lnTo>
                    <a:pt x="46652" y="338776"/>
                  </a:lnTo>
                  <a:lnTo>
                    <a:pt x="52636" y="347535"/>
                  </a:lnTo>
                  <a:lnTo>
                    <a:pt x="61471" y="353437"/>
                  </a:lnTo>
                  <a:lnTo>
                    <a:pt x="72224" y="355600"/>
                  </a:lnTo>
                  <a:lnTo>
                    <a:pt x="82985" y="353437"/>
                  </a:lnTo>
                  <a:lnTo>
                    <a:pt x="91824" y="347535"/>
                  </a:lnTo>
                  <a:lnTo>
                    <a:pt x="97810" y="338776"/>
                  </a:lnTo>
                  <a:lnTo>
                    <a:pt x="100012" y="328041"/>
                  </a:lnTo>
                  <a:lnTo>
                    <a:pt x="100012" y="324231"/>
                  </a:lnTo>
                  <a:lnTo>
                    <a:pt x="99174" y="320548"/>
                  </a:lnTo>
                  <a:lnTo>
                    <a:pt x="97650" y="316992"/>
                  </a:lnTo>
                  <a:lnTo>
                    <a:pt x="76669" y="269620"/>
                  </a:lnTo>
                  <a:lnTo>
                    <a:pt x="75907" y="267843"/>
                  </a:lnTo>
                  <a:lnTo>
                    <a:pt x="74180" y="266700"/>
                  </a:lnTo>
                  <a:close/>
                </a:path>
                <a:path w="355600" h="355600">
                  <a:moveTo>
                    <a:pt x="179743" y="266700"/>
                  </a:moveTo>
                  <a:lnTo>
                    <a:pt x="175856" y="266700"/>
                  </a:lnTo>
                  <a:lnTo>
                    <a:pt x="174116" y="267843"/>
                  </a:lnTo>
                  <a:lnTo>
                    <a:pt x="173355" y="269620"/>
                  </a:lnTo>
                  <a:lnTo>
                    <a:pt x="150850" y="320420"/>
                  </a:lnTo>
                  <a:lnTo>
                    <a:pt x="150025" y="324231"/>
                  </a:lnTo>
                  <a:lnTo>
                    <a:pt x="150025" y="328041"/>
                  </a:lnTo>
                  <a:lnTo>
                    <a:pt x="152225" y="338776"/>
                  </a:lnTo>
                  <a:lnTo>
                    <a:pt x="158207" y="347535"/>
                  </a:lnTo>
                  <a:lnTo>
                    <a:pt x="167041" y="353437"/>
                  </a:lnTo>
                  <a:lnTo>
                    <a:pt x="177800" y="355600"/>
                  </a:lnTo>
                  <a:lnTo>
                    <a:pt x="188558" y="353437"/>
                  </a:lnTo>
                  <a:lnTo>
                    <a:pt x="197392" y="347535"/>
                  </a:lnTo>
                  <a:lnTo>
                    <a:pt x="203374" y="338776"/>
                  </a:lnTo>
                  <a:lnTo>
                    <a:pt x="205574" y="328041"/>
                  </a:lnTo>
                  <a:lnTo>
                    <a:pt x="205574" y="324231"/>
                  </a:lnTo>
                  <a:lnTo>
                    <a:pt x="204749" y="320548"/>
                  </a:lnTo>
                  <a:lnTo>
                    <a:pt x="203225" y="316992"/>
                  </a:lnTo>
                  <a:lnTo>
                    <a:pt x="182244" y="269620"/>
                  </a:lnTo>
                  <a:lnTo>
                    <a:pt x="181483" y="267843"/>
                  </a:lnTo>
                  <a:lnTo>
                    <a:pt x="179743" y="266700"/>
                  </a:lnTo>
                  <a:close/>
                </a:path>
                <a:path w="355600" h="355600">
                  <a:moveTo>
                    <a:pt x="285369" y="266700"/>
                  </a:moveTo>
                  <a:lnTo>
                    <a:pt x="281431" y="266700"/>
                  </a:lnTo>
                  <a:lnTo>
                    <a:pt x="279653" y="267843"/>
                  </a:lnTo>
                  <a:lnTo>
                    <a:pt x="278891" y="269620"/>
                  </a:lnTo>
                  <a:lnTo>
                    <a:pt x="256412" y="320420"/>
                  </a:lnTo>
                  <a:lnTo>
                    <a:pt x="255524" y="324231"/>
                  </a:lnTo>
                  <a:lnTo>
                    <a:pt x="255524" y="328041"/>
                  </a:lnTo>
                  <a:lnTo>
                    <a:pt x="257726" y="338776"/>
                  </a:lnTo>
                  <a:lnTo>
                    <a:pt x="263715" y="347535"/>
                  </a:lnTo>
                  <a:lnTo>
                    <a:pt x="272561" y="353437"/>
                  </a:lnTo>
                  <a:lnTo>
                    <a:pt x="283337" y="355600"/>
                  </a:lnTo>
                  <a:lnTo>
                    <a:pt x="294112" y="353437"/>
                  </a:lnTo>
                  <a:lnTo>
                    <a:pt x="302958" y="347535"/>
                  </a:lnTo>
                  <a:lnTo>
                    <a:pt x="308947" y="338776"/>
                  </a:lnTo>
                  <a:lnTo>
                    <a:pt x="311150" y="328041"/>
                  </a:lnTo>
                  <a:lnTo>
                    <a:pt x="311150" y="324231"/>
                  </a:lnTo>
                  <a:lnTo>
                    <a:pt x="310261" y="320548"/>
                  </a:lnTo>
                  <a:lnTo>
                    <a:pt x="308737" y="316992"/>
                  </a:lnTo>
                  <a:lnTo>
                    <a:pt x="287781" y="269620"/>
                  </a:lnTo>
                  <a:lnTo>
                    <a:pt x="287019" y="267843"/>
                  </a:lnTo>
                  <a:lnTo>
                    <a:pt x="285369" y="266700"/>
                  </a:lnTo>
                  <a:close/>
                </a:path>
              </a:pathLst>
            </a:custGeom>
            <a:solidFill>
              <a:srgbClr val="5C6B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511300" y="6201283"/>
            <a:ext cx="191579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2B2C42"/>
                </a:solidFill>
                <a:latin typeface="Times New Roman"/>
                <a:cs typeface="Times New Roman"/>
              </a:rPr>
              <a:t>Weather</a:t>
            </a:r>
            <a:r>
              <a:rPr dirty="0" sz="1700" spc="-7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B2C42"/>
                </a:solidFill>
                <a:latin typeface="Times New Roman"/>
                <a:cs typeface="Times New Roman"/>
              </a:rPr>
              <a:t>&amp;</a:t>
            </a:r>
            <a:r>
              <a:rPr dirty="0" sz="1700" spc="-2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B2C42"/>
                </a:solidFill>
                <a:latin typeface="Times New Roman"/>
                <a:cs typeface="Times New Roman"/>
              </a:rPr>
              <a:t>Logistics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28801" y="6570726"/>
            <a:ext cx="58762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Weather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conditions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logistical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constraints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affected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session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scheduling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and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attendance.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8382000" y="1524000"/>
            <a:ext cx="7112000" cy="1968500"/>
            <a:chOff x="8382000" y="1524000"/>
            <a:chExt cx="7112000" cy="1968500"/>
          </a:xfrm>
        </p:grpSpPr>
        <p:sp>
          <p:nvSpPr>
            <p:cNvPr id="26" name="object 26" descr=""/>
            <p:cNvSpPr/>
            <p:nvPr/>
          </p:nvSpPr>
          <p:spPr>
            <a:xfrm>
              <a:off x="8382000" y="1524000"/>
              <a:ext cx="7112000" cy="1968500"/>
            </a:xfrm>
            <a:custGeom>
              <a:avLst/>
              <a:gdLst/>
              <a:ahLst/>
              <a:cxnLst/>
              <a:rect l="l" t="t" r="r" b="b"/>
              <a:pathLst>
                <a:path w="7112000" h="1968500">
                  <a:moveTo>
                    <a:pt x="6954519" y="0"/>
                  </a:moveTo>
                  <a:lnTo>
                    <a:pt x="157479" y="0"/>
                  </a:lnTo>
                  <a:lnTo>
                    <a:pt x="107695" y="8026"/>
                  </a:lnTo>
                  <a:lnTo>
                    <a:pt x="64465" y="30378"/>
                  </a:lnTo>
                  <a:lnTo>
                    <a:pt x="30378" y="64465"/>
                  </a:lnTo>
                  <a:lnTo>
                    <a:pt x="8026" y="107696"/>
                  </a:lnTo>
                  <a:lnTo>
                    <a:pt x="0" y="157479"/>
                  </a:lnTo>
                  <a:lnTo>
                    <a:pt x="0" y="1811020"/>
                  </a:lnTo>
                  <a:lnTo>
                    <a:pt x="8026" y="1860803"/>
                  </a:lnTo>
                  <a:lnTo>
                    <a:pt x="30378" y="1904034"/>
                  </a:lnTo>
                  <a:lnTo>
                    <a:pt x="64465" y="1938121"/>
                  </a:lnTo>
                  <a:lnTo>
                    <a:pt x="107696" y="1960473"/>
                  </a:lnTo>
                  <a:lnTo>
                    <a:pt x="157479" y="1968500"/>
                  </a:lnTo>
                  <a:lnTo>
                    <a:pt x="6954519" y="1968500"/>
                  </a:lnTo>
                  <a:lnTo>
                    <a:pt x="7004304" y="1960473"/>
                  </a:lnTo>
                  <a:lnTo>
                    <a:pt x="7047534" y="1938121"/>
                  </a:lnTo>
                  <a:lnTo>
                    <a:pt x="7081621" y="1904034"/>
                  </a:lnTo>
                  <a:lnTo>
                    <a:pt x="7103973" y="1860803"/>
                  </a:lnTo>
                  <a:lnTo>
                    <a:pt x="7112000" y="1811020"/>
                  </a:lnTo>
                  <a:lnTo>
                    <a:pt x="7112000" y="157479"/>
                  </a:lnTo>
                  <a:lnTo>
                    <a:pt x="7103973" y="107695"/>
                  </a:lnTo>
                  <a:lnTo>
                    <a:pt x="7081621" y="64465"/>
                  </a:lnTo>
                  <a:lnTo>
                    <a:pt x="7047534" y="30378"/>
                  </a:lnTo>
                  <a:lnTo>
                    <a:pt x="7004304" y="8026"/>
                  </a:lnTo>
                  <a:lnTo>
                    <a:pt x="69545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639175" y="1752600"/>
              <a:ext cx="400050" cy="356235"/>
            </a:xfrm>
            <a:custGeom>
              <a:avLst/>
              <a:gdLst/>
              <a:ahLst/>
              <a:cxnLst/>
              <a:rect l="l" t="t" r="r" b="b"/>
              <a:pathLst>
                <a:path w="400050" h="356235">
                  <a:moveTo>
                    <a:pt x="224857" y="221360"/>
                  </a:moveTo>
                  <a:lnTo>
                    <a:pt x="126746" y="221360"/>
                  </a:lnTo>
                  <a:lnTo>
                    <a:pt x="137747" y="228381"/>
                  </a:lnTo>
                  <a:lnTo>
                    <a:pt x="149034" y="234950"/>
                  </a:lnTo>
                  <a:lnTo>
                    <a:pt x="160607" y="241042"/>
                  </a:lnTo>
                  <a:lnTo>
                    <a:pt x="172466" y="246633"/>
                  </a:lnTo>
                  <a:lnTo>
                    <a:pt x="207518" y="262127"/>
                  </a:lnTo>
                  <a:lnTo>
                    <a:pt x="179831" y="324357"/>
                  </a:lnTo>
                  <a:lnTo>
                    <a:pt x="177875" y="333013"/>
                  </a:lnTo>
                  <a:lnTo>
                    <a:pt x="179383" y="341407"/>
                  </a:lnTo>
                  <a:lnTo>
                    <a:pt x="183931" y="348611"/>
                  </a:lnTo>
                  <a:lnTo>
                    <a:pt x="191007" y="353695"/>
                  </a:lnTo>
                  <a:lnTo>
                    <a:pt x="199610" y="355607"/>
                  </a:lnTo>
                  <a:lnTo>
                    <a:pt x="208010" y="354139"/>
                  </a:lnTo>
                  <a:lnTo>
                    <a:pt x="215243" y="349623"/>
                  </a:lnTo>
                  <a:lnTo>
                    <a:pt x="220345" y="342392"/>
                  </a:lnTo>
                  <a:lnTo>
                    <a:pt x="234315" y="311150"/>
                  </a:lnTo>
                  <a:lnTo>
                    <a:pt x="392274" y="311150"/>
                  </a:lnTo>
                  <a:lnTo>
                    <a:pt x="372519" y="266700"/>
                  </a:lnTo>
                  <a:lnTo>
                    <a:pt x="254000" y="266700"/>
                  </a:lnTo>
                  <a:lnTo>
                    <a:pt x="274029" y="221615"/>
                  </a:lnTo>
                  <a:lnTo>
                    <a:pt x="225425" y="221615"/>
                  </a:lnTo>
                  <a:lnTo>
                    <a:pt x="224857" y="221360"/>
                  </a:lnTo>
                  <a:close/>
                </a:path>
                <a:path w="400050" h="356235">
                  <a:moveTo>
                    <a:pt x="392274" y="311150"/>
                  </a:moveTo>
                  <a:lnTo>
                    <a:pt x="343661" y="311150"/>
                  </a:lnTo>
                  <a:lnTo>
                    <a:pt x="357504" y="342392"/>
                  </a:lnTo>
                  <a:lnTo>
                    <a:pt x="361925" y="348611"/>
                  </a:lnTo>
                  <a:lnTo>
                    <a:pt x="362692" y="349623"/>
                  </a:lnTo>
                  <a:lnTo>
                    <a:pt x="369916" y="354139"/>
                  </a:lnTo>
                  <a:lnTo>
                    <a:pt x="370106" y="354139"/>
                  </a:lnTo>
                  <a:lnTo>
                    <a:pt x="378339" y="355607"/>
                  </a:lnTo>
                  <a:lnTo>
                    <a:pt x="378158" y="355607"/>
                  </a:lnTo>
                  <a:lnTo>
                    <a:pt x="386842" y="353695"/>
                  </a:lnTo>
                  <a:lnTo>
                    <a:pt x="394019" y="348611"/>
                  </a:lnTo>
                  <a:lnTo>
                    <a:pt x="398541" y="341407"/>
                  </a:lnTo>
                  <a:lnTo>
                    <a:pt x="400040" y="333013"/>
                  </a:lnTo>
                  <a:lnTo>
                    <a:pt x="398145" y="324357"/>
                  </a:lnTo>
                  <a:lnTo>
                    <a:pt x="392274" y="311150"/>
                  </a:lnTo>
                  <a:close/>
                </a:path>
                <a:path w="400050" h="356235">
                  <a:moveTo>
                    <a:pt x="75803" y="119649"/>
                  </a:moveTo>
                  <a:lnTo>
                    <a:pt x="67319" y="120509"/>
                  </a:lnTo>
                  <a:lnTo>
                    <a:pt x="59563" y="124714"/>
                  </a:lnTo>
                  <a:lnTo>
                    <a:pt x="53980" y="131597"/>
                  </a:lnTo>
                  <a:lnTo>
                    <a:pt x="51577" y="139779"/>
                  </a:lnTo>
                  <a:lnTo>
                    <a:pt x="52437" y="148270"/>
                  </a:lnTo>
                  <a:lnTo>
                    <a:pt x="76771" y="179228"/>
                  </a:lnTo>
                  <a:lnTo>
                    <a:pt x="90677" y="192913"/>
                  </a:lnTo>
                  <a:lnTo>
                    <a:pt x="82881" y="198342"/>
                  </a:lnTo>
                  <a:lnTo>
                    <a:pt x="75025" y="203374"/>
                  </a:lnTo>
                  <a:lnTo>
                    <a:pt x="66853" y="208147"/>
                  </a:lnTo>
                  <a:lnTo>
                    <a:pt x="58420" y="212598"/>
                  </a:lnTo>
                  <a:lnTo>
                    <a:pt x="34544" y="224663"/>
                  </a:lnTo>
                  <a:lnTo>
                    <a:pt x="27549" y="230074"/>
                  </a:lnTo>
                  <a:lnTo>
                    <a:pt x="23352" y="237474"/>
                  </a:lnTo>
                  <a:lnTo>
                    <a:pt x="22320" y="245542"/>
                  </a:lnTo>
                  <a:lnTo>
                    <a:pt x="22274" y="245897"/>
                  </a:lnTo>
                  <a:lnTo>
                    <a:pt x="24638" y="254380"/>
                  </a:lnTo>
                  <a:lnTo>
                    <a:pt x="30049" y="261375"/>
                  </a:lnTo>
                  <a:lnTo>
                    <a:pt x="37449" y="265572"/>
                  </a:lnTo>
                  <a:lnTo>
                    <a:pt x="46260" y="266700"/>
                  </a:lnTo>
                  <a:lnTo>
                    <a:pt x="45694" y="266700"/>
                  </a:lnTo>
                  <a:lnTo>
                    <a:pt x="91241" y="245542"/>
                  </a:lnTo>
                  <a:lnTo>
                    <a:pt x="126746" y="221360"/>
                  </a:lnTo>
                  <a:lnTo>
                    <a:pt x="224857" y="221360"/>
                  </a:lnTo>
                  <a:lnTo>
                    <a:pt x="182499" y="202275"/>
                  </a:lnTo>
                  <a:lnTo>
                    <a:pt x="159639" y="189738"/>
                  </a:lnTo>
                  <a:lnTo>
                    <a:pt x="174978" y="170463"/>
                  </a:lnTo>
                  <a:lnTo>
                    <a:pt x="179922" y="162941"/>
                  </a:lnTo>
                  <a:lnTo>
                    <a:pt x="123951" y="162941"/>
                  </a:lnTo>
                  <a:lnTo>
                    <a:pt x="117097" y="156608"/>
                  </a:lnTo>
                  <a:lnTo>
                    <a:pt x="110458" y="150002"/>
                  </a:lnTo>
                  <a:lnTo>
                    <a:pt x="104056" y="143134"/>
                  </a:lnTo>
                  <a:lnTo>
                    <a:pt x="97917" y="136017"/>
                  </a:lnTo>
                  <a:lnTo>
                    <a:pt x="90804" y="127634"/>
                  </a:lnTo>
                  <a:lnTo>
                    <a:pt x="83976" y="122052"/>
                  </a:lnTo>
                  <a:lnTo>
                    <a:pt x="75803" y="119649"/>
                  </a:lnTo>
                  <a:close/>
                </a:path>
                <a:path w="400050" h="356235">
                  <a:moveTo>
                    <a:pt x="337580" y="188086"/>
                  </a:moveTo>
                  <a:lnTo>
                    <a:pt x="288925" y="188086"/>
                  </a:lnTo>
                  <a:lnTo>
                    <a:pt x="323850" y="266700"/>
                  </a:lnTo>
                  <a:lnTo>
                    <a:pt x="372519" y="266700"/>
                  </a:lnTo>
                  <a:lnTo>
                    <a:pt x="337580" y="188086"/>
                  </a:lnTo>
                  <a:close/>
                </a:path>
                <a:path w="400050" h="356235">
                  <a:moveTo>
                    <a:pt x="297688" y="111125"/>
                  </a:moveTo>
                  <a:lnTo>
                    <a:pt x="280161" y="111125"/>
                  </a:lnTo>
                  <a:lnTo>
                    <a:pt x="272160" y="116204"/>
                  </a:lnTo>
                  <a:lnTo>
                    <a:pt x="268604" y="124332"/>
                  </a:lnTo>
                  <a:lnTo>
                    <a:pt x="225537" y="221360"/>
                  </a:lnTo>
                  <a:lnTo>
                    <a:pt x="225425" y="221615"/>
                  </a:lnTo>
                  <a:lnTo>
                    <a:pt x="274029" y="221615"/>
                  </a:lnTo>
                  <a:lnTo>
                    <a:pt x="288925" y="188086"/>
                  </a:lnTo>
                  <a:lnTo>
                    <a:pt x="337580" y="188086"/>
                  </a:lnTo>
                  <a:lnTo>
                    <a:pt x="309245" y="124332"/>
                  </a:lnTo>
                  <a:lnTo>
                    <a:pt x="305689" y="116204"/>
                  </a:lnTo>
                  <a:lnTo>
                    <a:pt x="297688" y="111125"/>
                  </a:lnTo>
                  <a:close/>
                </a:path>
                <a:path w="400050" h="356235">
                  <a:moveTo>
                    <a:pt x="215519" y="88900"/>
                  </a:moveTo>
                  <a:lnTo>
                    <a:pt x="168401" y="88900"/>
                  </a:lnTo>
                  <a:lnTo>
                    <a:pt x="159635" y="109720"/>
                  </a:lnTo>
                  <a:lnTo>
                    <a:pt x="149415" y="128650"/>
                  </a:lnTo>
                  <a:lnTo>
                    <a:pt x="137481" y="146438"/>
                  </a:lnTo>
                  <a:lnTo>
                    <a:pt x="123951" y="162941"/>
                  </a:lnTo>
                  <a:lnTo>
                    <a:pt x="179922" y="162941"/>
                  </a:lnTo>
                  <a:lnTo>
                    <a:pt x="188427" y="150002"/>
                  </a:lnTo>
                  <a:lnTo>
                    <a:pt x="188531" y="149844"/>
                  </a:lnTo>
                  <a:lnTo>
                    <a:pt x="200179" y="127962"/>
                  </a:lnTo>
                  <a:lnTo>
                    <a:pt x="209803" y="104901"/>
                  </a:lnTo>
                  <a:lnTo>
                    <a:pt x="215519" y="88900"/>
                  </a:lnTo>
                  <a:close/>
                </a:path>
                <a:path w="400050" h="356235">
                  <a:moveTo>
                    <a:pt x="222250" y="44450"/>
                  </a:moveTo>
                  <a:lnTo>
                    <a:pt x="22225" y="44450"/>
                  </a:lnTo>
                  <a:lnTo>
                    <a:pt x="13555" y="46190"/>
                  </a:lnTo>
                  <a:lnTo>
                    <a:pt x="6492" y="50942"/>
                  </a:lnTo>
                  <a:lnTo>
                    <a:pt x="1740" y="58005"/>
                  </a:lnTo>
                  <a:lnTo>
                    <a:pt x="0" y="66675"/>
                  </a:lnTo>
                  <a:lnTo>
                    <a:pt x="1742" y="75344"/>
                  </a:lnTo>
                  <a:lnTo>
                    <a:pt x="6508" y="82407"/>
                  </a:lnTo>
                  <a:lnTo>
                    <a:pt x="13608" y="87159"/>
                  </a:lnTo>
                  <a:lnTo>
                    <a:pt x="22351" y="88900"/>
                  </a:lnTo>
                  <a:lnTo>
                    <a:pt x="222250" y="88900"/>
                  </a:lnTo>
                  <a:lnTo>
                    <a:pt x="230919" y="87159"/>
                  </a:lnTo>
                  <a:lnTo>
                    <a:pt x="237982" y="82407"/>
                  </a:lnTo>
                  <a:lnTo>
                    <a:pt x="242734" y="75344"/>
                  </a:lnTo>
                  <a:lnTo>
                    <a:pt x="244475" y="66675"/>
                  </a:lnTo>
                  <a:lnTo>
                    <a:pt x="242734" y="58005"/>
                  </a:lnTo>
                  <a:lnTo>
                    <a:pt x="237982" y="50942"/>
                  </a:lnTo>
                  <a:lnTo>
                    <a:pt x="230919" y="46190"/>
                  </a:lnTo>
                  <a:lnTo>
                    <a:pt x="222250" y="44450"/>
                  </a:lnTo>
                  <a:close/>
                </a:path>
                <a:path w="400050" h="356235">
                  <a:moveTo>
                    <a:pt x="111125" y="0"/>
                  </a:moveTo>
                  <a:lnTo>
                    <a:pt x="102455" y="1740"/>
                  </a:lnTo>
                  <a:lnTo>
                    <a:pt x="95392" y="6492"/>
                  </a:lnTo>
                  <a:lnTo>
                    <a:pt x="90640" y="13555"/>
                  </a:lnTo>
                  <a:lnTo>
                    <a:pt x="88900" y="22225"/>
                  </a:lnTo>
                  <a:lnTo>
                    <a:pt x="88900" y="44450"/>
                  </a:lnTo>
                  <a:lnTo>
                    <a:pt x="133350" y="44450"/>
                  </a:lnTo>
                  <a:lnTo>
                    <a:pt x="133350" y="22225"/>
                  </a:lnTo>
                  <a:lnTo>
                    <a:pt x="131609" y="13555"/>
                  </a:lnTo>
                  <a:lnTo>
                    <a:pt x="126857" y="6492"/>
                  </a:lnTo>
                  <a:lnTo>
                    <a:pt x="119794" y="1740"/>
                  </a:lnTo>
                  <a:lnTo>
                    <a:pt x="111125" y="0"/>
                  </a:lnTo>
                  <a:close/>
                </a:path>
              </a:pathLst>
            </a:custGeom>
            <a:solidFill>
              <a:srgbClr val="5C6B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9132189" y="1755394"/>
            <a:ext cx="177292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2B2C42"/>
                </a:solidFill>
                <a:latin typeface="Times New Roman"/>
                <a:cs typeface="Times New Roman"/>
              </a:rPr>
              <a:t>Language</a:t>
            </a:r>
            <a:r>
              <a:rPr dirty="0" sz="1700" spc="-1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B2C42"/>
                </a:solidFill>
                <a:latin typeface="Times New Roman"/>
                <a:cs typeface="Times New Roman"/>
              </a:rPr>
              <a:t>Barriers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649461" y="2124836"/>
            <a:ext cx="646620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Language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differences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some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areas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required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additional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local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translators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effective communication.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8382000" y="3746500"/>
            <a:ext cx="7112000" cy="1968500"/>
            <a:chOff x="8382000" y="3746500"/>
            <a:chExt cx="7112000" cy="1968500"/>
          </a:xfrm>
        </p:grpSpPr>
        <p:sp>
          <p:nvSpPr>
            <p:cNvPr id="31" name="object 31" descr=""/>
            <p:cNvSpPr/>
            <p:nvPr/>
          </p:nvSpPr>
          <p:spPr>
            <a:xfrm>
              <a:off x="8382000" y="3746500"/>
              <a:ext cx="7112000" cy="1968500"/>
            </a:xfrm>
            <a:custGeom>
              <a:avLst/>
              <a:gdLst/>
              <a:ahLst/>
              <a:cxnLst/>
              <a:rect l="l" t="t" r="r" b="b"/>
              <a:pathLst>
                <a:path w="7112000" h="1968500">
                  <a:moveTo>
                    <a:pt x="6954519" y="0"/>
                  </a:moveTo>
                  <a:lnTo>
                    <a:pt x="157479" y="0"/>
                  </a:lnTo>
                  <a:lnTo>
                    <a:pt x="107695" y="8026"/>
                  </a:lnTo>
                  <a:lnTo>
                    <a:pt x="64465" y="30378"/>
                  </a:lnTo>
                  <a:lnTo>
                    <a:pt x="30378" y="64465"/>
                  </a:lnTo>
                  <a:lnTo>
                    <a:pt x="8026" y="107696"/>
                  </a:lnTo>
                  <a:lnTo>
                    <a:pt x="0" y="157479"/>
                  </a:lnTo>
                  <a:lnTo>
                    <a:pt x="0" y="1811020"/>
                  </a:lnTo>
                  <a:lnTo>
                    <a:pt x="8026" y="1860803"/>
                  </a:lnTo>
                  <a:lnTo>
                    <a:pt x="30378" y="1904034"/>
                  </a:lnTo>
                  <a:lnTo>
                    <a:pt x="64465" y="1938121"/>
                  </a:lnTo>
                  <a:lnTo>
                    <a:pt x="107696" y="1960473"/>
                  </a:lnTo>
                  <a:lnTo>
                    <a:pt x="157479" y="1968500"/>
                  </a:lnTo>
                  <a:lnTo>
                    <a:pt x="6954519" y="1968500"/>
                  </a:lnTo>
                  <a:lnTo>
                    <a:pt x="7004304" y="1960473"/>
                  </a:lnTo>
                  <a:lnTo>
                    <a:pt x="7047534" y="1938121"/>
                  </a:lnTo>
                  <a:lnTo>
                    <a:pt x="7081621" y="1904034"/>
                  </a:lnTo>
                  <a:lnTo>
                    <a:pt x="7103973" y="1860803"/>
                  </a:lnTo>
                  <a:lnTo>
                    <a:pt x="7112000" y="1811020"/>
                  </a:lnTo>
                  <a:lnTo>
                    <a:pt x="7112000" y="157479"/>
                  </a:lnTo>
                  <a:lnTo>
                    <a:pt x="7103973" y="107696"/>
                  </a:lnTo>
                  <a:lnTo>
                    <a:pt x="7081621" y="64465"/>
                  </a:lnTo>
                  <a:lnTo>
                    <a:pt x="7047534" y="30378"/>
                  </a:lnTo>
                  <a:lnTo>
                    <a:pt x="7004304" y="8026"/>
                  </a:lnTo>
                  <a:lnTo>
                    <a:pt x="69545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650224" y="3975100"/>
              <a:ext cx="367030" cy="355600"/>
            </a:xfrm>
            <a:custGeom>
              <a:avLst/>
              <a:gdLst/>
              <a:ahLst/>
              <a:cxnLst/>
              <a:rect l="l" t="t" r="r" b="b"/>
              <a:pathLst>
                <a:path w="367029" h="355600">
                  <a:moveTo>
                    <a:pt x="65198" y="244840"/>
                  </a:moveTo>
                  <a:lnTo>
                    <a:pt x="56659" y="244981"/>
                  </a:lnTo>
                  <a:lnTo>
                    <a:pt x="48514" y="248538"/>
                  </a:lnTo>
                  <a:lnTo>
                    <a:pt x="42445" y="254898"/>
                  </a:lnTo>
                  <a:lnTo>
                    <a:pt x="39401" y="262842"/>
                  </a:lnTo>
                  <a:lnTo>
                    <a:pt x="39482" y="267527"/>
                  </a:lnTo>
                  <a:lnTo>
                    <a:pt x="39548" y="271381"/>
                  </a:lnTo>
                  <a:lnTo>
                    <a:pt x="70907" y="310808"/>
                  </a:lnTo>
                  <a:lnTo>
                    <a:pt x="105394" y="334803"/>
                  </a:lnTo>
                  <a:lnTo>
                    <a:pt x="145190" y="350178"/>
                  </a:lnTo>
                  <a:lnTo>
                    <a:pt x="188975" y="355600"/>
                  </a:lnTo>
                  <a:lnTo>
                    <a:pt x="236233" y="349247"/>
                  </a:lnTo>
                  <a:lnTo>
                    <a:pt x="278703" y="331319"/>
                  </a:lnTo>
                  <a:lnTo>
                    <a:pt x="304807" y="311150"/>
                  </a:lnTo>
                  <a:lnTo>
                    <a:pt x="188975" y="311150"/>
                  </a:lnTo>
                  <a:lnTo>
                    <a:pt x="156136" y="307078"/>
                  </a:lnTo>
                  <a:lnTo>
                    <a:pt x="126285" y="295528"/>
                  </a:lnTo>
                  <a:lnTo>
                    <a:pt x="100411" y="277502"/>
                  </a:lnTo>
                  <a:lnTo>
                    <a:pt x="79501" y="254000"/>
                  </a:lnTo>
                  <a:lnTo>
                    <a:pt x="73142" y="247913"/>
                  </a:lnTo>
                  <a:lnTo>
                    <a:pt x="65198" y="244840"/>
                  </a:lnTo>
                  <a:close/>
                </a:path>
                <a:path w="367029" h="355600">
                  <a:moveTo>
                    <a:pt x="304807" y="44450"/>
                  </a:moveTo>
                  <a:lnTo>
                    <a:pt x="188975" y="44450"/>
                  </a:lnTo>
                  <a:lnTo>
                    <a:pt x="231129" y="51247"/>
                  </a:lnTo>
                  <a:lnTo>
                    <a:pt x="267736" y="70175"/>
                  </a:lnTo>
                  <a:lnTo>
                    <a:pt x="296600" y="99039"/>
                  </a:lnTo>
                  <a:lnTo>
                    <a:pt x="315528" y="135646"/>
                  </a:lnTo>
                  <a:lnTo>
                    <a:pt x="322325" y="177800"/>
                  </a:lnTo>
                  <a:lnTo>
                    <a:pt x="315528" y="219953"/>
                  </a:lnTo>
                  <a:lnTo>
                    <a:pt x="296600" y="256560"/>
                  </a:lnTo>
                  <a:lnTo>
                    <a:pt x="267736" y="285424"/>
                  </a:lnTo>
                  <a:lnTo>
                    <a:pt x="231129" y="304352"/>
                  </a:lnTo>
                  <a:lnTo>
                    <a:pt x="188975" y="311150"/>
                  </a:lnTo>
                  <a:lnTo>
                    <a:pt x="304807" y="311150"/>
                  </a:lnTo>
                  <a:lnTo>
                    <a:pt x="314690" y="303514"/>
                  </a:lnTo>
                  <a:lnTo>
                    <a:pt x="342495" y="267527"/>
                  </a:lnTo>
                  <a:lnTo>
                    <a:pt x="360423" y="225057"/>
                  </a:lnTo>
                  <a:lnTo>
                    <a:pt x="366775" y="177800"/>
                  </a:lnTo>
                  <a:lnTo>
                    <a:pt x="360423" y="130542"/>
                  </a:lnTo>
                  <a:lnTo>
                    <a:pt x="342495" y="88072"/>
                  </a:lnTo>
                  <a:lnTo>
                    <a:pt x="314690" y="52085"/>
                  </a:lnTo>
                  <a:lnTo>
                    <a:pt x="304807" y="44450"/>
                  </a:lnTo>
                  <a:close/>
                </a:path>
                <a:path w="367029" h="355600">
                  <a:moveTo>
                    <a:pt x="198247" y="88900"/>
                  </a:moveTo>
                  <a:lnTo>
                    <a:pt x="179704" y="88900"/>
                  </a:lnTo>
                  <a:lnTo>
                    <a:pt x="172339" y="96392"/>
                  </a:lnTo>
                  <a:lnTo>
                    <a:pt x="172339" y="182245"/>
                  </a:lnTo>
                  <a:lnTo>
                    <a:pt x="173990" y="186436"/>
                  </a:lnTo>
                  <a:lnTo>
                    <a:pt x="227202" y="239649"/>
                  </a:lnTo>
                  <a:lnTo>
                    <a:pt x="232695" y="243292"/>
                  </a:lnTo>
                  <a:lnTo>
                    <a:pt x="238950" y="244506"/>
                  </a:lnTo>
                  <a:lnTo>
                    <a:pt x="245205" y="243292"/>
                  </a:lnTo>
                  <a:lnTo>
                    <a:pt x="250698" y="239649"/>
                  </a:lnTo>
                  <a:lnTo>
                    <a:pt x="254359" y="234082"/>
                  </a:lnTo>
                  <a:lnTo>
                    <a:pt x="255603" y="227790"/>
                  </a:lnTo>
                  <a:lnTo>
                    <a:pt x="254394" y="221521"/>
                  </a:lnTo>
                  <a:lnTo>
                    <a:pt x="250698" y="216026"/>
                  </a:lnTo>
                  <a:lnTo>
                    <a:pt x="205612" y="170941"/>
                  </a:lnTo>
                  <a:lnTo>
                    <a:pt x="205612" y="96392"/>
                  </a:lnTo>
                  <a:lnTo>
                    <a:pt x="198247" y="88900"/>
                  </a:lnTo>
                  <a:close/>
                </a:path>
                <a:path w="367029" h="355600">
                  <a:moveTo>
                    <a:pt x="22225" y="33274"/>
                  </a:moveTo>
                  <a:lnTo>
                    <a:pt x="13608" y="35032"/>
                  </a:lnTo>
                  <a:lnTo>
                    <a:pt x="6540" y="39814"/>
                  </a:lnTo>
                  <a:lnTo>
                    <a:pt x="1758" y="46882"/>
                  </a:lnTo>
                  <a:lnTo>
                    <a:pt x="0" y="55499"/>
                  </a:lnTo>
                  <a:lnTo>
                    <a:pt x="0" y="133350"/>
                  </a:lnTo>
                  <a:lnTo>
                    <a:pt x="1758" y="142019"/>
                  </a:lnTo>
                  <a:lnTo>
                    <a:pt x="6540" y="149082"/>
                  </a:lnTo>
                  <a:lnTo>
                    <a:pt x="13608" y="153834"/>
                  </a:lnTo>
                  <a:lnTo>
                    <a:pt x="22225" y="155575"/>
                  </a:lnTo>
                  <a:lnTo>
                    <a:pt x="100202" y="155575"/>
                  </a:lnTo>
                  <a:lnTo>
                    <a:pt x="108819" y="153834"/>
                  </a:lnTo>
                  <a:lnTo>
                    <a:pt x="115887" y="149082"/>
                  </a:lnTo>
                  <a:lnTo>
                    <a:pt x="120669" y="142019"/>
                  </a:lnTo>
                  <a:lnTo>
                    <a:pt x="122427" y="133350"/>
                  </a:lnTo>
                  <a:lnTo>
                    <a:pt x="120669" y="124680"/>
                  </a:lnTo>
                  <a:lnTo>
                    <a:pt x="115887" y="117617"/>
                  </a:lnTo>
                  <a:lnTo>
                    <a:pt x="108819" y="112865"/>
                  </a:lnTo>
                  <a:lnTo>
                    <a:pt x="100202" y="111125"/>
                  </a:lnTo>
                  <a:lnTo>
                    <a:pt x="73532" y="111125"/>
                  </a:lnTo>
                  <a:lnTo>
                    <a:pt x="94339" y="83883"/>
                  </a:lnTo>
                  <a:lnTo>
                    <a:pt x="106826" y="74167"/>
                  </a:lnTo>
                  <a:lnTo>
                    <a:pt x="44576" y="74167"/>
                  </a:lnTo>
                  <a:lnTo>
                    <a:pt x="44576" y="55499"/>
                  </a:lnTo>
                  <a:lnTo>
                    <a:pt x="42816" y="46882"/>
                  </a:lnTo>
                  <a:lnTo>
                    <a:pt x="38020" y="39814"/>
                  </a:lnTo>
                  <a:lnTo>
                    <a:pt x="30914" y="35032"/>
                  </a:lnTo>
                  <a:lnTo>
                    <a:pt x="22225" y="33274"/>
                  </a:lnTo>
                  <a:close/>
                </a:path>
                <a:path w="367029" h="355600">
                  <a:moveTo>
                    <a:pt x="188975" y="0"/>
                  </a:moveTo>
                  <a:lnTo>
                    <a:pt x="145821" y="5266"/>
                  </a:lnTo>
                  <a:lnTo>
                    <a:pt x="106537" y="20224"/>
                  </a:lnTo>
                  <a:lnTo>
                    <a:pt x="72372" y="43612"/>
                  </a:lnTo>
                  <a:lnTo>
                    <a:pt x="44576" y="74167"/>
                  </a:lnTo>
                  <a:lnTo>
                    <a:pt x="106826" y="74167"/>
                  </a:lnTo>
                  <a:lnTo>
                    <a:pt x="121396" y="62833"/>
                  </a:lnTo>
                  <a:lnTo>
                    <a:pt x="153382" y="49260"/>
                  </a:lnTo>
                  <a:lnTo>
                    <a:pt x="188975" y="44450"/>
                  </a:lnTo>
                  <a:lnTo>
                    <a:pt x="304807" y="44450"/>
                  </a:lnTo>
                  <a:lnTo>
                    <a:pt x="278703" y="24280"/>
                  </a:lnTo>
                  <a:lnTo>
                    <a:pt x="236233" y="6352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5C6B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9132189" y="3978401"/>
            <a:ext cx="282702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2B2C42"/>
                </a:solidFill>
                <a:latin typeface="Times New Roman"/>
                <a:cs typeface="Times New Roman"/>
              </a:rPr>
              <a:t>Sustaining</a:t>
            </a:r>
            <a:r>
              <a:rPr dirty="0" sz="1700" spc="-15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2B2C42"/>
                </a:solidFill>
                <a:latin typeface="Times New Roman"/>
                <a:cs typeface="Times New Roman"/>
              </a:rPr>
              <a:t>Behavioral</a:t>
            </a:r>
            <a:r>
              <a:rPr dirty="0" sz="1700" spc="-4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B2C42"/>
                </a:solidFill>
                <a:latin typeface="Times New Roman"/>
                <a:cs typeface="Times New Roman"/>
              </a:rPr>
              <a:t>Change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649461" y="4347717"/>
            <a:ext cx="617283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Maintaining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long-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term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behavioral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change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beyond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period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remains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an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ongoing</a:t>
            </a:r>
            <a:r>
              <a:rPr dirty="0" sz="15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challenge.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8382000" y="5969000"/>
            <a:ext cx="7112000" cy="1968500"/>
            <a:chOff x="8382000" y="5969000"/>
            <a:chExt cx="7112000" cy="1968500"/>
          </a:xfrm>
        </p:grpSpPr>
        <p:sp>
          <p:nvSpPr>
            <p:cNvPr id="36" name="object 36" descr=""/>
            <p:cNvSpPr/>
            <p:nvPr/>
          </p:nvSpPr>
          <p:spPr>
            <a:xfrm>
              <a:off x="8382000" y="5969000"/>
              <a:ext cx="7112000" cy="1968500"/>
            </a:xfrm>
            <a:custGeom>
              <a:avLst/>
              <a:gdLst/>
              <a:ahLst/>
              <a:cxnLst/>
              <a:rect l="l" t="t" r="r" b="b"/>
              <a:pathLst>
                <a:path w="7112000" h="1968500">
                  <a:moveTo>
                    <a:pt x="6954519" y="0"/>
                  </a:moveTo>
                  <a:lnTo>
                    <a:pt x="157479" y="0"/>
                  </a:lnTo>
                  <a:lnTo>
                    <a:pt x="107695" y="8026"/>
                  </a:lnTo>
                  <a:lnTo>
                    <a:pt x="64465" y="30378"/>
                  </a:lnTo>
                  <a:lnTo>
                    <a:pt x="30378" y="64465"/>
                  </a:lnTo>
                  <a:lnTo>
                    <a:pt x="8026" y="107696"/>
                  </a:lnTo>
                  <a:lnTo>
                    <a:pt x="0" y="157480"/>
                  </a:lnTo>
                  <a:lnTo>
                    <a:pt x="0" y="1811020"/>
                  </a:lnTo>
                  <a:lnTo>
                    <a:pt x="8026" y="1860803"/>
                  </a:lnTo>
                  <a:lnTo>
                    <a:pt x="30378" y="1904034"/>
                  </a:lnTo>
                  <a:lnTo>
                    <a:pt x="64465" y="1938121"/>
                  </a:lnTo>
                  <a:lnTo>
                    <a:pt x="107696" y="1960473"/>
                  </a:lnTo>
                  <a:lnTo>
                    <a:pt x="157479" y="1968500"/>
                  </a:lnTo>
                  <a:lnTo>
                    <a:pt x="6954519" y="1968500"/>
                  </a:lnTo>
                  <a:lnTo>
                    <a:pt x="7004304" y="1960473"/>
                  </a:lnTo>
                  <a:lnTo>
                    <a:pt x="7047534" y="1938121"/>
                  </a:lnTo>
                  <a:lnTo>
                    <a:pt x="7081621" y="1904034"/>
                  </a:lnTo>
                  <a:lnTo>
                    <a:pt x="7103973" y="1860803"/>
                  </a:lnTo>
                  <a:lnTo>
                    <a:pt x="7112000" y="1811020"/>
                  </a:lnTo>
                  <a:lnTo>
                    <a:pt x="7112000" y="157480"/>
                  </a:lnTo>
                  <a:lnTo>
                    <a:pt x="7103973" y="107695"/>
                  </a:lnTo>
                  <a:lnTo>
                    <a:pt x="7081621" y="64465"/>
                  </a:lnTo>
                  <a:lnTo>
                    <a:pt x="7047534" y="30378"/>
                  </a:lnTo>
                  <a:lnTo>
                    <a:pt x="7004304" y="8026"/>
                  </a:lnTo>
                  <a:lnTo>
                    <a:pt x="69545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661400" y="619760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222631"/>
                  </a:moveTo>
                  <a:lnTo>
                    <a:pt x="0" y="233299"/>
                  </a:lnTo>
                  <a:lnTo>
                    <a:pt x="10477" y="254956"/>
                  </a:lnTo>
                  <a:lnTo>
                    <a:pt x="39052" y="272637"/>
                  </a:lnTo>
                  <a:lnTo>
                    <a:pt x="81438" y="284555"/>
                  </a:lnTo>
                  <a:lnTo>
                    <a:pt x="133350" y="288925"/>
                  </a:lnTo>
                  <a:lnTo>
                    <a:pt x="185261" y="284555"/>
                  </a:lnTo>
                  <a:lnTo>
                    <a:pt x="227647" y="272637"/>
                  </a:lnTo>
                  <a:lnTo>
                    <a:pt x="255305" y="255524"/>
                  </a:lnTo>
                  <a:lnTo>
                    <a:pt x="133350" y="255524"/>
                  </a:lnTo>
                  <a:lnTo>
                    <a:pt x="103780" y="254301"/>
                  </a:lnTo>
                  <a:lnTo>
                    <a:pt x="49643" y="244808"/>
                  </a:lnTo>
                  <a:lnTo>
                    <a:pt x="12668" y="230393"/>
                  </a:lnTo>
                  <a:lnTo>
                    <a:pt x="6179" y="226708"/>
                  </a:lnTo>
                  <a:lnTo>
                    <a:pt x="0" y="222631"/>
                  </a:lnTo>
                  <a:close/>
                </a:path>
                <a:path w="355600" h="355600">
                  <a:moveTo>
                    <a:pt x="266700" y="222631"/>
                  </a:moveTo>
                  <a:lnTo>
                    <a:pt x="216820" y="244808"/>
                  </a:lnTo>
                  <a:lnTo>
                    <a:pt x="190813" y="250698"/>
                  </a:lnTo>
                  <a:lnTo>
                    <a:pt x="190655" y="250698"/>
                  </a:lnTo>
                  <a:lnTo>
                    <a:pt x="162781" y="254301"/>
                  </a:lnTo>
                  <a:lnTo>
                    <a:pt x="133350" y="255524"/>
                  </a:lnTo>
                  <a:lnTo>
                    <a:pt x="255305" y="255524"/>
                  </a:lnTo>
                  <a:lnTo>
                    <a:pt x="256222" y="254956"/>
                  </a:lnTo>
                  <a:lnTo>
                    <a:pt x="266700" y="233299"/>
                  </a:lnTo>
                  <a:lnTo>
                    <a:pt x="266700" y="222631"/>
                  </a:lnTo>
                  <a:close/>
                </a:path>
                <a:path w="355600" h="355600">
                  <a:moveTo>
                    <a:pt x="355600" y="189356"/>
                  </a:moveTo>
                  <a:lnTo>
                    <a:pt x="315277" y="208613"/>
                  </a:lnTo>
                  <a:lnTo>
                    <a:pt x="300100" y="213106"/>
                  </a:lnTo>
                  <a:lnTo>
                    <a:pt x="300100" y="245110"/>
                  </a:lnTo>
                  <a:lnTo>
                    <a:pt x="322970" y="236458"/>
                  </a:lnTo>
                  <a:lnTo>
                    <a:pt x="340471" y="225806"/>
                  </a:lnTo>
                  <a:lnTo>
                    <a:pt x="351661" y="213534"/>
                  </a:lnTo>
                  <a:lnTo>
                    <a:pt x="355481" y="200429"/>
                  </a:lnTo>
                  <a:lnTo>
                    <a:pt x="355600" y="189356"/>
                  </a:lnTo>
                  <a:close/>
                </a:path>
                <a:path w="355600" h="355600">
                  <a:moveTo>
                    <a:pt x="133350" y="99949"/>
                  </a:moveTo>
                  <a:lnTo>
                    <a:pt x="81438" y="104318"/>
                  </a:lnTo>
                  <a:lnTo>
                    <a:pt x="39052" y="116236"/>
                  </a:lnTo>
                  <a:lnTo>
                    <a:pt x="10477" y="133917"/>
                  </a:lnTo>
                  <a:lnTo>
                    <a:pt x="0" y="155575"/>
                  </a:lnTo>
                  <a:lnTo>
                    <a:pt x="0" y="166624"/>
                  </a:lnTo>
                  <a:lnTo>
                    <a:pt x="10477" y="188281"/>
                  </a:lnTo>
                  <a:lnTo>
                    <a:pt x="39052" y="205962"/>
                  </a:lnTo>
                  <a:lnTo>
                    <a:pt x="81438" y="217880"/>
                  </a:lnTo>
                  <a:lnTo>
                    <a:pt x="133350" y="222250"/>
                  </a:lnTo>
                  <a:lnTo>
                    <a:pt x="185261" y="217880"/>
                  </a:lnTo>
                  <a:lnTo>
                    <a:pt x="227647" y="205962"/>
                  </a:lnTo>
                  <a:lnTo>
                    <a:pt x="256222" y="188281"/>
                  </a:lnTo>
                  <a:lnTo>
                    <a:pt x="266700" y="166624"/>
                  </a:lnTo>
                  <a:lnTo>
                    <a:pt x="266700" y="155575"/>
                  </a:lnTo>
                  <a:lnTo>
                    <a:pt x="256222" y="133917"/>
                  </a:lnTo>
                  <a:lnTo>
                    <a:pt x="227647" y="116236"/>
                  </a:lnTo>
                  <a:lnTo>
                    <a:pt x="185261" y="104318"/>
                  </a:lnTo>
                  <a:lnTo>
                    <a:pt x="133350" y="99949"/>
                  </a:lnTo>
                  <a:close/>
                </a:path>
                <a:path w="355600" h="355600">
                  <a:moveTo>
                    <a:pt x="355600" y="122555"/>
                  </a:moveTo>
                  <a:lnTo>
                    <a:pt x="314944" y="142081"/>
                  </a:lnTo>
                  <a:lnTo>
                    <a:pt x="299339" y="146557"/>
                  </a:lnTo>
                  <a:lnTo>
                    <a:pt x="300100" y="152400"/>
                  </a:lnTo>
                  <a:lnTo>
                    <a:pt x="300100" y="178435"/>
                  </a:lnTo>
                  <a:lnTo>
                    <a:pt x="322970" y="169763"/>
                  </a:lnTo>
                  <a:lnTo>
                    <a:pt x="340471" y="159067"/>
                  </a:lnTo>
                  <a:lnTo>
                    <a:pt x="351661" y="146752"/>
                  </a:lnTo>
                  <a:lnTo>
                    <a:pt x="355397" y="133917"/>
                  </a:lnTo>
                  <a:lnTo>
                    <a:pt x="355476" y="133645"/>
                  </a:lnTo>
                  <a:lnTo>
                    <a:pt x="355600" y="122555"/>
                  </a:lnTo>
                  <a:close/>
                </a:path>
                <a:path w="355600" h="355600">
                  <a:moveTo>
                    <a:pt x="355557" y="66801"/>
                  </a:moveTo>
                  <a:lnTo>
                    <a:pt x="133350" y="66801"/>
                  </a:lnTo>
                  <a:lnTo>
                    <a:pt x="162919" y="68024"/>
                  </a:lnTo>
                  <a:lnTo>
                    <a:pt x="191023" y="71627"/>
                  </a:lnTo>
                  <a:lnTo>
                    <a:pt x="240410" y="85598"/>
                  </a:lnTo>
                  <a:lnTo>
                    <a:pt x="279653" y="110236"/>
                  </a:lnTo>
                  <a:lnTo>
                    <a:pt x="281304" y="112013"/>
                  </a:lnTo>
                  <a:lnTo>
                    <a:pt x="283082" y="113792"/>
                  </a:lnTo>
                  <a:lnTo>
                    <a:pt x="335978" y="95678"/>
                  </a:lnTo>
                  <a:lnTo>
                    <a:pt x="355500" y="66970"/>
                  </a:lnTo>
                  <a:lnTo>
                    <a:pt x="355557" y="66801"/>
                  </a:lnTo>
                  <a:close/>
                </a:path>
                <a:path w="355600" h="355600">
                  <a:moveTo>
                    <a:pt x="222250" y="0"/>
                  </a:moveTo>
                  <a:lnTo>
                    <a:pt x="170338" y="4367"/>
                  </a:lnTo>
                  <a:lnTo>
                    <a:pt x="127952" y="16271"/>
                  </a:lnTo>
                  <a:lnTo>
                    <a:pt x="99377" y="33914"/>
                  </a:lnTo>
                  <a:lnTo>
                    <a:pt x="88900" y="55499"/>
                  </a:lnTo>
                  <a:lnTo>
                    <a:pt x="89026" y="69595"/>
                  </a:lnTo>
                  <a:lnTo>
                    <a:pt x="99810" y="68355"/>
                  </a:lnTo>
                  <a:lnTo>
                    <a:pt x="110807" y="67484"/>
                  </a:lnTo>
                  <a:lnTo>
                    <a:pt x="121995" y="66970"/>
                  </a:lnTo>
                  <a:lnTo>
                    <a:pt x="133350" y="66801"/>
                  </a:lnTo>
                  <a:lnTo>
                    <a:pt x="355600" y="66801"/>
                  </a:lnTo>
                  <a:lnTo>
                    <a:pt x="355600" y="55499"/>
                  </a:lnTo>
                  <a:lnTo>
                    <a:pt x="345122" y="33914"/>
                  </a:lnTo>
                  <a:lnTo>
                    <a:pt x="316547" y="16271"/>
                  </a:lnTo>
                  <a:lnTo>
                    <a:pt x="274161" y="4367"/>
                  </a:lnTo>
                  <a:lnTo>
                    <a:pt x="222250" y="0"/>
                  </a:lnTo>
                  <a:close/>
                </a:path>
                <a:path w="355600" h="355600">
                  <a:moveTo>
                    <a:pt x="0" y="289306"/>
                  </a:moveTo>
                  <a:lnTo>
                    <a:pt x="0" y="299974"/>
                  </a:lnTo>
                  <a:lnTo>
                    <a:pt x="10477" y="321631"/>
                  </a:lnTo>
                  <a:lnTo>
                    <a:pt x="39052" y="339312"/>
                  </a:lnTo>
                  <a:lnTo>
                    <a:pt x="81438" y="351230"/>
                  </a:lnTo>
                  <a:lnTo>
                    <a:pt x="133350" y="355600"/>
                  </a:lnTo>
                  <a:lnTo>
                    <a:pt x="185261" y="351230"/>
                  </a:lnTo>
                  <a:lnTo>
                    <a:pt x="227647" y="339312"/>
                  </a:lnTo>
                  <a:lnTo>
                    <a:pt x="255305" y="322199"/>
                  </a:lnTo>
                  <a:lnTo>
                    <a:pt x="133350" y="322199"/>
                  </a:lnTo>
                  <a:lnTo>
                    <a:pt x="103780" y="320976"/>
                  </a:lnTo>
                  <a:lnTo>
                    <a:pt x="49643" y="311483"/>
                  </a:lnTo>
                  <a:lnTo>
                    <a:pt x="12668" y="297068"/>
                  </a:lnTo>
                  <a:lnTo>
                    <a:pt x="6179" y="293383"/>
                  </a:lnTo>
                  <a:lnTo>
                    <a:pt x="0" y="289306"/>
                  </a:lnTo>
                  <a:close/>
                </a:path>
                <a:path w="355600" h="355600">
                  <a:moveTo>
                    <a:pt x="266700" y="289306"/>
                  </a:moveTo>
                  <a:lnTo>
                    <a:pt x="216820" y="311483"/>
                  </a:lnTo>
                  <a:lnTo>
                    <a:pt x="190813" y="317373"/>
                  </a:lnTo>
                  <a:lnTo>
                    <a:pt x="190655" y="317373"/>
                  </a:lnTo>
                  <a:lnTo>
                    <a:pt x="162781" y="320976"/>
                  </a:lnTo>
                  <a:lnTo>
                    <a:pt x="133350" y="322199"/>
                  </a:lnTo>
                  <a:lnTo>
                    <a:pt x="255305" y="322199"/>
                  </a:lnTo>
                  <a:lnTo>
                    <a:pt x="256222" y="321631"/>
                  </a:lnTo>
                  <a:lnTo>
                    <a:pt x="266700" y="299974"/>
                  </a:lnTo>
                  <a:lnTo>
                    <a:pt x="266700" y="289306"/>
                  </a:lnTo>
                  <a:close/>
                </a:path>
              </a:pathLst>
            </a:custGeom>
            <a:solidFill>
              <a:srgbClr val="5C6B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9132189" y="6201283"/>
            <a:ext cx="2005964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2B2C42"/>
                </a:solidFill>
                <a:latin typeface="Times New Roman"/>
                <a:cs typeface="Times New Roman"/>
              </a:rPr>
              <a:t>Resource</a:t>
            </a:r>
            <a:r>
              <a:rPr dirty="0" sz="1700" spc="-70" b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B2C42"/>
                </a:solidFill>
                <a:latin typeface="Times New Roman"/>
                <a:cs typeface="Times New Roman"/>
              </a:rPr>
              <a:t>Constraints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9" name="object 39" descr=""/>
          <p:cNvSpPr txBox="1"/>
          <p:nvPr/>
        </p:nvSpPr>
        <p:spPr>
          <a:xfrm>
            <a:off x="8649461" y="6570726"/>
            <a:ext cx="623443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Limited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resources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restricted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scale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frequency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outreach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sessions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target communities.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128000" cy="508000"/>
          </a:xfrm>
          <a:custGeom>
            <a:avLst/>
            <a:gdLst/>
            <a:ahLst/>
            <a:cxnLst/>
            <a:rect l="l" t="t" r="r" b="b"/>
            <a:pathLst>
              <a:path w="8128000" h="508000">
                <a:moveTo>
                  <a:pt x="0" y="508000"/>
                </a:moveTo>
                <a:lnTo>
                  <a:pt x="8128000" y="508000"/>
                </a:lnTo>
                <a:lnTo>
                  <a:pt x="8128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19200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0" y="508000"/>
                </a:moveTo>
                <a:lnTo>
                  <a:pt x="4064000" y="508000"/>
                </a:lnTo>
                <a:lnTo>
                  <a:pt x="4064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28000" y="0"/>
            <a:ext cx="4064000" cy="508000"/>
          </a:xfrm>
          <a:prstGeom prst="rect">
            <a:avLst/>
          </a:prstGeom>
          <a:solidFill>
            <a:srgbClr val="2C6A4F"/>
          </a:solidFill>
        </p:spPr>
        <p:txBody>
          <a:bodyPr wrap="square" lIns="0" tIns="165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2000" y="8128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63500" y="0"/>
                </a:moveTo>
                <a:lnTo>
                  <a:pt x="0" y="0"/>
                </a:lnTo>
                <a:lnTo>
                  <a:pt x="0" y="355600"/>
                </a:lnTo>
                <a:lnTo>
                  <a:pt x="63500" y="355600"/>
                </a:lnTo>
                <a:lnTo>
                  <a:pt x="635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03503" y="802004"/>
            <a:ext cx="338327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Outcomes</a:t>
            </a:r>
            <a:r>
              <a:rPr dirty="0" sz="2800" spc="-9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and</a:t>
            </a:r>
            <a:r>
              <a:rPr dirty="0" sz="2800" spc="-9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Impact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55763" y="1995804"/>
            <a:ext cx="7600950" cy="3565525"/>
            <a:chOff x="1155763" y="1995804"/>
            <a:chExt cx="7600950" cy="3565525"/>
          </a:xfrm>
        </p:grpSpPr>
        <p:sp>
          <p:nvSpPr>
            <p:cNvPr id="11" name="object 11" descr=""/>
            <p:cNvSpPr/>
            <p:nvPr/>
          </p:nvSpPr>
          <p:spPr>
            <a:xfrm>
              <a:off x="1197927" y="2002154"/>
              <a:ext cx="7552690" cy="3166110"/>
            </a:xfrm>
            <a:custGeom>
              <a:avLst/>
              <a:gdLst/>
              <a:ahLst/>
              <a:cxnLst/>
              <a:rect l="l" t="t" r="r" b="b"/>
              <a:pathLst>
                <a:path w="7552690" h="3166110">
                  <a:moveTo>
                    <a:pt x="1783016" y="3165729"/>
                  </a:moveTo>
                  <a:lnTo>
                    <a:pt x="1993328" y="3165729"/>
                  </a:lnTo>
                </a:path>
                <a:path w="7552690" h="3166110">
                  <a:moveTo>
                    <a:pt x="5559488" y="3165729"/>
                  </a:moveTo>
                  <a:lnTo>
                    <a:pt x="5769800" y="3165729"/>
                  </a:lnTo>
                </a:path>
                <a:path w="7552690" h="3166110">
                  <a:moveTo>
                    <a:pt x="7447724" y="3165729"/>
                  </a:moveTo>
                  <a:lnTo>
                    <a:pt x="7552372" y="3165729"/>
                  </a:lnTo>
                </a:path>
                <a:path w="7552690" h="3166110">
                  <a:moveTo>
                    <a:pt x="0" y="3165729"/>
                  </a:moveTo>
                  <a:lnTo>
                    <a:pt x="105092" y="3165729"/>
                  </a:lnTo>
                </a:path>
                <a:path w="7552690" h="3166110">
                  <a:moveTo>
                    <a:pt x="3671252" y="3165729"/>
                  </a:moveTo>
                  <a:lnTo>
                    <a:pt x="3881564" y="3165729"/>
                  </a:lnTo>
                </a:path>
                <a:path w="7552690" h="3166110">
                  <a:moveTo>
                    <a:pt x="0" y="2813685"/>
                  </a:moveTo>
                  <a:lnTo>
                    <a:pt x="105092" y="2813685"/>
                  </a:lnTo>
                </a:path>
                <a:path w="7552690" h="3166110">
                  <a:moveTo>
                    <a:pt x="5559488" y="2813685"/>
                  </a:moveTo>
                  <a:lnTo>
                    <a:pt x="5769800" y="2813685"/>
                  </a:lnTo>
                </a:path>
                <a:path w="7552690" h="3166110">
                  <a:moveTo>
                    <a:pt x="1783016" y="2813685"/>
                  </a:moveTo>
                  <a:lnTo>
                    <a:pt x="1993328" y="2813685"/>
                  </a:lnTo>
                </a:path>
                <a:path w="7552690" h="3166110">
                  <a:moveTo>
                    <a:pt x="3671252" y="2813685"/>
                  </a:moveTo>
                  <a:lnTo>
                    <a:pt x="3881564" y="2813685"/>
                  </a:lnTo>
                </a:path>
                <a:path w="7552690" h="3166110">
                  <a:moveTo>
                    <a:pt x="7447724" y="2813685"/>
                  </a:moveTo>
                  <a:lnTo>
                    <a:pt x="7552372" y="2813685"/>
                  </a:lnTo>
                </a:path>
                <a:path w="7552690" h="3166110">
                  <a:moveTo>
                    <a:pt x="0" y="2461641"/>
                  </a:moveTo>
                  <a:lnTo>
                    <a:pt x="105092" y="2461641"/>
                  </a:lnTo>
                </a:path>
                <a:path w="7552690" h="3166110">
                  <a:moveTo>
                    <a:pt x="3671252" y="2461641"/>
                  </a:moveTo>
                  <a:lnTo>
                    <a:pt x="3881564" y="2461641"/>
                  </a:lnTo>
                </a:path>
                <a:path w="7552690" h="3166110">
                  <a:moveTo>
                    <a:pt x="7447724" y="2461641"/>
                  </a:moveTo>
                  <a:lnTo>
                    <a:pt x="7552372" y="2461641"/>
                  </a:lnTo>
                </a:path>
                <a:path w="7552690" h="3166110">
                  <a:moveTo>
                    <a:pt x="1783016" y="2461641"/>
                  </a:moveTo>
                  <a:lnTo>
                    <a:pt x="1993328" y="2461641"/>
                  </a:lnTo>
                </a:path>
                <a:path w="7552690" h="3166110">
                  <a:moveTo>
                    <a:pt x="5559488" y="2461641"/>
                  </a:moveTo>
                  <a:lnTo>
                    <a:pt x="5769800" y="2461641"/>
                  </a:lnTo>
                </a:path>
                <a:path w="7552690" h="3166110">
                  <a:moveTo>
                    <a:pt x="7447724" y="2109597"/>
                  </a:moveTo>
                  <a:lnTo>
                    <a:pt x="7552372" y="2109597"/>
                  </a:lnTo>
                </a:path>
                <a:path w="7552690" h="3166110">
                  <a:moveTo>
                    <a:pt x="0" y="2109597"/>
                  </a:moveTo>
                  <a:lnTo>
                    <a:pt x="105092" y="2109597"/>
                  </a:lnTo>
                </a:path>
                <a:path w="7552690" h="3166110">
                  <a:moveTo>
                    <a:pt x="5559488" y="2109597"/>
                  </a:moveTo>
                  <a:lnTo>
                    <a:pt x="5769800" y="2109597"/>
                  </a:lnTo>
                </a:path>
                <a:path w="7552690" h="3166110">
                  <a:moveTo>
                    <a:pt x="1783016" y="2109597"/>
                  </a:moveTo>
                  <a:lnTo>
                    <a:pt x="1993328" y="2109597"/>
                  </a:lnTo>
                </a:path>
                <a:path w="7552690" h="3166110">
                  <a:moveTo>
                    <a:pt x="3671252" y="2109597"/>
                  </a:moveTo>
                  <a:lnTo>
                    <a:pt x="3881564" y="2109597"/>
                  </a:lnTo>
                </a:path>
                <a:path w="7552690" h="3166110">
                  <a:moveTo>
                    <a:pt x="3671252" y="1759077"/>
                  </a:moveTo>
                  <a:lnTo>
                    <a:pt x="4719764" y="1759077"/>
                  </a:lnTo>
                </a:path>
                <a:path w="7552690" h="3166110">
                  <a:moveTo>
                    <a:pt x="5559488" y="1759077"/>
                  </a:moveTo>
                  <a:lnTo>
                    <a:pt x="5769800" y="1759077"/>
                  </a:lnTo>
                </a:path>
                <a:path w="7552690" h="3166110">
                  <a:moveTo>
                    <a:pt x="7447724" y="1759077"/>
                  </a:moveTo>
                  <a:lnTo>
                    <a:pt x="7552372" y="1759077"/>
                  </a:lnTo>
                </a:path>
                <a:path w="7552690" h="3166110">
                  <a:moveTo>
                    <a:pt x="1783016" y="1759077"/>
                  </a:moveTo>
                  <a:lnTo>
                    <a:pt x="1993328" y="1759077"/>
                  </a:lnTo>
                </a:path>
                <a:path w="7552690" h="3166110">
                  <a:moveTo>
                    <a:pt x="0" y="1759077"/>
                  </a:moveTo>
                  <a:lnTo>
                    <a:pt x="105092" y="1759077"/>
                  </a:lnTo>
                </a:path>
                <a:path w="7552690" h="3166110">
                  <a:moveTo>
                    <a:pt x="7447724" y="1407033"/>
                  </a:moveTo>
                  <a:lnTo>
                    <a:pt x="7552372" y="1407033"/>
                  </a:lnTo>
                </a:path>
                <a:path w="7552690" h="3166110">
                  <a:moveTo>
                    <a:pt x="1783016" y="1407033"/>
                  </a:moveTo>
                  <a:lnTo>
                    <a:pt x="2831528" y="1407033"/>
                  </a:lnTo>
                </a:path>
                <a:path w="7552690" h="3166110">
                  <a:moveTo>
                    <a:pt x="0" y="1407033"/>
                  </a:moveTo>
                  <a:lnTo>
                    <a:pt x="105092" y="1407033"/>
                  </a:lnTo>
                </a:path>
                <a:path w="7552690" h="3166110">
                  <a:moveTo>
                    <a:pt x="5559488" y="1407033"/>
                  </a:moveTo>
                  <a:lnTo>
                    <a:pt x="6608000" y="1407033"/>
                  </a:lnTo>
                </a:path>
                <a:path w="7552690" h="3166110">
                  <a:moveTo>
                    <a:pt x="3671252" y="1407033"/>
                  </a:moveTo>
                  <a:lnTo>
                    <a:pt x="4719764" y="1407033"/>
                  </a:lnTo>
                </a:path>
                <a:path w="7552690" h="3166110">
                  <a:moveTo>
                    <a:pt x="7447724" y="1054989"/>
                  </a:moveTo>
                  <a:lnTo>
                    <a:pt x="7552372" y="1054989"/>
                  </a:lnTo>
                </a:path>
                <a:path w="7552690" h="3166110">
                  <a:moveTo>
                    <a:pt x="5559488" y="1054989"/>
                  </a:moveTo>
                  <a:lnTo>
                    <a:pt x="6608000" y="1054989"/>
                  </a:lnTo>
                </a:path>
                <a:path w="7552690" h="3166110">
                  <a:moveTo>
                    <a:pt x="3671252" y="1054989"/>
                  </a:moveTo>
                  <a:lnTo>
                    <a:pt x="4719764" y="1054989"/>
                  </a:lnTo>
                </a:path>
                <a:path w="7552690" h="3166110">
                  <a:moveTo>
                    <a:pt x="1783016" y="1054989"/>
                  </a:moveTo>
                  <a:lnTo>
                    <a:pt x="2831528" y="1054989"/>
                  </a:lnTo>
                </a:path>
                <a:path w="7552690" h="3166110">
                  <a:moveTo>
                    <a:pt x="0" y="1054989"/>
                  </a:moveTo>
                  <a:lnTo>
                    <a:pt x="943292" y="1054989"/>
                  </a:lnTo>
                </a:path>
                <a:path w="7552690" h="3166110">
                  <a:moveTo>
                    <a:pt x="5559488" y="702945"/>
                  </a:moveTo>
                  <a:lnTo>
                    <a:pt x="6608000" y="702945"/>
                  </a:lnTo>
                </a:path>
                <a:path w="7552690" h="3166110">
                  <a:moveTo>
                    <a:pt x="1783016" y="702945"/>
                  </a:moveTo>
                  <a:lnTo>
                    <a:pt x="2831528" y="702945"/>
                  </a:lnTo>
                </a:path>
                <a:path w="7552690" h="3166110">
                  <a:moveTo>
                    <a:pt x="0" y="702945"/>
                  </a:moveTo>
                  <a:lnTo>
                    <a:pt x="943292" y="702945"/>
                  </a:lnTo>
                </a:path>
                <a:path w="7552690" h="3166110">
                  <a:moveTo>
                    <a:pt x="3671252" y="702945"/>
                  </a:moveTo>
                  <a:lnTo>
                    <a:pt x="4719764" y="702945"/>
                  </a:lnTo>
                </a:path>
                <a:path w="7552690" h="3166110">
                  <a:moveTo>
                    <a:pt x="7447724" y="702945"/>
                  </a:moveTo>
                  <a:lnTo>
                    <a:pt x="7552372" y="702945"/>
                  </a:lnTo>
                </a:path>
                <a:path w="7552690" h="3166110">
                  <a:moveTo>
                    <a:pt x="0" y="352425"/>
                  </a:moveTo>
                  <a:lnTo>
                    <a:pt x="4719764" y="352425"/>
                  </a:lnTo>
                </a:path>
                <a:path w="7552690" h="3166110">
                  <a:moveTo>
                    <a:pt x="0" y="0"/>
                  </a:moveTo>
                  <a:lnTo>
                    <a:pt x="7552372" y="0"/>
                  </a:lnTo>
                </a:path>
              </a:pathLst>
            </a:custGeom>
            <a:ln w="12700">
              <a:solidFill>
                <a:srgbClr val="E8E3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03020" y="3339083"/>
              <a:ext cx="6503034" cy="2179955"/>
            </a:xfrm>
            <a:custGeom>
              <a:avLst/>
              <a:gdLst/>
              <a:ahLst/>
              <a:cxnLst/>
              <a:rect l="l" t="t" r="r" b="b"/>
              <a:pathLst>
                <a:path w="6503034" h="2179954">
                  <a:moveTo>
                    <a:pt x="838200" y="0"/>
                  </a:moveTo>
                  <a:lnTo>
                    <a:pt x="0" y="0"/>
                  </a:lnTo>
                  <a:lnTo>
                    <a:pt x="0" y="2179955"/>
                  </a:lnTo>
                  <a:lnTo>
                    <a:pt x="838200" y="2179955"/>
                  </a:lnTo>
                  <a:lnTo>
                    <a:pt x="838200" y="0"/>
                  </a:lnTo>
                  <a:close/>
                </a:path>
                <a:path w="6503034" h="2179954">
                  <a:moveTo>
                    <a:pt x="2726436" y="245364"/>
                  </a:moveTo>
                  <a:lnTo>
                    <a:pt x="1888236" y="245364"/>
                  </a:lnTo>
                  <a:lnTo>
                    <a:pt x="1888236" y="2179955"/>
                  </a:lnTo>
                  <a:lnTo>
                    <a:pt x="2726436" y="2179955"/>
                  </a:lnTo>
                  <a:lnTo>
                    <a:pt x="2726436" y="245364"/>
                  </a:lnTo>
                  <a:close/>
                </a:path>
                <a:path w="6503034" h="2179954">
                  <a:moveTo>
                    <a:pt x="4614672" y="492252"/>
                  </a:moveTo>
                  <a:lnTo>
                    <a:pt x="3776472" y="492252"/>
                  </a:lnTo>
                  <a:lnTo>
                    <a:pt x="3776472" y="2179955"/>
                  </a:lnTo>
                  <a:lnTo>
                    <a:pt x="4614672" y="2179955"/>
                  </a:lnTo>
                  <a:lnTo>
                    <a:pt x="4614672" y="492252"/>
                  </a:lnTo>
                  <a:close/>
                </a:path>
                <a:path w="6503034" h="2179954">
                  <a:moveTo>
                    <a:pt x="6502908" y="140208"/>
                  </a:moveTo>
                  <a:lnTo>
                    <a:pt x="5664708" y="140208"/>
                  </a:lnTo>
                  <a:lnTo>
                    <a:pt x="5664708" y="2179955"/>
                  </a:lnTo>
                  <a:lnTo>
                    <a:pt x="6502908" y="2179955"/>
                  </a:lnTo>
                  <a:lnTo>
                    <a:pt x="6502908" y="140208"/>
                  </a:lnTo>
                  <a:close/>
                </a:path>
              </a:pathLst>
            </a:custGeom>
            <a:solidFill>
              <a:srgbClr val="5C6B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141220" y="2282951"/>
              <a:ext cx="6504940" cy="3236595"/>
            </a:xfrm>
            <a:custGeom>
              <a:avLst/>
              <a:gdLst/>
              <a:ahLst/>
              <a:cxnLst/>
              <a:rect l="l" t="t" r="r" b="b"/>
              <a:pathLst>
                <a:path w="6504940" h="3236595">
                  <a:moveTo>
                    <a:pt x="839724" y="106680"/>
                  </a:moveTo>
                  <a:lnTo>
                    <a:pt x="0" y="106680"/>
                  </a:lnTo>
                  <a:lnTo>
                    <a:pt x="0" y="3236087"/>
                  </a:lnTo>
                  <a:lnTo>
                    <a:pt x="839724" y="3236087"/>
                  </a:lnTo>
                  <a:lnTo>
                    <a:pt x="839724" y="106680"/>
                  </a:lnTo>
                  <a:close/>
                </a:path>
                <a:path w="6504940" h="3236595">
                  <a:moveTo>
                    <a:pt x="2727960" y="211848"/>
                  </a:moveTo>
                  <a:lnTo>
                    <a:pt x="1888236" y="211848"/>
                  </a:lnTo>
                  <a:lnTo>
                    <a:pt x="1888236" y="3236087"/>
                  </a:lnTo>
                  <a:lnTo>
                    <a:pt x="2727960" y="3236087"/>
                  </a:lnTo>
                  <a:lnTo>
                    <a:pt x="2727960" y="211848"/>
                  </a:lnTo>
                  <a:close/>
                </a:path>
                <a:path w="6504940" h="3236595">
                  <a:moveTo>
                    <a:pt x="4616196" y="0"/>
                  </a:moveTo>
                  <a:lnTo>
                    <a:pt x="3776472" y="0"/>
                  </a:lnTo>
                  <a:lnTo>
                    <a:pt x="3776472" y="3236087"/>
                  </a:lnTo>
                  <a:lnTo>
                    <a:pt x="4616196" y="3236087"/>
                  </a:lnTo>
                  <a:lnTo>
                    <a:pt x="4616196" y="0"/>
                  </a:lnTo>
                  <a:close/>
                </a:path>
                <a:path w="6504940" h="3236595">
                  <a:moveTo>
                    <a:pt x="6504432" y="176784"/>
                  </a:moveTo>
                  <a:lnTo>
                    <a:pt x="5664708" y="176784"/>
                  </a:lnTo>
                  <a:lnTo>
                    <a:pt x="5664708" y="3236087"/>
                  </a:lnTo>
                  <a:lnTo>
                    <a:pt x="6504432" y="3236087"/>
                  </a:lnTo>
                  <a:lnTo>
                    <a:pt x="6504432" y="176784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55763" y="2002154"/>
              <a:ext cx="7594600" cy="3559175"/>
            </a:xfrm>
            <a:custGeom>
              <a:avLst/>
              <a:gdLst/>
              <a:ahLst/>
              <a:cxnLst/>
              <a:rect l="l" t="t" r="r" b="b"/>
              <a:pathLst>
                <a:path w="7594600" h="3559175">
                  <a:moveTo>
                    <a:pt x="42164" y="3516884"/>
                  </a:moveTo>
                  <a:lnTo>
                    <a:pt x="42164" y="0"/>
                  </a:lnTo>
                </a:path>
                <a:path w="7594600" h="3559175">
                  <a:moveTo>
                    <a:pt x="0" y="3516884"/>
                  </a:moveTo>
                  <a:lnTo>
                    <a:pt x="42164" y="3516884"/>
                  </a:lnTo>
                </a:path>
                <a:path w="7594600" h="3559175">
                  <a:moveTo>
                    <a:pt x="0" y="3165729"/>
                  </a:moveTo>
                  <a:lnTo>
                    <a:pt x="42164" y="3165729"/>
                  </a:lnTo>
                </a:path>
                <a:path w="7594600" h="3559175">
                  <a:moveTo>
                    <a:pt x="0" y="2813685"/>
                  </a:moveTo>
                  <a:lnTo>
                    <a:pt x="42164" y="2813685"/>
                  </a:lnTo>
                </a:path>
                <a:path w="7594600" h="3559175">
                  <a:moveTo>
                    <a:pt x="0" y="2461641"/>
                  </a:moveTo>
                  <a:lnTo>
                    <a:pt x="42164" y="2461641"/>
                  </a:lnTo>
                </a:path>
                <a:path w="7594600" h="3559175">
                  <a:moveTo>
                    <a:pt x="0" y="2109597"/>
                  </a:moveTo>
                  <a:lnTo>
                    <a:pt x="42164" y="2109597"/>
                  </a:lnTo>
                </a:path>
                <a:path w="7594600" h="3559175">
                  <a:moveTo>
                    <a:pt x="0" y="1759077"/>
                  </a:moveTo>
                  <a:lnTo>
                    <a:pt x="42164" y="1759077"/>
                  </a:lnTo>
                </a:path>
                <a:path w="7594600" h="3559175">
                  <a:moveTo>
                    <a:pt x="0" y="1407033"/>
                  </a:moveTo>
                  <a:lnTo>
                    <a:pt x="42164" y="1407033"/>
                  </a:lnTo>
                </a:path>
                <a:path w="7594600" h="3559175">
                  <a:moveTo>
                    <a:pt x="0" y="1054989"/>
                  </a:moveTo>
                  <a:lnTo>
                    <a:pt x="42164" y="1054989"/>
                  </a:lnTo>
                </a:path>
                <a:path w="7594600" h="3559175">
                  <a:moveTo>
                    <a:pt x="0" y="702945"/>
                  </a:moveTo>
                  <a:lnTo>
                    <a:pt x="42164" y="702945"/>
                  </a:lnTo>
                </a:path>
                <a:path w="7594600" h="3559175">
                  <a:moveTo>
                    <a:pt x="0" y="352425"/>
                  </a:moveTo>
                  <a:lnTo>
                    <a:pt x="42164" y="352425"/>
                  </a:lnTo>
                </a:path>
                <a:path w="7594600" h="3559175">
                  <a:moveTo>
                    <a:pt x="0" y="0"/>
                  </a:moveTo>
                  <a:lnTo>
                    <a:pt x="42164" y="0"/>
                  </a:lnTo>
                </a:path>
                <a:path w="7594600" h="3559175">
                  <a:moveTo>
                    <a:pt x="42164" y="3516884"/>
                  </a:moveTo>
                  <a:lnTo>
                    <a:pt x="7594536" y="3516884"/>
                  </a:lnTo>
                </a:path>
                <a:path w="7594600" h="3559175">
                  <a:moveTo>
                    <a:pt x="42164" y="3516884"/>
                  </a:moveTo>
                  <a:lnTo>
                    <a:pt x="42164" y="3559048"/>
                  </a:lnTo>
                </a:path>
                <a:path w="7594600" h="3559175">
                  <a:moveTo>
                    <a:pt x="1930336" y="3516884"/>
                  </a:moveTo>
                  <a:lnTo>
                    <a:pt x="1930336" y="3559048"/>
                  </a:lnTo>
                </a:path>
                <a:path w="7594600" h="3559175">
                  <a:moveTo>
                    <a:pt x="3818572" y="3516884"/>
                  </a:moveTo>
                  <a:lnTo>
                    <a:pt x="3818572" y="3559048"/>
                  </a:lnTo>
                </a:path>
                <a:path w="7594600" h="3559175">
                  <a:moveTo>
                    <a:pt x="5706808" y="3516884"/>
                  </a:moveTo>
                  <a:lnTo>
                    <a:pt x="5706808" y="3559048"/>
                  </a:lnTo>
                </a:path>
                <a:path w="7594600" h="3559175">
                  <a:moveTo>
                    <a:pt x="7594536" y="3516884"/>
                  </a:moveTo>
                  <a:lnTo>
                    <a:pt x="7594536" y="3559048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519932" y="3345941"/>
            <a:ext cx="1809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B2C42"/>
                </a:solidFill>
                <a:latin typeface="Arial MT"/>
                <a:cs typeface="Arial MT"/>
              </a:rPr>
              <a:t>55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408167" y="3591813"/>
            <a:ext cx="1809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B2C42"/>
                </a:solidFill>
                <a:latin typeface="Arial MT"/>
                <a:cs typeface="Arial MT"/>
              </a:rPr>
              <a:t>48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296404" y="3240151"/>
            <a:ext cx="1809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B2C42"/>
                </a:solidFill>
                <a:latin typeface="Arial MT"/>
                <a:cs typeface="Arial MT"/>
              </a:rPr>
              <a:t>58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470785" y="2149856"/>
            <a:ext cx="1809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2B2C42"/>
                </a:solidFill>
                <a:latin typeface="Arial MT"/>
                <a:cs typeface="Arial MT"/>
              </a:rPr>
              <a:t>89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359021" y="2255266"/>
            <a:ext cx="1809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2B2C42"/>
                </a:solidFill>
                <a:latin typeface="Arial MT"/>
                <a:cs typeface="Arial MT"/>
              </a:rPr>
              <a:t>86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247257" y="2044446"/>
            <a:ext cx="1809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2B2C42"/>
                </a:solidFill>
                <a:latin typeface="Arial MT"/>
                <a:cs typeface="Arial MT"/>
              </a:rPr>
              <a:t>92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744716" y="2220213"/>
            <a:ext cx="201866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3350" algn="l"/>
                <a:tab pos="2005330" algn="l"/>
              </a:tabLst>
            </a:pPr>
            <a:r>
              <a:rPr dirty="0" u="sng" sz="1100">
                <a:solidFill>
                  <a:srgbClr val="2B2C42"/>
                </a:solidFill>
                <a:uFill>
                  <a:solidFill>
                    <a:srgbClr val="E8E3DE"/>
                  </a:solidFill>
                </a:uFill>
                <a:latin typeface="Arial MT"/>
                <a:cs typeface="Arial MT"/>
              </a:rPr>
              <a:t>	</a:t>
            </a:r>
            <a:r>
              <a:rPr dirty="0" u="sng" sz="1100" spc="-25">
                <a:solidFill>
                  <a:srgbClr val="2B2C42"/>
                </a:solidFill>
                <a:uFill>
                  <a:solidFill>
                    <a:srgbClr val="E8E3DE"/>
                  </a:solidFill>
                </a:uFill>
                <a:latin typeface="Arial MT"/>
                <a:cs typeface="Arial MT"/>
              </a:rPr>
              <a:t>87</a:t>
            </a:r>
            <a:r>
              <a:rPr dirty="0" u="sng" sz="1100">
                <a:solidFill>
                  <a:srgbClr val="2B2C42"/>
                </a:solidFill>
                <a:uFill>
                  <a:solidFill>
                    <a:srgbClr val="E8E3DE"/>
                  </a:solidFill>
                </a:uFill>
                <a:latin typeface="Arial MT"/>
                <a:cs typeface="Arial MT"/>
              </a:rPr>
              <a:t>	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87348" y="5411470"/>
            <a:ext cx="10350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5C6B73"/>
                </a:solidFill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09624" y="5059807"/>
            <a:ext cx="1809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09624" y="4708016"/>
            <a:ext cx="1809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20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09624" y="4004563"/>
            <a:ext cx="180975" cy="545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40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30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09624" y="3652773"/>
            <a:ext cx="1809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50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09624" y="3301110"/>
            <a:ext cx="1809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60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09624" y="2597657"/>
            <a:ext cx="902969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80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ts val="1250"/>
              </a:lnSpc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70</a:t>
            </a:r>
            <a:endParaRPr sz="1100">
              <a:latin typeface="Arial MT"/>
              <a:cs typeface="Arial MT"/>
            </a:endParaRPr>
          </a:p>
          <a:p>
            <a:pPr marL="734695">
              <a:lnSpc>
                <a:spcPts val="1250"/>
              </a:lnSpc>
            </a:pPr>
            <a:r>
              <a:rPr dirty="0" sz="1100" spc="-25">
                <a:solidFill>
                  <a:srgbClr val="2B2C42"/>
                </a:solidFill>
                <a:latin typeface="Arial MT"/>
                <a:cs typeface="Arial MT"/>
              </a:rPr>
              <a:t>62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09624" y="2245868"/>
            <a:ext cx="1809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90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31900" y="1893518"/>
            <a:ext cx="259079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5C6B73"/>
                </a:solidFill>
                <a:latin typeface="Arial MT"/>
                <a:cs typeface="Arial MT"/>
              </a:rPr>
              <a:t>100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578102" y="5577966"/>
            <a:ext cx="112966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B2C42"/>
                </a:solidFill>
                <a:latin typeface="Arial MT"/>
                <a:cs typeface="Arial MT"/>
              </a:rPr>
              <a:t>Water</a:t>
            </a:r>
            <a:r>
              <a:rPr dirty="0" sz="1100" spc="-15">
                <a:solidFill>
                  <a:srgbClr val="2B2C4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2B2C42"/>
                </a:solidFill>
                <a:latin typeface="Arial MT"/>
                <a:cs typeface="Arial MT"/>
              </a:rPr>
              <a:t>Awareness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489452" y="5577966"/>
            <a:ext cx="108140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B2C42"/>
                </a:solidFill>
                <a:latin typeface="Arial MT"/>
                <a:cs typeface="Arial MT"/>
              </a:rPr>
              <a:t>Sanitation</a:t>
            </a:r>
            <a:r>
              <a:rPr dirty="0" sz="1100" spc="-55">
                <a:solidFill>
                  <a:srgbClr val="2B2C4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2B2C42"/>
                </a:solidFill>
                <a:latin typeface="Arial MT"/>
                <a:cs typeface="Arial MT"/>
              </a:rPr>
              <a:t>Habits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482590" y="5577966"/>
            <a:ext cx="87312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2B2C42"/>
                </a:solidFill>
                <a:latin typeface="Arial MT"/>
                <a:cs typeface="Arial MT"/>
              </a:rPr>
              <a:t>Handwashing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188454" y="5577966"/>
            <a:ext cx="12376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B2C42"/>
                </a:solidFill>
                <a:latin typeface="Arial MT"/>
                <a:cs typeface="Arial MT"/>
              </a:rPr>
              <a:t>Disease</a:t>
            </a:r>
            <a:r>
              <a:rPr dirty="0" sz="1100" spc="-50">
                <a:solidFill>
                  <a:srgbClr val="2B2C4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2B2C42"/>
                </a:solidFill>
                <a:latin typeface="Arial MT"/>
                <a:cs typeface="Arial MT"/>
              </a:rPr>
              <a:t>Prevention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3900932" y="1688560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19">
                <a:moveTo>
                  <a:pt x="83724" y="0"/>
                </a:moveTo>
                <a:lnTo>
                  <a:pt x="0" y="0"/>
                </a:lnTo>
                <a:lnTo>
                  <a:pt x="0" y="83724"/>
                </a:lnTo>
                <a:lnTo>
                  <a:pt x="83724" y="83724"/>
                </a:lnTo>
                <a:lnTo>
                  <a:pt x="83724" y="0"/>
                </a:lnTo>
                <a:close/>
              </a:path>
            </a:pathLst>
          </a:custGeom>
          <a:solidFill>
            <a:srgbClr val="5C6B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4009390" y="1608531"/>
            <a:ext cx="7423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Pre-Activity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4907407" y="1688560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19">
                <a:moveTo>
                  <a:pt x="83724" y="0"/>
                </a:moveTo>
                <a:lnTo>
                  <a:pt x="0" y="0"/>
                </a:lnTo>
                <a:lnTo>
                  <a:pt x="0" y="83724"/>
                </a:lnTo>
                <a:lnTo>
                  <a:pt x="83724" y="83724"/>
                </a:lnTo>
                <a:lnTo>
                  <a:pt x="83724" y="0"/>
                </a:lnTo>
                <a:close/>
              </a:path>
            </a:pathLst>
          </a:custGeom>
          <a:solidFill>
            <a:srgbClr val="2C6A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5015865" y="1608531"/>
            <a:ext cx="8039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Post-Activity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9398000" y="1524000"/>
            <a:ext cx="6096000" cy="1270000"/>
            <a:chOff x="9398000" y="1524000"/>
            <a:chExt cx="6096000" cy="1270000"/>
          </a:xfrm>
        </p:grpSpPr>
        <p:sp>
          <p:nvSpPr>
            <p:cNvPr id="40" name="object 40" descr=""/>
            <p:cNvSpPr/>
            <p:nvPr/>
          </p:nvSpPr>
          <p:spPr>
            <a:xfrm>
              <a:off x="9398000" y="1524000"/>
              <a:ext cx="6096000" cy="1270000"/>
            </a:xfrm>
            <a:custGeom>
              <a:avLst/>
              <a:gdLst/>
              <a:ahLst/>
              <a:cxnLst/>
              <a:rect l="l" t="t" r="r" b="b"/>
              <a:pathLst>
                <a:path w="6096000" h="1270000">
                  <a:moveTo>
                    <a:pt x="59944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168400"/>
                  </a:lnTo>
                  <a:lnTo>
                    <a:pt x="7981" y="1207956"/>
                  </a:lnTo>
                  <a:lnTo>
                    <a:pt x="29749" y="1240250"/>
                  </a:lnTo>
                  <a:lnTo>
                    <a:pt x="62043" y="1262018"/>
                  </a:lnTo>
                  <a:lnTo>
                    <a:pt x="101600" y="1270000"/>
                  </a:lnTo>
                  <a:lnTo>
                    <a:pt x="5994400" y="1270000"/>
                  </a:lnTo>
                  <a:lnTo>
                    <a:pt x="6033956" y="1262018"/>
                  </a:lnTo>
                  <a:lnTo>
                    <a:pt x="6066250" y="1240250"/>
                  </a:lnTo>
                  <a:lnTo>
                    <a:pt x="6088018" y="1207956"/>
                  </a:lnTo>
                  <a:lnTo>
                    <a:pt x="6096000" y="1168400"/>
                  </a:lnTo>
                  <a:lnTo>
                    <a:pt x="6096000" y="101600"/>
                  </a:lnTo>
                  <a:lnTo>
                    <a:pt x="6088018" y="62043"/>
                  </a:lnTo>
                  <a:lnTo>
                    <a:pt x="6066250" y="29749"/>
                  </a:lnTo>
                  <a:lnTo>
                    <a:pt x="6033956" y="7981"/>
                  </a:lnTo>
                  <a:lnTo>
                    <a:pt x="599440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690036" y="1981200"/>
              <a:ext cx="457834" cy="254000"/>
            </a:xfrm>
            <a:custGeom>
              <a:avLst/>
              <a:gdLst/>
              <a:ahLst/>
              <a:cxnLst/>
              <a:rect l="l" t="t" r="r" b="b"/>
              <a:pathLst>
                <a:path w="457834" h="254000">
                  <a:moveTo>
                    <a:pt x="431863" y="0"/>
                  </a:moveTo>
                  <a:lnTo>
                    <a:pt x="304863" y="0"/>
                  </a:lnTo>
                  <a:lnTo>
                    <a:pt x="294947" y="1986"/>
                  </a:lnTo>
                  <a:lnTo>
                    <a:pt x="286877" y="7413"/>
                  </a:lnTo>
                  <a:lnTo>
                    <a:pt x="281449" y="15484"/>
                  </a:lnTo>
                  <a:lnTo>
                    <a:pt x="279463" y="25400"/>
                  </a:lnTo>
                  <a:lnTo>
                    <a:pt x="281449" y="35315"/>
                  </a:lnTo>
                  <a:lnTo>
                    <a:pt x="286877" y="43386"/>
                  </a:lnTo>
                  <a:lnTo>
                    <a:pt x="294947" y="48813"/>
                  </a:lnTo>
                  <a:lnTo>
                    <a:pt x="304863" y="50800"/>
                  </a:lnTo>
                  <a:lnTo>
                    <a:pt x="370522" y="50800"/>
                  </a:lnTo>
                  <a:lnTo>
                    <a:pt x="254063" y="167258"/>
                  </a:lnTo>
                  <a:lnTo>
                    <a:pt x="170370" y="83566"/>
                  </a:lnTo>
                  <a:lnTo>
                    <a:pt x="161968" y="77993"/>
                  </a:lnTo>
                  <a:lnTo>
                    <a:pt x="152400" y="76136"/>
                  </a:lnTo>
                  <a:lnTo>
                    <a:pt x="142831" y="77993"/>
                  </a:lnTo>
                  <a:lnTo>
                    <a:pt x="134429" y="83566"/>
                  </a:lnTo>
                  <a:lnTo>
                    <a:pt x="7429" y="210566"/>
                  </a:lnTo>
                  <a:lnTo>
                    <a:pt x="1857" y="218967"/>
                  </a:lnTo>
                  <a:lnTo>
                    <a:pt x="0" y="228536"/>
                  </a:lnTo>
                  <a:lnTo>
                    <a:pt x="1857" y="238105"/>
                  </a:lnTo>
                  <a:lnTo>
                    <a:pt x="7429" y="246506"/>
                  </a:lnTo>
                  <a:lnTo>
                    <a:pt x="15831" y="252079"/>
                  </a:lnTo>
                  <a:lnTo>
                    <a:pt x="25400" y="253936"/>
                  </a:lnTo>
                  <a:lnTo>
                    <a:pt x="34968" y="252079"/>
                  </a:lnTo>
                  <a:lnTo>
                    <a:pt x="43370" y="246506"/>
                  </a:lnTo>
                  <a:lnTo>
                    <a:pt x="152463" y="137541"/>
                  </a:lnTo>
                  <a:lnTo>
                    <a:pt x="236029" y="221233"/>
                  </a:lnTo>
                  <a:lnTo>
                    <a:pt x="244431" y="226806"/>
                  </a:lnTo>
                  <a:lnTo>
                    <a:pt x="254000" y="228663"/>
                  </a:lnTo>
                  <a:lnTo>
                    <a:pt x="263568" y="226806"/>
                  </a:lnTo>
                  <a:lnTo>
                    <a:pt x="271970" y="221233"/>
                  </a:lnTo>
                  <a:lnTo>
                    <a:pt x="406463" y="86741"/>
                  </a:lnTo>
                  <a:lnTo>
                    <a:pt x="406463" y="152400"/>
                  </a:lnTo>
                  <a:lnTo>
                    <a:pt x="408449" y="162315"/>
                  </a:lnTo>
                  <a:lnTo>
                    <a:pt x="413877" y="170386"/>
                  </a:lnTo>
                  <a:lnTo>
                    <a:pt x="421947" y="175813"/>
                  </a:lnTo>
                  <a:lnTo>
                    <a:pt x="431863" y="177800"/>
                  </a:lnTo>
                  <a:lnTo>
                    <a:pt x="441779" y="175813"/>
                  </a:lnTo>
                  <a:lnTo>
                    <a:pt x="449849" y="170386"/>
                  </a:lnTo>
                  <a:lnTo>
                    <a:pt x="455277" y="162315"/>
                  </a:lnTo>
                  <a:lnTo>
                    <a:pt x="457263" y="152400"/>
                  </a:lnTo>
                  <a:lnTo>
                    <a:pt x="457263" y="25400"/>
                  </a:lnTo>
                  <a:lnTo>
                    <a:pt x="455277" y="15484"/>
                  </a:lnTo>
                  <a:lnTo>
                    <a:pt x="449849" y="7413"/>
                  </a:lnTo>
                  <a:lnTo>
                    <a:pt x="441779" y="1986"/>
                  </a:lnTo>
                  <a:lnTo>
                    <a:pt x="431863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0275189" y="1757959"/>
            <a:ext cx="464248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Significant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improvement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WASH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knowledge</a:t>
            </a:r>
            <a:r>
              <a:rPr dirty="0" sz="1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dirty="0" sz="1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all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measured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dimensions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9398000" y="3048000"/>
            <a:ext cx="6096000" cy="1270000"/>
            <a:chOff x="9398000" y="3048000"/>
            <a:chExt cx="6096000" cy="1270000"/>
          </a:xfrm>
        </p:grpSpPr>
        <p:sp>
          <p:nvSpPr>
            <p:cNvPr id="44" name="object 44" descr=""/>
            <p:cNvSpPr/>
            <p:nvPr/>
          </p:nvSpPr>
          <p:spPr>
            <a:xfrm>
              <a:off x="9398000" y="3048000"/>
              <a:ext cx="6096000" cy="1270000"/>
            </a:xfrm>
            <a:custGeom>
              <a:avLst/>
              <a:gdLst/>
              <a:ahLst/>
              <a:cxnLst/>
              <a:rect l="l" t="t" r="r" b="b"/>
              <a:pathLst>
                <a:path w="6096000" h="1270000">
                  <a:moveTo>
                    <a:pt x="59944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168400"/>
                  </a:lnTo>
                  <a:lnTo>
                    <a:pt x="7981" y="1207956"/>
                  </a:lnTo>
                  <a:lnTo>
                    <a:pt x="29749" y="1240250"/>
                  </a:lnTo>
                  <a:lnTo>
                    <a:pt x="62043" y="1262018"/>
                  </a:lnTo>
                  <a:lnTo>
                    <a:pt x="101600" y="1270000"/>
                  </a:lnTo>
                  <a:lnTo>
                    <a:pt x="5994400" y="1270000"/>
                  </a:lnTo>
                  <a:lnTo>
                    <a:pt x="6033956" y="1262018"/>
                  </a:lnTo>
                  <a:lnTo>
                    <a:pt x="6066250" y="1240250"/>
                  </a:lnTo>
                  <a:lnTo>
                    <a:pt x="6088018" y="1207956"/>
                  </a:lnTo>
                  <a:lnTo>
                    <a:pt x="6096000" y="1168400"/>
                  </a:lnTo>
                  <a:lnTo>
                    <a:pt x="6096000" y="101600"/>
                  </a:lnTo>
                  <a:lnTo>
                    <a:pt x="6088018" y="62043"/>
                  </a:lnTo>
                  <a:lnTo>
                    <a:pt x="6066250" y="29749"/>
                  </a:lnTo>
                  <a:lnTo>
                    <a:pt x="6033956" y="7981"/>
                  </a:lnTo>
                  <a:lnTo>
                    <a:pt x="599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9664700" y="3441700"/>
              <a:ext cx="508000" cy="368300"/>
            </a:xfrm>
            <a:custGeom>
              <a:avLst/>
              <a:gdLst/>
              <a:ahLst/>
              <a:cxnLst/>
              <a:rect l="l" t="t" r="r" b="b"/>
              <a:pathLst>
                <a:path w="508000" h="368300">
                  <a:moveTo>
                    <a:pt x="254000" y="0"/>
                  </a:moveTo>
                  <a:lnTo>
                    <a:pt x="221867" y="6486"/>
                  </a:lnTo>
                  <a:lnTo>
                    <a:pt x="195627" y="24177"/>
                  </a:lnTo>
                  <a:lnTo>
                    <a:pt x="177936" y="50417"/>
                  </a:lnTo>
                  <a:lnTo>
                    <a:pt x="171450" y="82550"/>
                  </a:lnTo>
                  <a:lnTo>
                    <a:pt x="177936" y="114682"/>
                  </a:lnTo>
                  <a:lnTo>
                    <a:pt x="195627" y="140922"/>
                  </a:lnTo>
                  <a:lnTo>
                    <a:pt x="221867" y="158613"/>
                  </a:lnTo>
                  <a:lnTo>
                    <a:pt x="254000" y="165100"/>
                  </a:lnTo>
                  <a:lnTo>
                    <a:pt x="286132" y="158613"/>
                  </a:lnTo>
                  <a:lnTo>
                    <a:pt x="312372" y="140922"/>
                  </a:lnTo>
                  <a:lnTo>
                    <a:pt x="330063" y="114682"/>
                  </a:lnTo>
                  <a:lnTo>
                    <a:pt x="336550" y="82550"/>
                  </a:lnTo>
                  <a:lnTo>
                    <a:pt x="330063" y="50417"/>
                  </a:lnTo>
                  <a:lnTo>
                    <a:pt x="312372" y="24177"/>
                  </a:lnTo>
                  <a:lnTo>
                    <a:pt x="286132" y="6486"/>
                  </a:lnTo>
                  <a:lnTo>
                    <a:pt x="254000" y="0"/>
                  </a:lnTo>
                  <a:close/>
                </a:path>
                <a:path w="508000" h="368300">
                  <a:moveTo>
                    <a:pt x="76200" y="57150"/>
                  </a:moveTo>
                  <a:lnTo>
                    <a:pt x="53982" y="61650"/>
                  </a:lnTo>
                  <a:lnTo>
                    <a:pt x="35814" y="73913"/>
                  </a:lnTo>
                  <a:lnTo>
                    <a:pt x="23550" y="92082"/>
                  </a:lnTo>
                  <a:lnTo>
                    <a:pt x="19050" y="114300"/>
                  </a:lnTo>
                  <a:lnTo>
                    <a:pt x="23550" y="136517"/>
                  </a:lnTo>
                  <a:lnTo>
                    <a:pt x="35814" y="154686"/>
                  </a:lnTo>
                  <a:lnTo>
                    <a:pt x="53982" y="166949"/>
                  </a:lnTo>
                  <a:lnTo>
                    <a:pt x="76200" y="171450"/>
                  </a:lnTo>
                  <a:lnTo>
                    <a:pt x="98417" y="166949"/>
                  </a:lnTo>
                  <a:lnTo>
                    <a:pt x="116585" y="154686"/>
                  </a:lnTo>
                  <a:lnTo>
                    <a:pt x="128849" y="136517"/>
                  </a:lnTo>
                  <a:lnTo>
                    <a:pt x="133350" y="114300"/>
                  </a:lnTo>
                  <a:lnTo>
                    <a:pt x="128849" y="92082"/>
                  </a:lnTo>
                  <a:lnTo>
                    <a:pt x="116585" y="73913"/>
                  </a:lnTo>
                  <a:lnTo>
                    <a:pt x="98417" y="61650"/>
                  </a:lnTo>
                  <a:lnTo>
                    <a:pt x="76200" y="57150"/>
                  </a:lnTo>
                  <a:close/>
                </a:path>
                <a:path w="508000" h="368300">
                  <a:moveTo>
                    <a:pt x="101600" y="215900"/>
                  </a:moveTo>
                  <a:lnTo>
                    <a:pt x="62043" y="223881"/>
                  </a:lnTo>
                  <a:lnTo>
                    <a:pt x="29749" y="245649"/>
                  </a:lnTo>
                  <a:lnTo>
                    <a:pt x="7981" y="277943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986" y="352815"/>
                  </a:lnTo>
                  <a:lnTo>
                    <a:pt x="7413" y="360886"/>
                  </a:lnTo>
                  <a:lnTo>
                    <a:pt x="15484" y="366313"/>
                  </a:lnTo>
                  <a:lnTo>
                    <a:pt x="25400" y="368300"/>
                  </a:lnTo>
                  <a:lnTo>
                    <a:pt x="94233" y="368300"/>
                  </a:lnTo>
                  <a:lnTo>
                    <a:pt x="91953" y="362331"/>
                  </a:lnTo>
                  <a:lnTo>
                    <a:pt x="90281" y="356076"/>
                  </a:lnTo>
                  <a:lnTo>
                    <a:pt x="89251" y="349583"/>
                  </a:lnTo>
                  <a:lnTo>
                    <a:pt x="88900" y="342900"/>
                  </a:lnTo>
                  <a:lnTo>
                    <a:pt x="88900" y="330200"/>
                  </a:lnTo>
                  <a:lnTo>
                    <a:pt x="91784" y="299335"/>
                  </a:lnTo>
                  <a:lnTo>
                    <a:pt x="100094" y="270351"/>
                  </a:lnTo>
                  <a:lnTo>
                    <a:pt x="113322" y="243796"/>
                  </a:lnTo>
                  <a:lnTo>
                    <a:pt x="130936" y="220217"/>
                  </a:lnTo>
                  <a:lnTo>
                    <a:pt x="123817" y="218364"/>
                  </a:lnTo>
                  <a:lnTo>
                    <a:pt x="116554" y="217011"/>
                  </a:lnTo>
                  <a:lnTo>
                    <a:pt x="109148" y="216181"/>
                  </a:lnTo>
                  <a:lnTo>
                    <a:pt x="101600" y="215900"/>
                  </a:lnTo>
                  <a:close/>
                </a:path>
                <a:path w="508000" h="368300">
                  <a:moveTo>
                    <a:pt x="254000" y="203200"/>
                  </a:moveTo>
                  <a:lnTo>
                    <a:pt x="204527" y="213185"/>
                  </a:lnTo>
                  <a:lnTo>
                    <a:pt x="164163" y="240411"/>
                  </a:lnTo>
                  <a:lnTo>
                    <a:pt x="136967" y="280781"/>
                  </a:lnTo>
                  <a:lnTo>
                    <a:pt x="127000" y="330200"/>
                  </a:lnTo>
                  <a:lnTo>
                    <a:pt x="127000" y="342900"/>
                  </a:lnTo>
                  <a:lnTo>
                    <a:pt x="128986" y="352815"/>
                  </a:lnTo>
                  <a:lnTo>
                    <a:pt x="134413" y="360886"/>
                  </a:lnTo>
                  <a:lnTo>
                    <a:pt x="142484" y="366313"/>
                  </a:lnTo>
                  <a:lnTo>
                    <a:pt x="152400" y="368300"/>
                  </a:lnTo>
                  <a:lnTo>
                    <a:pt x="355600" y="368300"/>
                  </a:lnTo>
                  <a:lnTo>
                    <a:pt x="365515" y="366313"/>
                  </a:lnTo>
                  <a:lnTo>
                    <a:pt x="373586" y="360886"/>
                  </a:lnTo>
                  <a:lnTo>
                    <a:pt x="379013" y="352815"/>
                  </a:lnTo>
                  <a:lnTo>
                    <a:pt x="381000" y="342900"/>
                  </a:lnTo>
                  <a:lnTo>
                    <a:pt x="381000" y="330200"/>
                  </a:lnTo>
                  <a:lnTo>
                    <a:pt x="371014" y="280781"/>
                  </a:lnTo>
                  <a:lnTo>
                    <a:pt x="343789" y="240411"/>
                  </a:lnTo>
                  <a:lnTo>
                    <a:pt x="303418" y="213185"/>
                  </a:lnTo>
                  <a:lnTo>
                    <a:pt x="254000" y="203200"/>
                  </a:lnTo>
                  <a:close/>
                </a:path>
                <a:path w="508000" h="368300">
                  <a:moveTo>
                    <a:pt x="406400" y="215900"/>
                  </a:moveTo>
                  <a:lnTo>
                    <a:pt x="398833" y="216181"/>
                  </a:lnTo>
                  <a:lnTo>
                    <a:pt x="391398" y="217011"/>
                  </a:lnTo>
                  <a:lnTo>
                    <a:pt x="384129" y="218364"/>
                  </a:lnTo>
                  <a:lnTo>
                    <a:pt x="377063" y="220217"/>
                  </a:lnTo>
                  <a:lnTo>
                    <a:pt x="394668" y="243796"/>
                  </a:lnTo>
                  <a:lnTo>
                    <a:pt x="407892" y="270351"/>
                  </a:lnTo>
                  <a:lnTo>
                    <a:pt x="416210" y="299335"/>
                  </a:lnTo>
                  <a:lnTo>
                    <a:pt x="419100" y="330200"/>
                  </a:lnTo>
                  <a:lnTo>
                    <a:pt x="419100" y="342900"/>
                  </a:lnTo>
                  <a:lnTo>
                    <a:pt x="418748" y="349583"/>
                  </a:lnTo>
                  <a:lnTo>
                    <a:pt x="417718" y="356076"/>
                  </a:lnTo>
                  <a:lnTo>
                    <a:pt x="416046" y="362331"/>
                  </a:lnTo>
                  <a:lnTo>
                    <a:pt x="413766" y="368300"/>
                  </a:lnTo>
                  <a:lnTo>
                    <a:pt x="482600" y="368300"/>
                  </a:lnTo>
                  <a:lnTo>
                    <a:pt x="492515" y="366313"/>
                  </a:lnTo>
                  <a:lnTo>
                    <a:pt x="500586" y="360886"/>
                  </a:lnTo>
                  <a:lnTo>
                    <a:pt x="506013" y="352815"/>
                  </a:lnTo>
                  <a:lnTo>
                    <a:pt x="508000" y="342900"/>
                  </a:lnTo>
                  <a:lnTo>
                    <a:pt x="508000" y="317500"/>
                  </a:lnTo>
                  <a:lnTo>
                    <a:pt x="500018" y="277943"/>
                  </a:lnTo>
                  <a:lnTo>
                    <a:pt x="478250" y="245649"/>
                  </a:lnTo>
                  <a:lnTo>
                    <a:pt x="445956" y="223881"/>
                  </a:lnTo>
                  <a:lnTo>
                    <a:pt x="406400" y="215900"/>
                  </a:lnTo>
                  <a:close/>
                </a:path>
                <a:path w="508000" h="368300">
                  <a:moveTo>
                    <a:pt x="431800" y="57150"/>
                  </a:moveTo>
                  <a:lnTo>
                    <a:pt x="409582" y="61650"/>
                  </a:lnTo>
                  <a:lnTo>
                    <a:pt x="391414" y="73913"/>
                  </a:lnTo>
                  <a:lnTo>
                    <a:pt x="379150" y="92082"/>
                  </a:lnTo>
                  <a:lnTo>
                    <a:pt x="374650" y="114300"/>
                  </a:lnTo>
                  <a:lnTo>
                    <a:pt x="379150" y="136517"/>
                  </a:lnTo>
                  <a:lnTo>
                    <a:pt x="391414" y="154686"/>
                  </a:lnTo>
                  <a:lnTo>
                    <a:pt x="409582" y="166949"/>
                  </a:lnTo>
                  <a:lnTo>
                    <a:pt x="431800" y="171450"/>
                  </a:lnTo>
                  <a:lnTo>
                    <a:pt x="454017" y="166949"/>
                  </a:lnTo>
                  <a:lnTo>
                    <a:pt x="472185" y="154686"/>
                  </a:lnTo>
                  <a:lnTo>
                    <a:pt x="484449" y="136517"/>
                  </a:lnTo>
                  <a:lnTo>
                    <a:pt x="488950" y="114300"/>
                  </a:lnTo>
                  <a:lnTo>
                    <a:pt x="484449" y="92082"/>
                  </a:lnTo>
                  <a:lnTo>
                    <a:pt x="472185" y="73913"/>
                  </a:lnTo>
                  <a:lnTo>
                    <a:pt x="454017" y="61650"/>
                  </a:lnTo>
                  <a:lnTo>
                    <a:pt x="431800" y="5715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0275189" y="3275434"/>
            <a:ext cx="4570095" cy="75819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Increased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awareness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about</a:t>
            </a:r>
            <a:r>
              <a:rPr dirty="0" sz="16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link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between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sanitation,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clean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water,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health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9398000" y="4572000"/>
            <a:ext cx="6096000" cy="1270000"/>
            <a:chOff x="9398000" y="4572000"/>
            <a:chExt cx="6096000" cy="1270000"/>
          </a:xfrm>
        </p:grpSpPr>
        <p:sp>
          <p:nvSpPr>
            <p:cNvPr id="48" name="object 48" descr=""/>
            <p:cNvSpPr/>
            <p:nvPr/>
          </p:nvSpPr>
          <p:spPr>
            <a:xfrm>
              <a:off x="9398000" y="4572000"/>
              <a:ext cx="6096000" cy="1270000"/>
            </a:xfrm>
            <a:custGeom>
              <a:avLst/>
              <a:gdLst/>
              <a:ahLst/>
              <a:cxnLst/>
              <a:rect l="l" t="t" r="r" b="b"/>
              <a:pathLst>
                <a:path w="6096000" h="1270000">
                  <a:moveTo>
                    <a:pt x="59944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168400"/>
                  </a:lnTo>
                  <a:lnTo>
                    <a:pt x="7981" y="1207956"/>
                  </a:lnTo>
                  <a:lnTo>
                    <a:pt x="29749" y="1240250"/>
                  </a:lnTo>
                  <a:lnTo>
                    <a:pt x="62043" y="1262018"/>
                  </a:lnTo>
                  <a:lnTo>
                    <a:pt x="101600" y="1270000"/>
                  </a:lnTo>
                  <a:lnTo>
                    <a:pt x="5994400" y="1270000"/>
                  </a:lnTo>
                  <a:lnTo>
                    <a:pt x="6033956" y="1262018"/>
                  </a:lnTo>
                  <a:lnTo>
                    <a:pt x="6066250" y="1240250"/>
                  </a:lnTo>
                  <a:lnTo>
                    <a:pt x="6088018" y="1207956"/>
                  </a:lnTo>
                  <a:lnTo>
                    <a:pt x="6096000" y="1168400"/>
                  </a:lnTo>
                  <a:lnTo>
                    <a:pt x="6096000" y="101600"/>
                  </a:lnTo>
                  <a:lnTo>
                    <a:pt x="6088018" y="62043"/>
                  </a:lnTo>
                  <a:lnTo>
                    <a:pt x="6066250" y="29749"/>
                  </a:lnTo>
                  <a:lnTo>
                    <a:pt x="6033956" y="7981"/>
                  </a:lnTo>
                  <a:lnTo>
                    <a:pt x="599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792065" y="4953000"/>
              <a:ext cx="253365" cy="406400"/>
            </a:xfrm>
            <a:custGeom>
              <a:avLst/>
              <a:gdLst/>
              <a:ahLst/>
              <a:cxnLst/>
              <a:rect l="l" t="t" r="r" b="b"/>
              <a:pathLst>
                <a:path w="253365" h="406400">
                  <a:moveTo>
                    <a:pt x="126634" y="0"/>
                  </a:moveTo>
                  <a:lnTo>
                    <a:pt x="106855" y="3990"/>
                  </a:lnTo>
                  <a:lnTo>
                    <a:pt x="90709" y="14874"/>
                  </a:lnTo>
                  <a:lnTo>
                    <a:pt x="79824" y="31021"/>
                  </a:lnTo>
                  <a:lnTo>
                    <a:pt x="75834" y="50800"/>
                  </a:lnTo>
                  <a:lnTo>
                    <a:pt x="79824" y="70578"/>
                  </a:lnTo>
                  <a:lnTo>
                    <a:pt x="90709" y="86725"/>
                  </a:lnTo>
                  <a:lnTo>
                    <a:pt x="106855" y="97609"/>
                  </a:lnTo>
                  <a:lnTo>
                    <a:pt x="126634" y="101600"/>
                  </a:lnTo>
                  <a:lnTo>
                    <a:pt x="146412" y="97609"/>
                  </a:lnTo>
                  <a:lnTo>
                    <a:pt x="162559" y="86725"/>
                  </a:lnTo>
                  <a:lnTo>
                    <a:pt x="173443" y="70578"/>
                  </a:lnTo>
                  <a:lnTo>
                    <a:pt x="177434" y="50800"/>
                  </a:lnTo>
                  <a:lnTo>
                    <a:pt x="173443" y="31021"/>
                  </a:lnTo>
                  <a:lnTo>
                    <a:pt x="162559" y="14874"/>
                  </a:lnTo>
                  <a:lnTo>
                    <a:pt x="146412" y="3990"/>
                  </a:lnTo>
                  <a:lnTo>
                    <a:pt x="126634" y="0"/>
                  </a:lnTo>
                  <a:close/>
                </a:path>
                <a:path w="253365" h="406400">
                  <a:moveTo>
                    <a:pt x="190134" y="228473"/>
                  </a:moveTo>
                  <a:lnTo>
                    <a:pt x="63134" y="228473"/>
                  </a:lnTo>
                  <a:lnTo>
                    <a:pt x="63134" y="381000"/>
                  </a:lnTo>
                  <a:lnTo>
                    <a:pt x="65120" y="390915"/>
                  </a:lnTo>
                  <a:lnTo>
                    <a:pt x="70547" y="398986"/>
                  </a:lnTo>
                  <a:lnTo>
                    <a:pt x="78618" y="404413"/>
                  </a:lnTo>
                  <a:lnTo>
                    <a:pt x="88534" y="406400"/>
                  </a:lnTo>
                  <a:lnTo>
                    <a:pt x="98450" y="404413"/>
                  </a:lnTo>
                  <a:lnTo>
                    <a:pt x="106520" y="398986"/>
                  </a:lnTo>
                  <a:lnTo>
                    <a:pt x="111947" y="390915"/>
                  </a:lnTo>
                  <a:lnTo>
                    <a:pt x="113934" y="381000"/>
                  </a:lnTo>
                  <a:lnTo>
                    <a:pt x="113934" y="304800"/>
                  </a:lnTo>
                  <a:lnTo>
                    <a:pt x="190134" y="304800"/>
                  </a:lnTo>
                  <a:lnTo>
                    <a:pt x="190134" y="228473"/>
                  </a:lnTo>
                  <a:close/>
                </a:path>
                <a:path w="253365" h="406400">
                  <a:moveTo>
                    <a:pt x="190134" y="304800"/>
                  </a:moveTo>
                  <a:lnTo>
                    <a:pt x="139334" y="304800"/>
                  </a:lnTo>
                  <a:lnTo>
                    <a:pt x="139334" y="381000"/>
                  </a:lnTo>
                  <a:lnTo>
                    <a:pt x="141320" y="390915"/>
                  </a:lnTo>
                  <a:lnTo>
                    <a:pt x="146747" y="398986"/>
                  </a:lnTo>
                  <a:lnTo>
                    <a:pt x="154818" y="404413"/>
                  </a:lnTo>
                  <a:lnTo>
                    <a:pt x="164734" y="406400"/>
                  </a:lnTo>
                  <a:lnTo>
                    <a:pt x="174650" y="404413"/>
                  </a:lnTo>
                  <a:lnTo>
                    <a:pt x="182720" y="398986"/>
                  </a:lnTo>
                  <a:lnTo>
                    <a:pt x="188147" y="390915"/>
                  </a:lnTo>
                  <a:lnTo>
                    <a:pt x="190134" y="381000"/>
                  </a:lnTo>
                  <a:lnTo>
                    <a:pt x="190134" y="304800"/>
                  </a:lnTo>
                  <a:close/>
                </a:path>
                <a:path w="253365" h="406400">
                  <a:moveTo>
                    <a:pt x="126634" y="127000"/>
                  </a:moveTo>
                  <a:lnTo>
                    <a:pt x="74389" y="140462"/>
                  </a:lnTo>
                  <a:lnTo>
                    <a:pt x="35194" y="177546"/>
                  </a:lnTo>
                  <a:lnTo>
                    <a:pt x="3571" y="227837"/>
                  </a:lnTo>
                  <a:lnTo>
                    <a:pt x="0" y="237241"/>
                  </a:lnTo>
                  <a:lnTo>
                    <a:pt x="353" y="246967"/>
                  </a:lnTo>
                  <a:lnTo>
                    <a:pt x="3877" y="254888"/>
                  </a:lnTo>
                  <a:lnTo>
                    <a:pt x="4341" y="255859"/>
                  </a:lnTo>
                  <a:lnTo>
                    <a:pt x="11572" y="262763"/>
                  </a:lnTo>
                  <a:lnTo>
                    <a:pt x="21123" y="266354"/>
                  </a:lnTo>
                  <a:lnTo>
                    <a:pt x="19160" y="266354"/>
                  </a:lnTo>
                  <a:lnTo>
                    <a:pt x="28626" y="266064"/>
                  </a:lnTo>
                  <a:lnTo>
                    <a:pt x="30557" y="266064"/>
                  </a:lnTo>
                  <a:lnTo>
                    <a:pt x="39431" y="262155"/>
                  </a:lnTo>
                  <a:lnTo>
                    <a:pt x="46377" y="254888"/>
                  </a:lnTo>
                  <a:lnTo>
                    <a:pt x="51430" y="246967"/>
                  </a:lnTo>
                  <a:lnTo>
                    <a:pt x="63134" y="228473"/>
                  </a:lnTo>
                  <a:lnTo>
                    <a:pt x="249939" y="228473"/>
                  </a:lnTo>
                  <a:lnTo>
                    <a:pt x="218074" y="177546"/>
                  </a:lnTo>
                  <a:lnTo>
                    <a:pt x="178831" y="140462"/>
                  </a:lnTo>
                  <a:lnTo>
                    <a:pt x="153780" y="130468"/>
                  </a:lnTo>
                  <a:lnTo>
                    <a:pt x="126634" y="127000"/>
                  </a:lnTo>
                  <a:close/>
                </a:path>
                <a:path w="253365" h="406400">
                  <a:moveTo>
                    <a:pt x="249939" y="228473"/>
                  </a:moveTo>
                  <a:lnTo>
                    <a:pt x="190134" y="228473"/>
                  </a:lnTo>
                  <a:lnTo>
                    <a:pt x="206771" y="254888"/>
                  </a:lnTo>
                  <a:lnTo>
                    <a:pt x="213748" y="262155"/>
                  </a:lnTo>
                  <a:lnTo>
                    <a:pt x="222678" y="266064"/>
                  </a:lnTo>
                  <a:lnTo>
                    <a:pt x="232417" y="266354"/>
                  </a:lnTo>
                  <a:lnTo>
                    <a:pt x="241823" y="262763"/>
                  </a:lnTo>
                  <a:lnTo>
                    <a:pt x="249090" y="255859"/>
                  </a:lnTo>
                  <a:lnTo>
                    <a:pt x="252999" y="246967"/>
                  </a:lnTo>
                  <a:lnTo>
                    <a:pt x="253288" y="237241"/>
                  </a:lnTo>
                  <a:lnTo>
                    <a:pt x="249939" y="228473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0275189" y="4799989"/>
            <a:ext cx="4248150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Children</a:t>
            </a:r>
            <a:r>
              <a:rPr dirty="0" sz="16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demonstrated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enthusiasm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6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adopting</a:t>
            </a:r>
            <a:r>
              <a:rPr dirty="0" sz="16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and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promoting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practices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at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home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762000" y="6223000"/>
            <a:ext cx="4699000" cy="2032000"/>
            <a:chOff x="762000" y="6223000"/>
            <a:chExt cx="4699000" cy="2032000"/>
          </a:xfrm>
        </p:grpSpPr>
        <p:sp>
          <p:nvSpPr>
            <p:cNvPr id="52" name="object 52" descr=""/>
            <p:cNvSpPr/>
            <p:nvPr/>
          </p:nvSpPr>
          <p:spPr>
            <a:xfrm>
              <a:off x="762000" y="6223000"/>
              <a:ext cx="4699000" cy="2032000"/>
            </a:xfrm>
            <a:custGeom>
              <a:avLst/>
              <a:gdLst/>
              <a:ahLst/>
              <a:cxnLst/>
              <a:rect l="l" t="t" r="r" b="b"/>
              <a:pathLst>
                <a:path w="4699000" h="2032000">
                  <a:moveTo>
                    <a:pt x="4536440" y="0"/>
                  </a:moveTo>
                  <a:lnTo>
                    <a:pt x="162559" y="0"/>
                  </a:lnTo>
                  <a:lnTo>
                    <a:pt x="119346" y="5806"/>
                  </a:lnTo>
                  <a:lnTo>
                    <a:pt x="80514" y="22192"/>
                  </a:lnTo>
                  <a:lnTo>
                    <a:pt x="47613" y="47609"/>
                  </a:lnTo>
                  <a:lnTo>
                    <a:pt x="22194" y="80508"/>
                  </a:lnTo>
                  <a:lnTo>
                    <a:pt x="5807" y="119341"/>
                  </a:lnTo>
                  <a:lnTo>
                    <a:pt x="0" y="162560"/>
                  </a:lnTo>
                  <a:lnTo>
                    <a:pt x="0" y="1869439"/>
                  </a:lnTo>
                  <a:lnTo>
                    <a:pt x="5807" y="1912653"/>
                  </a:lnTo>
                  <a:lnTo>
                    <a:pt x="22194" y="1951485"/>
                  </a:lnTo>
                  <a:lnTo>
                    <a:pt x="47613" y="1984386"/>
                  </a:lnTo>
                  <a:lnTo>
                    <a:pt x="80514" y="2009805"/>
                  </a:lnTo>
                  <a:lnTo>
                    <a:pt x="119346" y="2026192"/>
                  </a:lnTo>
                  <a:lnTo>
                    <a:pt x="162559" y="2032000"/>
                  </a:lnTo>
                  <a:lnTo>
                    <a:pt x="4536440" y="2032000"/>
                  </a:lnTo>
                  <a:lnTo>
                    <a:pt x="4579658" y="2026192"/>
                  </a:lnTo>
                  <a:lnTo>
                    <a:pt x="4618491" y="2009805"/>
                  </a:lnTo>
                  <a:lnTo>
                    <a:pt x="4651390" y="1984386"/>
                  </a:lnTo>
                  <a:lnTo>
                    <a:pt x="4676807" y="1951485"/>
                  </a:lnTo>
                  <a:lnTo>
                    <a:pt x="4693193" y="1912653"/>
                  </a:lnTo>
                  <a:lnTo>
                    <a:pt x="4699000" y="1869439"/>
                  </a:lnTo>
                  <a:lnTo>
                    <a:pt x="4699000" y="162560"/>
                  </a:lnTo>
                  <a:lnTo>
                    <a:pt x="4693193" y="119341"/>
                  </a:lnTo>
                  <a:lnTo>
                    <a:pt x="4676807" y="80508"/>
                  </a:lnTo>
                  <a:lnTo>
                    <a:pt x="4651390" y="47609"/>
                  </a:lnTo>
                  <a:lnTo>
                    <a:pt x="4618491" y="22192"/>
                  </a:lnTo>
                  <a:lnTo>
                    <a:pt x="4579658" y="5806"/>
                  </a:lnTo>
                  <a:lnTo>
                    <a:pt x="4536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19136" y="6465824"/>
              <a:ext cx="405765" cy="367030"/>
            </a:xfrm>
            <a:custGeom>
              <a:avLst/>
              <a:gdLst/>
              <a:ahLst/>
              <a:cxnLst/>
              <a:rect l="l" t="t" r="r" b="b"/>
              <a:pathLst>
                <a:path w="405765" h="367029">
                  <a:moveTo>
                    <a:pt x="167284" y="136651"/>
                  </a:moveTo>
                  <a:lnTo>
                    <a:pt x="13030" y="290830"/>
                  </a:lnTo>
                  <a:lnTo>
                    <a:pt x="3257" y="305546"/>
                  </a:lnTo>
                  <a:lnTo>
                    <a:pt x="0" y="322262"/>
                  </a:lnTo>
                  <a:lnTo>
                    <a:pt x="3257" y="338978"/>
                  </a:lnTo>
                  <a:lnTo>
                    <a:pt x="13030" y="353694"/>
                  </a:lnTo>
                  <a:lnTo>
                    <a:pt x="27733" y="363481"/>
                  </a:lnTo>
                  <a:lnTo>
                    <a:pt x="44456" y="366744"/>
                  </a:lnTo>
                  <a:lnTo>
                    <a:pt x="61179" y="363481"/>
                  </a:lnTo>
                  <a:lnTo>
                    <a:pt x="75882" y="353694"/>
                  </a:lnTo>
                  <a:lnTo>
                    <a:pt x="230136" y="199517"/>
                  </a:lnTo>
                  <a:lnTo>
                    <a:pt x="167284" y="136651"/>
                  </a:lnTo>
                  <a:close/>
                </a:path>
                <a:path w="405765" h="367029">
                  <a:moveTo>
                    <a:pt x="215684" y="0"/>
                  </a:moveTo>
                  <a:lnTo>
                    <a:pt x="177657" y="7875"/>
                  </a:lnTo>
                  <a:lnTo>
                    <a:pt x="149076" y="24002"/>
                  </a:lnTo>
                  <a:lnTo>
                    <a:pt x="149288" y="24002"/>
                  </a:lnTo>
                  <a:lnTo>
                    <a:pt x="142074" y="28320"/>
                  </a:lnTo>
                  <a:lnTo>
                    <a:pt x="142074" y="38734"/>
                  </a:lnTo>
                  <a:lnTo>
                    <a:pt x="149288" y="42925"/>
                  </a:lnTo>
                  <a:lnTo>
                    <a:pt x="178181" y="60325"/>
                  </a:lnTo>
                  <a:lnTo>
                    <a:pt x="184848" y="64262"/>
                  </a:lnTo>
                  <a:lnTo>
                    <a:pt x="188950" y="71627"/>
                  </a:lnTo>
                  <a:lnTo>
                    <a:pt x="188950" y="88137"/>
                  </a:lnTo>
                  <a:lnTo>
                    <a:pt x="190024" y="99040"/>
                  </a:lnTo>
                  <a:lnTo>
                    <a:pt x="239306" y="161670"/>
                  </a:lnTo>
                  <a:lnTo>
                    <a:pt x="278676" y="177800"/>
                  </a:lnTo>
                  <a:lnTo>
                    <a:pt x="300139" y="177800"/>
                  </a:lnTo>
                  <a:lnTo>
                    <a:pt x="313728" y="191643"/>
                  </a:lnTo>
                  <a:lnTo>
                    <a:pt x="307638" y="200864"/>
                  </a:lnTo>
                  <a:lnTo>
                    <a:pt x="305584" y="211312"/>
                  </a:lnTo>
                  <a:lnTo>
                    <a:pt x="307602" y="221736"/>
                  </a:lnTo>
                  <a:lnTo>
                    <a:pt x="313728" y="230886"/>
                  </a:lnTo>
                  <a:lnTo>
                    <a:pt x="322951" y="237029"/>
                  </a:lnTo>
                  <a:lnTo>
                    <a:pt x="333413" y="239077"/>
                  </a:lnTo>
                  <a:lnTo>
                    <a:pt x="343874" y="237029"/>
                  </a:lnTo>
                  <a:lnTo>
                    <a:pt x="353098" y="230886"/>
                  </a:lnTo>
                  <a:lnTo>
                    <a:pt x="397548" y="186436"/>
                  </a:lnTo>
                  <a:lnTo>
                    <a:pt x="403638" y="177214"/>
                  </a:lnTo>
                  <a:lnTo>
                    <a:pt x="405691" y="166766"/>
                  </a:lnTo>
                  <a:lnTo>
                    <a:pt x="403673" y="156342"/>
                  </a:lnTo>
                  <a:lnTo>
                    <a:pt x="397548" y="147193"/>
                  </a:lnTo>
                  <a:lnTo>
                    <a:pt x="358178" y="147193"/>
                  </a:lnTo>
                  <a:lnTo>
                    <a:pt x="344462" y="133476"/>
                  </a:lnTo>
                  <a:lnTo>
                    <a:pt x="344462" y="112013"/>
                  </a:lnTo>
                  <a:lnTo>
                    <a:pt x="343406" y="101131"/>
                  </a:lnTo>
                  <a:lnTo>
                    <a:pt x="283883" y="28320"/>
                  </a:lnTo>
                  <a:lnTo>
                    <a:pt x="234589" y="1871"/>
                  </a:lnTo>
                  <a:lnTo>
                    <a:pt x="215684" y="0"/>
                  </a:lnTo>
                  <a:close/>
                </a:path>
                <a:path w="405765" h="367029">
                  <a:moveTo>
                    <a:pt x="377863" y="139001"/>
                  </a:moveTo>
                  <a:lnTo>
                    <a:pt x="367401" y="141049"/>
                  </a:lnTo>
                  <a:lnTo>
                    <a:pt x="358178" y="147193"/>
                  </a:lnTo>
                  <a:lnTo>
                    <a:pt x="397548" y="147193"/>
                  </a:lnTo>
                  <a:lnTo>
                    <a:pt x="388324" y="141049"/>
                  </a:lnTo>
                  <a:lnTo>
                    <a:pt x="377863" y="139001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028801" y="6901053"/>
            <a:ext cx="358457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members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expressed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willingness</a:t>
            </a:r>
            <a:r>
              <a:rPr dirty="0" sz="15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to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participate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building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facilities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5778500" y="6223000"/>
            <a:ext cx="4699000" cy="2032000"/>
            <a:chOff x="5778500" y="6223000"/>
            <a:chExt cx="4699000" cy="2032000"/>
          </a:xfrm>
        </p:grpSpPr>
        <p:sp>
          <p:nvSpPr>
            <p:cNvPr id="56" name="object 56" descr=""/>
            <p:cNvSpPr/>
            <p:nvPr/>
          </p:nvSpPr>
          <p:spPr>
            <a:xfrm>
              <a:off x="5778500" y="6223000"/>
              <a:ext cx="4699000" cy="2032000"/>
            </a:xfrm>
            <a:custGeom>
              <a:avLst/>
              <a:gdLst/>
              <a:ahLst/>
              <a:cxnLst/>
              <a:rect l="l" t="t" r="r" b="b"/>
              <a:pathLst>
                <a:path w="4699000" h="2032000">
                  <a:moveTo>
                    <a:pt x="4536440" y="0"/>
                  </a:moveTo>
                  <a:lnTo>
                    <a:pt x="162560" y="0"/>
                  </a:lnTo>
                  <a:lnTo>
                    <a:pt x="119341" y="5806"/>
                  </a:lnTo>
                  <a:lnTo>
                    <a:pt x="80508" y="22192"/>
                  </a:lnTo>
                  <a:lnTo>
                    <a:pt x="47609" y="47609"/>
                  </a:lnTo>
                  <a:lnTo>
                    <a:pt x="22192" y="80508"/>
                  </a:lnTo>
                  <a:lnTo>
                    <a:pt x="5806" y="119341"/>
                  </a:lnTo>
                  <a:lnTo>
                    <a:pt x="0" y="162560"/>
                  </a:lnTo>
                  <a:lnTo>
                    <a:pt x="0" y="1869439"/>
                  </a:lnTo>
                  <a:lnTo>
                    <a:pt x="5806" y="1912653"/>
                  </a:lnTo>
                  <a:lnTo>
                    <a:pt x="22192" y="1951485"/>
                  </a:lnTo>
                  <a:lnTo>
                    <a:pt x="47609" y="1984386"/>
                  </a:lnTo>
                  <a:lnTo>
                    <a:pt x="80508" y="2009805"/>
                  </a:lnTo>
                  <a:lnTo>
                    <a:pt x="119341" y="2026192"/>
                  </a:lnTo>
                  <a:lnTo>
                    <a:pt x="162560" y="2032000"/>
                  </a:lnTo>
                  <a:lnTo>
                    <a:pt x="4536440" y="2032000"/>
                  </a:lnTo>
                  <a:lnTo>
                    <a:pt x="4579658" y="2026192"/>
                  </a:lnTo>
                  <a:lnTo>
                    <a:pt x="4618491" y="2009805"/>
                  </a:lnTo>
                  <a:lnTo>
                    <a:pt x="4651390" y="1984386"/>
                  </a:lnTo>
                  <a:lnTo>
                    <a:pt x="4676807" y="1951485"/>
                  </a:lnTo>
                  <a:lnTo>
                    <a:pt x="4693193" y="1912653"/>
                  </a:lnTo>
                  <a:lnTo>
                    <a:pt x="4699000" y="1869439"/>
                  </a:lnTo>
                  <a:lnTo>
                    <a:pt x="4699000" y="162560"/>
                  </a:lnTo>
                  <a:lnTo>
                    <a:pt x="4693193" y="119341"/>
                  </a:lnTo>
                  <a:lnTo>
                    <a:pt x="4676807" y="80508"/>
                  </a:lnTo>
                  <a:lnTo>
                    <a:pt x="4651390" y="47609"/>
                  </a:lnTo>
                  <a:lnTo>
                    <a:pt x="4618491" y="22192"/>
                  </a:lnTo>
                  <a:lnTo>
                    <a:pt x="4579658" y="5806"/>
                  </a:lnTo>
                  <a:lnTo>
                    <a:pt x="4536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035675" y="6499225"/>
              <a:ext cx="400050" cy="311785"/>
            </a:xfrm>
            <a:custGeom>
              <a:avLst/>
              <a:gdLst/>
              <a:ahLst/>
              <a:cxnLst/>
              <a:rect l="l" t="t" r="r" b="b"/>
              <a:pathLst>
                <a:path w="400050" h="311784">
                  <a:moveTo>
                    <a:pt x="0" y="0"/>
                  </a:moveTo>
                  <a:lnTo>
                    <a:pt x="0" y="200025"/>
                  </a:lnTo>
                  <a:lnTo>
                    <a:pt x="108585" y="290575"/>
                  </a:lnTo>
                  <a:lnTo>
                    <a:pt x="121314" y="299416"/>
                  </a:lnTo>
                  <a:lnTo>
                    <a:pt x="135270" y="305863"/>
                  </a:lnTo>
                  <a:lnTo>
                    <a:pt x="150108" y="309810"/>
                  </a:lnTo>
                  <a:lnTo>
                    <a:pt x="166938" y="311276"/>
                  </a:lnTo>
                  <a:lnTo>
                    <a:pt x="176529" y="311276"/>
                  </a:lnTo>
                  <a:lnTo>
                    <a:pt x="171600" y="306347"/>
                  </a:lnTo>
                  <a:lnTo>
                    <a:pt x="167862" y="300757"/>
                  </a:lnTo>
                  <a:lnTo>
                    <a:pt x="166624" y="294465"/>
                  </a:lnTo>
                  <a:lnTo>
                    <a:pt x="167862" y="288196"/>
                  </a:lnTo>
                  <a:lnTo>
                    <a:pt x="171576" y="282701"/>
                  </a:lnTo>
                  <a:lnTo>
                    <a:pt x="177069" y="279058"/>
                  </a:lnTo>
                  <a:lnTo>
                    <a:pt x="183324" y="277844"/>
                  </a:lnTo>
                  <a:lnTo>
                    <a:pt x="245524" y="277844"/>
                  </a:lnTo>
                  <a:lnTo>
                    <a:pt x="244443" y="272240"/>
                  </a:lnTo>
                  <a:lnTo>
                    <a:pt x="245657" y="265971"/>
                  </a:lnTo>
                  <a:lnTo>
                    <a:pt x="249300" y="260476"/>
                  </a:lnTo>
                  <a:lnTo>
                    <a:pt x="254867" y="256833"/>
                  </a:lnTo>
                  <a:lnTo>
                    <a:pt x="261159" y="255619"/>
                  </a:lnTo>
                  <a:lnTo>
                    <a:pt x="315170" y="255619"/>
                  </a:lnTo>
                  <a:lnTo>
                    <a:pt x="315213" y="255397"/>
                  </a:lnTo>
                  <a:lnTo>
                    <a:pt x="312547" y="247650"/>
                  </a:lnTo>
                  <a:lnTo>
                    <a:pt x="253161" y="188658"/>
                  </a:lnTo>
                  <a:lnTo>
                    <a:pt x="144462" y="188658"/>
                  </a:lnTo>
                  <a:lnTo>
                    <a:pt x="111505" y="182229"/>
                  </a:lnTo>
                  <a:lnTo>
                    <a:pt x="82550" y="162941"/>
                  </a:lnTo>
                  <a:lnTo>
                    <a:pt x="73435" y="149421"/>
                  </a:lnTo>
                  <a:lnTo>
                    <a:pt x="70119" y="134032"/>
                  </a:lnTo>
                  <a:lnTo>
                    <a:pt x="72638" y="118524"/>
                  </a:lnTo>
                  <a:lnTo>
                    <a:pt x="81025" y="104648"/>
                  </a:lnTo>
                  <a:lnTo>
                    <a:pt x="135194" y="44450"/>
                  </a:lnTo>
                  <a:lnTo>
                    <a:pt x="77850" y="44450"/>
                  </a:lnTo>
                  <a:lnTo>
                    <a:pt x="0" y="0"/>
                  </a:lnTo>
                  <a:close/>
                </a:path>
                <a:path w="400050" h="311784">
                  <a:moveTo>
                    <a:pt x="245524" y="277844"/>
                  </a:moveTo>
                  <a:lnTo>
                    <a:pt x="183324" y="277844"/>
                  </a:lnTo>
                  <a:lnTo>
                    <a:pt x="189579" y="279058"/>
                  </a:lnTo>
                  <a:lnTo>
                    <a:pt x="195072" y="282701"/>
                  </a:lnTo>
                  <a:lnTo>
                    <a:pt x="223520" y="311276"/>
                  </a:lnTo>
                  <a:lnTo>
                    <a:pt x="229870" y="311276"/>
                  </a:lnTo>
                  <a:lnTo>
                    <a:pt x="239714" y="310713"/>
                  </a:lnTo>
                  <a:lnTo>
                    <a:pt x="249380" y="309054"/>
                  </a:lnTo>
                  <a:lnTo>
                    <a:pt x="258784" y="306347"/>
                  </a:lnTo>
                  <a:lnTo>
                    <a:pt x="267842" y="302641"/>
                  </a:lnTo>
                  <a:lnTo>
                    <a:pt x="249300" y="284099"/>
                  </a:lnTo>
                  <a:lnTo>
                    <a:pt x="245657" y="278532"/>
                  </a:lnTo>
                  <a:lnTo>
                    <a:pt x="245524" y="277844"/>
                  </a:lnTo>
                  <a:close/>
                </a:path>
                <a:path w="400050" h="311784">
                  <a:moveTo>
                    <a:pt x="315170" y="255619"/>
                  </a:moveTo>
                  <a:lnTo>
                    <a:pt x="261159" y="255619"/>
                  </a:lnTo>
                  <a:lnTo>
                    <a:pt x="267428" y="256833"/>
                  </a:lnTo>
                  <a:lnTo>
                    <a:pt x="272923" y="260476"/>
                  </a:lnTo>
                  <a:lnTo>
                    <a:pt x="295148" y="282701"/>
                  </a:lnTo>
                  <a:lnTo>
                    <a:pt x="313436" y="264413"/>
                  </a:lnTo>
                  <a:lnTo>
                    <a:pt x="315170" y="255619"/>
                  </a:lnTo>
                  <a:close/>
                </a:path>
                <a:path w="400050" h="311784">
                  <a:moveTo>
                    <a:pt x="400050" y="112141"/>
                  </a:moveTo>
                  <a:lnTo>
                    <a:pt x="220090" y="112141"/>
                  </a:lnTo>
                  <a:lnTo>
                    <a:pt x="224916" y="113664"/>
                  </a:lnTo>
                  <a:lnTo>
                    <a:pt x="228473" y="117348"/>
                  </a:lnTo>
                  <a:lnTo>
                    <a:pt x="351154" y="238887"/>
                  </a:lnTo>
                  <a:lnTo>
                    <a:pt x="400050" y="200025"/>
                  </a:lnTo>
                  <a:lnTo>
                    <a:pt x="400050" y="112141"/>
                  </a:lnTo>
                  <a:close/>
                </a:path>
                <a:path w="400050" h="311784">
                  <a:moveTo>
                    <a:pt x="216788" y="152526"/>
                  </a:moveTo>
                  <a:lnTo>
                    <a:pt x="206375" y="162941"/>
                  </a:lnTo>
                  <a:lnTo>
                    <a:pt x="177419" y="182229"/>
                  </a:lnTo>
                  <a:lnTo>
                    <a:pt x="144462" y="188658"/>
                  </a:lnTo>
                  <a:lnTo>
                    <a:pt x="253161" y="188658"/>
                  </a:lnTo>
                  <a:lnTo>
                    <a:pt x="216788" y="152526"/>
                  </a:lnTo>
                  <a:close/>
                </a:path>
                <a:path w="400050" h="311784">
                  <a:moveTo>
                    <a:pt x="270442" y="22351"/>
                  </a:moveTo>
                  <a:lnTo>
                    <a:pt x="217424" y="22351"/>
                  </a:lnTo>
                  <a:lnTo>
                    <a:pt x="208819" y="23616"/>
                  </a:lnTo>
                  <a:lnTo>
                    <a:pt x="200691" y="26558"/>
                  </a:lnTo>
                  <a:lnTo>
                    <a:pt x="193278" y="31049"/>
                  </a:lnTo>
                  <a:lnTo>
                    <a:pt x="186816" y="36956"/>
                  </a:lnTo>
                  <a:lnTo>
                    <a:pt x="102615" y="130556"/>
                  </a:lnTo>
                  <a:lnTo>
                    <a:pt x="102742" y="136017"/>
                  </a:lnTo>
                  <a:lnTo>
                    <a:pt x="106172" y="139445"/>
                  </a:lnTo>
                  <a:lnTo>
                    <a:pt x="124069" y="151304"/>
                  </a:lnTo>
                  <a:lnTo>
                    <a:pt x="144478" y="155257"/>
                  </a:lnTo>
                  <a:lnTo>
                    <a:pt x="164911" y="151304"/>
                  </a:lnTo>
                  <a:lnTo>
                    <a:pt x="182879" y="139445"/>
                  </a:lnTo>
                  <a:lnTo>
                    <a:pt x="207899" y="114426"/>
                  </a:lnTo>
                  <a:lnTo>
                    <a:pt x="211582" y="112775"/>
                  </a:lnTo>
                  <a:lnTo>
                    <a:pt x="220090" y="112141"/>
                  </a:lnTo>
                  <a:lnTo>
                    <a:pt x="400050" y="112141"/>
                  </a:lnTo>
                  <a:lnTo>
                    <a:pt x="400050" y="44450"/>
                  </a:lnTo>
                  <a:lnTo>
                    <a:pt x="322325" y="44450"/>
                  </a:lnTo>
                  <a:lnTo>
                    <a:pt x="305721" y="33422"/>
                  </a:lnTo>
                  <a:lnTo>
                    <a:pt x="297164" y="28600"/>
                  </a:lnTo>
                  <a:lnTo>
                    <a:pt x="288067" y="25098"/>
                  </a:lnTo>
                  <a:lnTo>
                    <a:pt x="278542" y="22953"/>
                  </a:lnTo>
                  <a:lnTo>
                    <a:pt x="270442" y="22351"/>
                  </a:lnTo>
                  <a:close/>
                </a:path>
                <a:path w="400050" h="311784">
                  <a:moveTo>
                    <a:pt x="155079" y="22351"/>
                  </a:moveTo>
                  <a:lnTo>
                    <a:pt x="126347" y="22351"/>
                  </a:lnTo>
                  <a:lnTo>
                    <a:pt x="113529" y="23616"/>
                  </a:lnTo>
                  <a:lnTo>
                    <a:pt x="114235" y="23616"/>
                  </a:lnTo>
                  <a:lnTo>
                    <a:pt x="102123" y="27289"/>
                  </a:lnTo>
                  <a:lnTo>
                    <a:pt x="90648" y="33422"/>
                  </a:lnTo>
                  <a:lnTo>
                    <a:pt x="80517" y="41782"/>
                  </a:lnTo>
                  <a:lnTo>
                    <a:pt x="77850" y="44450"/>
                  </a:lnTo>
                  <a:lnTo>
                    <a:pt x="135194" y="44450"/>
                  </a:lnTo>
                  <a:lnTo>
                    <a:pt x="155079" y="22351"/>
                  </a:lnTo>
                  <a:close/>
                </a:path>
                <a:path w="400050" h="311784">
                  <a:moveTo>
                    <a:pt x="400050" y="0"/>
                  </a:moveTo>
                  <a:lnTo>
                    <a:pt x="322325" y="44450"/>
                  </a:lnTo>
                  <a:lnTo>
                    <a:pt x="400050" y="444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6045834" y="6901053"/>
            <a:ext cx="368236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Enhanced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collaboration</a:t>
            </a:r>
            <a:r>
              <a:rPr dirty="0" sz="15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between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schools,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health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workers,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leaders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0795000" y="6223000"/>
            <a:ext cx="4699000" cy="2032000"/>
            <a:chOff x="10795000" y="6223000"/>
            <a:chExt cx="4699000" cy="2032000"/>
          </a:xfrm>
        </p:grpSpPr>
        <p:sp>
          <p:nvSpPr>
            <p:cNvPr id="60" name="object 60" descr=""/>
            <p:cNvSpPr/>
            <p:nvPr/>
          </p:nvSpPr>
          <p:spPr>
            <a:xfrm>
              <a:off x="10795000" y="6223000"/>
              <a:ext cx="4699000" cy="2032000"/>
            </a:xfrm>
            <a:custGeom>
              <a:avLst/>
              <a:gdLst/>
              <a:ahLst/>
              <a:cxnLst/>
              <a:rect l="l" t="t" r="r" b="b"/>
              <a:pathLst>
                <a:path w="4699000" h="2032000">
                  <a:moveTo>
                    <a:pt x="4536440" y="0"/>
                  </a:moveTo>
                  <a:lnTo>
                    <a:pt x="162559" y="0"/>
                  </a:lnTo>
                  <a:lnTo>
                    <a:pt x="119341" y="5806"/>
                  </a:lnTo>
                  <a:lnTo>
                    <a:pt x="80508" y="22192"/>
                  </a:lnTo>
                  <a:lnTo>
                    <a:pt x="47609" y="47609"/>
                  </a:lnTo>
                  <a:lnTo>
                    <a:pt x="22192" y="80508"/>
                  </a:lnTo>
                  <a:lnTo>
                    <a:pt x="5806" y="119341"/>
                  </a:lnTo>
                  <a:lnTo>
                    <a:pt x="0" y="162560"/>
                  </a:lnTo>
                  <a:lnTo>
                    <a:pt x="0" y="1869439"/>
                  </a:lnTo>
                  <a:lnTo>
                    <a:pt x="5806" y="1912653"/>
                  </a:lnTo>
                  <a:lnTo>
                    <a:pt x="22192" y="1951485"/>
                  </a:lnTo>
                  <a:lnTo>
                    <a:pt x="47609" y="1984386"/>
                  </a:lnTo>
                  <a:lnTo>
                    <a:pt x="80508" y="2009805"/>
                  </a:lnTo>
                  <a:lnTo>
                    <a:pt x="119341" y="2026192"/>
                  </a:lnTo>
                  <a:lnTo>
                    <a:pt x="162559" y="2032000"/>
                  </a:lnTo>
                  <a:lnTo>
                    <a:pt x="4536440" y="2032000"/>
                  </a:lnTo>
                  <a:lnTo>
                    <a:pt x="4579658" y="2026192"/>
                  </a:lnTo>
                  <a:lnTo>
                    <a:pt x="4618491" y="2009805"/>
                  </a:lnTo>
                  <a:lnTo>
                    <a:pt x="4651390" y="1984386"/>
                  </a:lnTo>
                  <a:lnTo>
                    <a:pt x="4676807" y="1951485"/>
                  </a:lnTo>
                  <a:lnTo>
                    <a:pt x="4693193" y="1912653"/>
                  </a:lnTo>
                  <a:lnTo>
                    <a:pt x="4699000" y="1869439"/>
                  </a:lnTo>
                  <a:lnTo>
                    <a:pt x="4699000" y="162560"/>
                  </a:lnTo>
                  <a:lnTo>
                    <a:pt x="4693193" y="119341"/>
                  </a:lnTo>
                  <a:lnTo>
                    <a:pt x="4676807" y="80508"/>
                  </a:lnTo>
                  <a:lnTo>
                    <a:pt x="4651390" y="47609"/>
                  </a:lnTo>
                  <a:lnTo>
                    <a:pt x="4618491" y="22192"/>
                  </a:lnTo>
                  <a:lnTo>
                    <a:pt x="4579658" y="5806"/>
                  </a:lnTo>
                  <a:lnTo>
                    <a:pt x="4536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1074400" y="647700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44450" y="44450"/>
                  </a:moveTo>
                  <a:lnTo>
                    <a:pt x="22225" y="44450"/>
                  </a:lnTo>
                  <a:lnTo>
                    <a:pt x="13555" y="46190"/>
                  </a:lnTo>
                  <a:lnTo>
                    <a:pt x="6492" y="50942"/>
                  </a:lnTo>
                  <a:lnTo>
                    <a:pt x="1740" y="58005"/>
                  </a:lnTo>
                  <a:lnTo>
                    <a:pt x="0" y="66675"/>
                  </a:lnTo>
                  <a:lnTo>
                    <a:pt x="7938" y="115821"/>
                  </a:lnTo>
                  <a:lnTo>
                    <a:pt x="30037" y="158525"/>
                  </a:lnTo>
                  <a:lnTo>
                    <a:pt x="63724" y="192212"/>
                  </a:lnTo>
                  <a:lnTo>
                    <a:pt x="106428" y="214311"/>
                  </a:lnTo>
                  <a:lnTo>
                    <a:pt x="155575" y="222250"/>
                  </a:lnTo>
                  <a:lnTo>
                    <a:pt x="155575" y="333375"/>
                  </a:lnTo>
                  <a:lnTo>
                    <a:pt x="157315" y="342044"/>
                  </a:lnTo>
                  <a:lnTo>
                    <a:pt x="162067" y="349107"/>
                  </a:lnTo>
                  <a:lnTo>
                    <a:pt x="169130" y="353859"/>
                  </a:lnTo>
                  <a:lnTo>
                    <a:pt x="177800" y="355600"/>
                  </a:lnTo>
                  <a:lnTo>
                    <a:pt x="186469" y="353859"/>
                  </a:lnTo>
                  <a:lnTo>
                    <a:pt x="193532" y="349107"/>
                  </a:lnTo>
                  <a:lnTo>
                    <a:pt x="198284" y="342044"/>
                  </a:lnTo>
                  <a:lnTo>
                    <a:pt x="200025" y="333375"/>
                  </a:lnTo>
                  <a:lnTo>
                    <a:pt x="200025" y="200025"/>
                  </a:lnTo>
                  <a:lnTo>
                    <a:pt x="192086" y="150878"/>
                  </a:lnTo>
                  <a:lnTo>
                    <a:pt x="169987" y="108174"/>
                  </a:lnTo>
                  <a:lnTo>
                    <a:pt x="136300" y="74487"/>
                  </a:lnTo>
                  <a:lnTo>
                    <a:pt x="93596" y="52388"/>
                  </a:lnTo>
                  <a:lnTo>
                    <a:pt x="44450" y="44450"/>
                  </a:lnTo>
                  <a:close/>
                </a:path>
                <a:path w="355600" h="355600">
                  <a:moveTo>
                    <a:pt x="333375" y="0"/>
                  </a:moveTo>
                  <a:lnTo>
                    <a:pt x="311150" y="0"/>
                  </a:lnTo>
                  <a:lnTo>
                    <a:pt x="271903" y="5002"/>
                  </a:lnTo>
                  <a:lnTo>
                    <a:pt x="236347" y="19161"/>
                  </a:lnTo>
                  <a:lnTo>
                    <a:pt x="205743" y="41201"/>
                  </a:lnTo>
                  <a:lnTo>
                    <a:pt x="181355" y="69850"/>
                  </a:lnTo>
                  <a:lnTo>
                    <a:pt x="199697" y="92382"/>
                  </a:lnTo>
                  <a:lnTo>
                    <a:pt x="214455" y="117617"/>
                  </a:lnTo>
                  <a:lnTo>
                    <a:pt x="225236" y="145162"/>
                  </a:lnTo>
                  <a:lnTo>
                    <a:pt x="231648" y="174625"/>
                  </a:lnTo>
                  <a:lnTo>
                    <a:pt x="271702" y="160323"/>
                  </a:lnTo>
                  <a:lnTo>
                    <a:pt x="305838" y="136232"/>
                  </a:lnTo>
                  <a:lnTo>
                    <a:pt x="332341" y="104051"/>
                  </a:lnTo>
                  <a:lnTo>
                    <a:pt x="349499" y="65482"/>
                  </a:lnTo>
                  <a:lnTo>
                    <a:pt x="355600" y="22225"/>
                  </a:lnTo>
                  <a:lnTo>
                    <a:pt x="353859" y="13555"/>
                  </a:lnTo>
                  <a:lnTo>
                    <a:pt x="349107" y="6492"/>
                  </a:lnTo>
                  <a:lnTo>
                    <a:pt x="342044" y="174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11062461" y="6901053"/>
            <a:ext cx="402018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Foundation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established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500" spc="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sustained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community-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led 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WASH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improvement</a:t>
            </a:r>
            <a:r>
              <a:rPr dirty="0" sz="15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initiatives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128000" cy="508000"/>
          </a:xfrm>
          <a:custGeom>
            <a:avLst/>
            <a:gdLst/>
            <a:ahLst/>
            <a:cxnLst/>
            <a:rect l="l" t="t" r="r" b="b"/>
            <a:pathLst>
              <a:path w="8128000" h="508000">
                <a:moveTo>
                  <a:pt x="0" y="508000"/>
                </a:moveTo>
                <a:lnTo>
                  <a:pt x="8128000" y="508000"/>
                </a:lnTo>
                <a:lnTo>
                  <a:pt x="8128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19200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0" y="508000"/>
                </a:moveTo>
                <a:lnTo>
                  <a:pt x="4064000" y="508000"/>
                </a:lnTo>
                <a:lnTo>
                  <a:pt x="4064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28000" y="0"/>
            <a:ext cx="4064000" cy="508000"/>
          </a:xfrm>
          <a:prstGeom prst="rect">
            <a:avLst/>
          </a:prstGeom>
          <a:solidFill>
            <a:srgbClr val="2C6A4F"/>
          </a:solidFill>
        </p:spPr>
        <p:txBody>
          <a:bodyPr wrap="square" lIns="0" tIns="165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96137" y="153416"/>
            <a:ext cx="185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-2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2000" y="8128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63500" y="0"/>
                </a:moveTo>
                <a:lnTo>
                  <a:pt x="0" y="0"/>
                </a:lnTo>
                <a:lnTo>
                  <a:pt x="0" y="355600"/>
                </a:lnTo>
                <a:lnTo>
                  <a:pt x="63500" y="355600"/>
                </a:lnTo>
                <a:lnTo>
                  <a:pt x="63500" y="0"/>
                </a:lnTo>
                <a:close/>
              </a:path>
            </a:pathLst>
          </a:custGeom>
          <a:solidFill>
            <a:srgbClr val="D3A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03503" y="802004"/>
            <a:ext cx="56654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Knowledge</a:t>
            </a:r>
            <a:r>
              <a:rPr dirty="0" sz="2800" spc="-10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&amp;</a:t>
            </a:r>
            <a:r>
              <a:rPr dirty="0" sz="2800" spc="-12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Understanding</a:t>
            </a:r>
            <a:r>
              <a:rPr dirty="0" sz="2800" spc="-10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Gained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62000" y="1524000"/>
            <a:ext cx="4699000" cy="3302000"/>
          </a:xfrm>
          <a:custGeom>
            <a:avLst/>
            <a:gdLst/>
            <a:ahLst/>
            <a:cxnLst/>
            <a:rect l="l" t="t" r="r" b="b"/>
            <a:pathLst>
              <a:path w="4699000" h="3302000">
                <a:moveTo>
                  <a:pt x="4434840" y="0"/>
                </a:moveTo>
                <a:lnTo>
                  <a:pt x="264159" y="0"/>
                </a:lnTo>
                <a:lnTo>
                  <a:pt x="216675" y="4254"/>
                </a:lnTo>
                <a:lnTo>
                  <a:pt x="171983" y="16522"/>
                </a:lnTo>
                <a:lnTo>
                  <a:pt x="130830" y="36058"/>
                </a:lnTo>
                <a:lnTo>
                  <a:pt x="93962" y="62116"/>
                </a:lnTo>
                <a:lnTo>
                  <a:pt x="62125" y="93952"/>
                </a:lnTo>
                <a:lnTo>
                  <a:pt x="36064" y="130819"/>
                </a:lnTo>
                <a:lnTo>
                  <a:pt x="16525" y="171973"/>
                </a:lnTo>
                <a:lnTo>
                  <a:pt x="4255" y="216668"/>
                </a:lnTo>
                <a:lnTo>
                  <a:pt x="0" y="264159"/>
                </a:lnTo>
                <a:lnTo>
                  <a:pt x="0" y="3037840"/>
                </a:lnTo>
                <a:lnTo>
                  <a:pt x="4255" y="3085331"/>
                </a:lnTo>
                <a:lnTo>
                  <a:pt x="16525" y="3130026"/>
                </a:lnTo>
                <a:lnTo>
                  <a:pt x="36064" y="3171180"/>
                </a:lnTo>
                <a:lnTo>
                  <a:pt x="62125" y="3208047"/>
                </a:lnTo>
                <a:lnTo>
                  <a:pt x="93962" y="3239883"/>
                </a:lnTo>
                <a:lnTo>
                  <a:pt x="130830" y="3265941"/>
                </a:lnTo>
                <a:lnTo>
                  <a:pt x="171983" y="3285477"/>
                </a:lnTo>
                <a:lnTo>
                  <a:pt x="216675" y="3297745"/>
                </a:lnTo>
                <a:lnTo>
                  <a:pt x="264159" y="3302000"/>
                </a:lnTo>
                <a:lnTo>
                  <a:pt x="4434840" y="3302000"/>
                </a:lnTo>
                <a:lnTo>
                  <a:pt x="4482331" y="3297745"/>
                </a:lnTo>
                <a:lnTo>
                  <a:pt x="4527026" y="3285477"/>
                </a:lnTo>
                <a:lnTo>
                  <a:pt x="4568180" y="3265941"/>
                </a:lnTo>
                <a:lnTo>
                  <a:pt x="4605047" y="3239883"/>
                </a:lnTo>
                <a:lnTo>
                  <a:pt x="4636883" y="3208047"/>
                </a:lnTo>
                <a:lnTo>
                  <a:pt x="4662941" y="3171180"/>
                </a:lnTo>
                <a:lnTo>
                  <a:pt x="4682477" y="3130026"/>
                </a:lnTo>
                <a:lnTo>
                  <a:pt x="4694745" y="3085331"/>
                </a:lnTo>
                <a:lnTo>
                  <a:pt x="4699000" y="3037840"/>
                </a:lnTo>
                <a:lnTo>
                  <a:pt x="4699000" y="264159"/>
                </a:lnTo>
                <a:lnTo>
                  <a:pt x="4694745" y="216668"/>
                </a:lnTo>
                <a:lnTo>
                  <a:pt x="4682477" y="171973"/>
                </a:lnTo>
                <a:lnTo>
                  <a:pt x="4662941" y="130819"/>
                </a:lnTo>
                <a:lnTo>
                  <a:pt x="4636883" y="93952"/>
                </a:lnTo>
                <a:lnTo>
                  <a:pt x="4605047" y="62116"/>
                </a:lnTo>
                <a:lnTo>
                  <a:pt x="4568180" y="36058"/>
                </a:lnTo>
                <a:lnTo>
                  <a:pt x="4527026" y="16522"/>
                </a:lnTo>
                <a:lnTo>
                  <a:pt x="4482331" y="4254"/>
                </a:lnTo>
                <a:lnTo>
                  <a:pt x="44348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39800" y="1424629"/>
            <a:ext cx="2083435" cy="106108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2800" spc="-25" b="1">
                <a:solidFill>
                  <a:srgbClr val="D3A273"/>
                </a:solidFill>
                <a:latin typeface="Times New Roman"/>
                <a:cs typeface="Times New Roman"/>
              </a:rPr>
              <a:t>01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045"/>
              </a:spcBef>
            </a:pP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Interactive</a:t>
            </a:r>
            <a:r>
              <a:rPr dirty="0" sz="1700" spc="-3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Approach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28801" y="2531490"/>
            <a:ext cx="3818254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Storytelling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visual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aids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created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lasting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impressions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compared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traditional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lecture-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based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methods.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Participants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retained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information</a:t>
            </a:r>
            <a:r>
              <a:rPr dirty="0" sz="15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better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through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narrative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engagement.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778500" y="1524000"/>
            <a:ext cx="4699000" cy="3302000"/>
          </a:xfrm>
          <a:custGeom>
            <a:avLst/>
            <a:gdLst/>
            <a:ahLst/>
            <a:cxnLst/>
            <a:rect l="l" t="t" r="r" b="b"/>
            <a:pathLst>
              <a:path w="4699000" h="3302000">
                <a:moveTo>
                  <a:pt x="4434840" y="0"/>
                </a:moveTo>
                <a:lnTo>
                  <a:pt x="264160" y="0"/>
                </a:lnTo>
                <a:lnTo>
                  <a:pt x="216668" y="4254"/>
                </a:lnTo>
                <a:lnTo>
                  <a:pt x="171973" y="16522"/>
                </a:lnTo>
                <a:lnTo>
                  <a:pt x="130819" y="36058"/>
                </a:lnTo>
                <a:lnTo>
                  <a:pt x="93952" y="62116"/>
                </a:lnTo>
                <a:lnTo>
                  <a:pt x="62116" y="93952"/>
                </a:lnTo>
                <a:lnTo>
                  <a:pt x="36058" y="130819"/>
                </a:lnTo>
                <a:lnTo>
                  <a:pt x="16522" y="171973"/>
                </a:lnTo>
                <a:lnTo>
                  <a:pt x="4254" y="216668"/>
                </a:lnTo>
                <a:lnTo>
                  <a:pt x="0" y="264159"/>
                </a:lnTo>
                <a:lnTo>
                  <a:pt x="0" y="3037840"/>
                </a:lnTo>
                <a:lnTo>
                  <a:pt x="4254" y="3085331"/>
                </a:lnTo>
                <a:lnTo>
                  <a:pt x="16522" y="3130026"/>
                </a:lnTo>
                <a:lnTo>
                  <a:pt x="36058" y="3171180"/>
                </a:lnTo>
                <a:lnTo>
                  <a:pt x="62116" y="3208047"/>
                </a:lnTo>
                <a:lnTo>
                  <a:pt x="93952" y="3239883"/>
                </a:lnTo>
                <a:lnTo>
                  <a:pt x="130819" y="3265941"/>
                </a:lnTo>
                <a:lnTo>
                  <a:pt x="171973" y="3285477"/>
                </a:lnTo>
                <a:lnTo>
                  <a:pt x="216668" y="3297745"/>
                </a:lnTo>
                <a:lnTo>
                  <a:pt x="264160" y="3302000"/>
                </a:lnTo>
                <a:lnTo>
                  <a:pt x="4434840" y="3302000"/>
                </a:lnTo>
                <a:lnTo>
                  <a:pt x="4482331" y="3297745"/>
                </a:lnTo>
                <a:lnTo>
                  <a:pt x="4527026" y="3285477"/>
                </a:lnTo>
                <a:lnTo>
                  <a:pt x="4568180" y="3265941"/>
                </a:lnTo>
                <a:lnTo>
                  <a:pt x="4605047" y="3239883"/>
                </a:lnTo>
                <a:lnTo>
                  <a:pt x="4636883" y="3208047"/>
                </a:lnTo>
                <a:lnTo>
                  <a:pt x="4662941" y="3171180"/>
                </a:lnTo>
                <a:lnTo>
                  <a:pt x="4682477" y="3130026"/>
                </a:lnTo>
                <a:lnTo>
                  <a:pt x="4694745" y="3085331"/>
                </a:lnTo>
                <a:lnTo>
                  <a:pt x="4699000" y="3037840"/>
                </a:lnTo>
                <a:lnTo>
                  <a:pt x="4699000" y="264159"/>
                </a:lnTo>
                <a:lnTo>
                  <a:pt x="4694745" y="216668"/>
                </a:lnTo>
                <a:lnTo>
                  <a:pt x="4682477" y="171973"/>
                </a:lnTo>
                <a:lnTo>
                  <a:pt x="4662941" y="130819"/>
                </a:lnTo>
                <a:lnTo>
                  <a:pt x="4636883" y="93952"/>
                </a:lnTo>
                <a:lnTo>
                  <a:pt x="4605047" y="62116"/>
                </a:lnTo>
                <a:lnTo>
                  <a:pt x="4568180" y="36058"/>
                </a:lnTo>
                <a:lnTo>
                  <a:pt x="4527026" y="16522"/>
                </a:lnTo>
                <a:lnTo>
                  <a:pt x="4482331" y="4254"/>
                </a:lnTo>
                <a:lnTo>
                  <a:pt x="44348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956808" y="1424629"/>
            <a:ext cx="2256155" cy="106108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2800" spc="-25" b="1">
                <a:solidFill>
                  <a:srgbClr val="D3A273"/>
                </a:solidFill>
                <a:latin typeface="Times New Roman"/>
                <a:cs typeface="Times New Roman"/>
              </a:rPr>
              <a:t>02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045"/>
              </a:spcBef>
            </a:pPr>
            <a:r>
              <a:rPr dirty="0" sz="1700" b="1">
                <a:solidFill>
                  <a:srgbClr val="2C6A4F"/>
                </a:solidFill>
                <a:latin typeface="Times New Roman"/>
                <a:cs typeface="Times New Roman"/>
              </a:rPr>
              <a:t>Participatory</a:t>
            </a:r>
            <a:r>
              <a:rPr dirty="0" sz="1700" spc="-5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Learning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045834" y="2531490"/>
            <a:ext cx="4148454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Hands-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on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activities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significantly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increased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engagement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practical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skill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development.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Learning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by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doing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proved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more</a:t>
            </a:r>
            <a:r>
              <a:rPr dirty="0" sz="15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effective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than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passive instruction.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0795000" y="1524000"/>
            <a:ext cx="4699000" cy="3302000"/>
          </a:xfrm>
          <a:custGeom>
            <a:avLst/>
            <a:gdLst/>
            <a:ahLst/>
            <a:cxnLst/>
            <a:rect l="l" t="t" r="r" b="b"/>
            <a:pathLst>
              <a:path w="4699000" h="3302000">
                <a:moveTo>
                  <a:pt x="4434840" y="0"/>
                </a:moveTo>
                <a:lnTo>
                  <a:pt x="264159" y="0"/>
                </a:lnTo>
                <a:lnTo>
                  <a:pt x="216668" y="4254"/>
                </a:lnTo>
                <a:lnTo>
                  <a:pt x="171973" y="16522"/>
                </a:lnTo>
                <a:lnTo>
                  <a:pt x="130819" y="36058"/>
                </a:lnTo>
                <a:lnTo>
                  <a:pt x="93952" y="62116"/>
                </a:lnTo>
                <a:lnTo>
                  <a:pt x="62116" y="93952"/>
                </a:lnTo>
                <a:lnTo>
                  <a:pt x="36058" y="130819"/>
                </a:lnTo>
                <a:lnTo>
                  <a:pt x="16522" y="171973"/>
                </a:lnTo>
                <a:lnTo>
                  <a:pt x="4254" y="216668"/>
                </a:lnTo>
                <a:lnTo>
                  <a:pt x="0" y="264159"/>
                </a:lnTo>
                <a:lnTo>
                  <a:pt x="0" y="3037840"/>
                </a:lnTo>
                <a:lnTo>
                  <a:pt x="4254" y="3085331"/>
                </a:lnTo>
                <a:lnTo>
                  <a:pt x="16522" y="3130026"/>
                </a:lnTo>
                <a:lnTo>
                  <a:pt x="36058" y="3171180"/>
                </a:lnTo>
                <a:lnTo>
                  <a:pt x="62116" y="3208047"/>
                </a:lnTo>
                <a:lnTo>
                  <a:pt x="93952" y="3239883"/>
                </a:lnTo>
                <a:lnTo>
                  <a:pt x="130819" y="3265941"/>
                </a:lnTo>
                <a:lnTo>
                  <a:pt x="171973" y="3285477"/>
                </a:lnTo>
                <a:lnTo>
                  <a:pt x="216668" y="3297745"/>
                </a:lnTo>
                <a:lnTo>
                  <a:pt x="264159" y="3302000"/>
                </a:lnTo>
                <a:lnTo>
                  <a:pt x="4434840" y="3302000"/>
                </a:lnTo>
                <a:lnTo>
                  <a:pt x="4482331" y="3297745"/>
                </a:lnTo>
                <a:lnTo>
                  <a:pt x="4527026" y="3285477"/>
                </a:lnTo>
                <a:lnTo>
                  <a:pt x="4568180" y="3265941"/>
                </a:lnTo>
                <a:lnTo>
                  <a:pt x="4605047" y="3239883"/>
                </a:lnTo>
                <a:lnTo>
                  <a:pt x="4636883" y="3208047"/>
                </a:lnTo>
                <a:lnTo>
                  <a:pt x="4662941" y="3171180"/>
                </a:lnTo>
                <a:lnTo>
                  <a:pt x="4682477" y="3130026"/>
                </a:lnTo>
                <a:lnTo>
                  <a:pt x="4694745" y="3085331"/>
                </a:lnTo>
                <a:lnTo>
                  <a:pt x="4699000" y="3037840"/>
                </a:lnTo>
                <a:lnTo>
                  <a:pt x="4699000" y="264159"/>
                </a:lnTo>
                <a:lnTo>
                  <a:pt x="4694745" y="216668"/>
                </a:lnTo>
                <a:lnTo>
                  <a:pt x="4682477" y="171973"/>
                </a:lnTo>
                <a:lnTo>
                  <a:pt x="4662941" y="130819"/>
                </a:lnTo>
                <a:lnTo>
                  <a:pt x="4636883" y="93952"/>
                </a:lnTo>
                <a:lnTo>
                  <a:pt x="4605047" y="62116"/>
                </a:lnTo>
                <a:lnTo>
                  <a:pt x="4568180" y="36058"/>
                </a:lnTo>
                <a:lnTo>
                  <a:pt x="4527026" y="16522"/>
                </a:lnTo>
                <a:lnTo>
                  <a:pt x="4482331" y="4254"/>
                </a:lnTo>
                <a:lnTo>
                  <a:pt x="44348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0973816" y="1424629"/>
            <a:ext cx="1531620" cy="106108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2800" spc="-25" b="1">
                <a:solidFill>
                  <a:srgbClr val="D3A273"/>
                </a:solidFill>
                <a:latin typeface="Times New Roman"/>
                <a:cs typeface="Times New Roman"/>
              </a:rPr>
              <a:t>03</a:t>
            </a:r>
            <a:endParaRPr sz="2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1045"/>
              </a:spcBef>
            </a:pPr>
            <a:r>
              <a:rPr dirty="0" sz="1700" b="1">
                <a:solidFill>
                  <a:srgbClr val="2C6A4F"/>
                </a:solidFill>
                <a:latin typeface="Times New Roman"/>
                <a:cs typeface="Times New Roman"/>
              </a:rPr>
              <a:t>Peer</a:t>
            </a:r>
            <a:r>
              <a:rPr dirty="0" sz="1700" spc="-5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Education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062461" y="2531490"/>
            <a:ext cx="3970020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Children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who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learned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became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advocates,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spreading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awareness</a:t>
            </a:r>
            <a:r>
              <a:rPr dirty="0" sz="15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within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families.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Peer-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to-peer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teaching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created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multiplier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effect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extending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reach.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62000" y="5143500"/>
            <a:ext cx="4699000" cy="3302000"/>
          </a:xfrm>
          <a:custGeom>
            <a:avLst/>
            <a:gdLst/>
            <a:ahLst/>
            <a:cxnLst/>
            <a:rect l="l" t="t" r="r" b="b"/>
            <a:pathLst>
              <a:path w="4699000" h="3302000">
                <a:moveTo>
                  <a:pt x="4434840" y="0"/>
                </a:moveTo>
                <a:lnTo>
                  <a:pt x="264159" y="0"/>
                </a:lnTo>
                <a:lnTo>
                  <a:pt x="216675" y="4254"/>
                </a:lnTo>
                <a:lnTo>
                  <a:pt x="171983" y="16522"/>
                </a:lnTo>
                <a:lnTo>
                  <a:pt x="130830" y="36058"/>
                </a:lnTo>
                <a:lnTo>
                  <a:pt x="93962" y="62116"/>
                </a:lnTo>
                <a:lnTo>
                  <a:pt x="62125" y="93952"/>
                </a:lnTo>
                <a:lnTo>
                  <a:pt x="36064" y="130819"/>
                </a:lnTo>
                <a:lnTo>
                  <a:pt x="16525" y="171973"/>
                </a:lnTo>
                <a:lnTo>
                  <a:pt x="4255" y="216668"/>
                </a:lnTo>
                <a:lnTo>
                  <a:pt x="0" y="264160"/>
                </a:lnTo>
                <a:lnTo>
                  <a:pt x="0" y="3037840"/>
                </a:lnTo>
                <a:lnTo>
                  <a:pt x="4255" y="3085321"/>
                </a:lnTo>
                <a:lnTo>
                  <a:pt x="16525" y="3130011"/>
                </a:lnTo>
                <a:lnTo>
                  <a:pt x="36064" y="3171163"/>
                </a:lnTo>
                <a:lnTo>
                  <a:pt x="62125" y="3208032"/>
                </a:lnTo>
                <a:lnTo>
                  <a:pt x="93962" y="3239870"/>
                </a:lnTo>
                <a:lnTo>
                  <a:pt x="130830" y="3265932"/>
                </a:lnTo>
                <a:lnTo>
                  <a:pt x="171983" y="3285472"/>
                </a:lnTo>
                <a:lnTo>
                  <a:pt x="216675" y="3297743"/>
                </a:lnTo>
                <a:lnTo>
                  <a:pt x="264159" y="3302000"/>
                </a:lnTo>
                <a:lnTo>
                  <a:pt x="4434840" y="3302000"/>
                </a:lnTo>
                <a:lnTo>
                  <a:pt x="4482331" y="3297743"/>
                </a:lnTo>
                <a:lnTo>
                  <a:pt x="4527026" y="3285472"/>
                </a:lnTo>
                <a:lnTo>
                  <a:pt x="4568180" y="3265932"/>
                </a:lnTo>
                <a:lnTo>
                  <a:pt x="4605047" y="3239870"/>
                </a:lnTo>
                <a:lnTo>
                  <a:pt x="4636883" y="3208032"/>
                </a:lnTo>
                <a:lnTo>
                  <a:pt x="4662941" y="3171163"/>
                </a:lnTo>
                <a:lnTo>
                  <a:pt x="4682477" y="3130011"/>
                </a:lnTo>
                <a:lnTo>
                  <a:pt x="4694745" y="3085321"/>
                </a:lnTo>
                <a:lnTo>
                  <a:pt x="4699000" y="3037840"/>
                </a:lnTo>
                <a:lnTo>
                  <a:pt x="4699000" y="264160"/>
                </a:lnTo>
                <a:lnTo>
                  <a:pt x="4694745" y="216668"/>
                </a:lnTo>
                <a:lnTo>
                  <a:pt x="4682477" y="171973"/>
                </a:lnTo>
                <a:lnTo>
                  <a:pt x="4662941" y="130819"/>
                </a:lnTo>
                <a:lnTo>
                  <a:pt x="4636883" y="93952"/>
                </a:lnTo>
                <a:lnTo>
                  <a:pt x="4605047" y="62116"/>
                </a:lnTo>
                <a:lnTo>
                  <a:pt x="4568180" y="36058"/>
                </a:lnTo>
                <a:lnTo>
                  <a:pt x="4527026" y="16522"/>
                </a:lnTo>
                <a:lnTo>
                  <a:pt x="4482331" y="4254"/>
                </a:lnTo>
                <a:lnTo>
                  <a:pt x="44348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939800" y="5044766"/>
            <a:ext cx="2813685" cy="106108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2800" spc="-25" b="1">
                <a:solidFill>
                  <a:srgbClr val="D3A273"/>
                </a:solidFill>
                <a:latin typeface="Times New Roman"/>
                <a:cs typeface="Times New Roman"/>
              </a:rPr>
              <a:t>04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045"/>
              </a:spcBef>
            </a:pP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Community-Centered</a:t>
            </a:r>
            <a:r>
              <a:rPr dirty="0" sz="1700" spc="3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Design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28801" y="6151626"/>
            <a:ext cx="3992879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Locally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adapted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content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resonated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more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deeply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than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generic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materials.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Cultural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relevance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was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key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to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message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acceptance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behavioral</a:t>
            </a:r>
            <a:r>
              <a:rPr dirty="0" sz="15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intention.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5778500" y="5143500"/>
            <a:ext cx="4699000" cy="3302000"/>
          </a:xfrm>
          <a:custGeom>
            <a:avLst/>
            <a:gdLst/>
            <a:ahLst/>
            <a:cxnLst/>
            <a:rect l="l" t="t" r="r" b="b"/>
            <a:pathLst>
              <a:path w="4699000" h="3302000">
                <a:moveTo>
                  <a:pt x="4434840" y="0"/>
                </a:moveTo>
                <a:lnTo>
                  <a:pt x="264160" y="0"/>
                </a:lnTo>
                <a:lnTo>
                  <a:pt x="216668" y="4254"/>
                </a:lnTo>
                <a:lnTo>
                  <a:pt x="171973" y="16522"/>
                </a:lnTo>
                <a:lnTo>
                  <a:pt x="130819" y="36058"/>
                </a:lnTo>
                <a:lnTo>
                  <a:pt x="93952" y="62116"/>
                </a:lnTo>
                <a:lnTo>
                  <a:pt x="62116" y="93952"/>
                </a:lnTo>
                <a:lnTo>
                  <a:pt x="36058" y="130819"/>
                </a:lnTo>
                <a:lnTo>
                  <a:pt x="16522" y="171973"/>
                </a:lnTo>
                <a:lnTo>
                  <a:pt x="4254" y="216668"/>
                </a:lnTo>
                <a:lnTo>
                  <a:pt x="0" y="264160"/>
                </a:lnTo>
                <a:lnTo>
                  <a:pt x="0" y="3037840"/>
                </a:lnTo>
                <a:lnTo>
                  <a:pt x="4254" y="3085321"/>
                </a:lnTo>
                <a:lnTo>
                  <a:pt x="16522" y="3130011"/>
                </a:lnTo>
                <a:lnTo>
                  <a:pt x="36058" y="3171163"/>
                </a:lnTo>
                <a:lnTo>
                  <a:pt x="62116" y="3208032"/>
                </a:lnTo>
                <a:lnTo>
                  <a:pt x="93952" y="3239870"/>
                </a:lnTo>
                <a:lnTo>
                  <a:pt x="130819" y="3265932"/>
                </a:lnTo>
                <a:lnTo>
                  <a:pt x="171973" y="3285472"/>
                </a:lnTo>
                <a:lnTo>
                  <a:pt x="216668" y="3297743"/>
                </a:lnTo>
                <a:lnTo>
                  <a:pt x="264160" y="3302000"/>
                </a:lnTo>
                <a:lnTo>
                  <a:pt x="4434840" y="3302000"/>
                </a:lnTo>
                <a:lnTo>
                  <a:pt x="4482331" y="3297743"/>
                </a:lnTo>
                <a:lnTo>
                  <a:pt x="4527026" y="3285472"/>
                </a:lnTo>
                <a:lnTo>
                  <a:pt x="4568180" y="3265932"/>
                </a:lnTo>
                <a:lnTo>
                  <a:pt x="4605047" y="3239870"/>
                </a:lnTo>
                <a:lnTo>
                  <a:pt x="4636883" y="3208032"/>
                </a:lnTo>
                <a:lnTo>
                  <a:pt x="4662941" y="3171163"/>
                </a:lnTo>
                <a:lnTo>
                  <a:pt x="4682477" y="3130011"/>
                </a:lnTo>
                <a:lnTo>
                  <a:pt x="4694745" y="3085321"/>
                </a:lnTo>
                <a:lnTo>
                  <a:pt x="4699000" y="3037840"/>
                </a:lnTo>
                <a:lnTo>
                  <a:pt x="4699000" y="264160"/>
                </a:lnTo>
                <a:lnTo>
                  <a:pt x="4694745" y="216668"/>
                </a:lnTo>
                <a:lnTo>
                  <a:pt x="4682477" y="171973"/>
                </a:lnTo>
                <a:lnTo>
                  <a:pt x="4662941" y="130819"/>
                </a:lnTo>
                <a:lnTo>
                  <a:pt x="4636883" y="93952"/>
                </a:lnTo>
                <a:lnTo>
                  <a:pt x="4605047" y="62116"/>
                </a:lnTo>
                <a:lnTo>
                  <a:pt x="4568180" y="36058"/>
                </a:lnTo>
                <a:lnTo>
                  <a:pt x="4527026" y="16522"/>
                </a:lnTo>
                <a:lnTo>
                  <a:pt x="4482331" y="4254"/>
                </a:lnTo>
                <a:lnTo>
                  <a:pt x="44348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5956808" y="5044766"/>
            <a:ext cx="3154045" cy="106108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2800" spc="-25" b="1">
                <a:solidFill>
                  <a:srgbClr val="D3A273"/>
                </a:solidFill>
                <a:latin typeface="Times New Roman"/>
                <a:cs typeface="Times New Roman"/>
              </a:rPr>
              <a:t>05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045"/>
              </a:spcBef>
            </a:pP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Multi-</a:t>
            </a:r>
            <a:r>
              <a:rPr dirty="0" sz="1700" b="1">
                <a:solidFill>
                  <a:srgbClr val="2C6A4F"/>
                </a:solidFill>
                <a:latin typeface="Times New Roman"/>
                <a:cs typeface="Times New Roman"/>
              </a:rPr>
              <a:t>Stakeholder</a:t>
            </a:r>
            <a:r>
              <a:rPr dirty="0" sz="1700" spc="-2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Collaboration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045834" y="6151626"/>
            <a:ext cx="407797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Involving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teachers,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leaders,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 health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workers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amplified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reach and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credibility.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Partnerships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ensured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sustained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support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beyond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outreach period.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0795000" y="5143500"/>
            <a:ext cx="4699000" cy="3302000"/>
          </a:xfrm>
          <a:custGeom>
            <a:avLst/>
            <a:gdLst/>
            <a:ahLst/>
            <a:cxnLst/>
            <a:rect l="l" t="t" r="r" b="b"/>
            <a:pathLst>
              <a:path w="4699000" h="3302000">
                <a:moveTo>
                  <a:pt x="4434840" y="0"/>
                </a:moveTo>
                <a:lnTo>
                  <a:pt x="264159" y="0"/>
                </a:lnTo>
                <a:lnTo>
                  <a:pt x="216668" y="4254"/>
                </a:lnTo>
                <a:lnTo>
                  <a:pt x="171973" y="16522"/>
                </a:lnTo>
                <a:lnTo>
                  <a:pt x="130819" y="36058"/>
                </a:lnTo>
                <a:lnTo>
                  <a:pt x="93952" y="62116"/>
                </a:lnTo>
                <a:lnTo>
                  <a:pt x="62116" y="93952"/>
                </a:lnTo>
                <a:lnTo>
                  <a:pt x="36058" y="130819"/>
                </a:lnTo>
                <a:lnTo>
                  <a:pt x="16522" y="171973"/>
                </a:lnTo>
                <a:lnTo>
                  <a:pt x="4254" y="216668"/>
                </a:lnTo>
                <a:lnTo>
                  <a:pt x="0" y="264160"/>
                </a:lnTo>
                <a:lnTo>
                  <a:pt x="0" y="3037840"/>
                </a:lnTo>
                <a:lnTo>
                  <a:pt x="4254" y="3085321"/>
                </a:lnTo>
                <a:lnTo>
                  <a:pt x="16522" y="3130011"/>
                </a:lnTo>
                <a:lnTo>
                  <a:pt x="36058" y="3171163"/>
                </a:lnTo>
                <a:lnTo>
                  <a:pt x="62116" y="3208032"/>
                </a:lnTo>
                <a:lnTo>
                  <a:pt x="93952" y="3239870"/>
                </a:lnTo>
                <a:lnTo>
                  <a:pt x="130819" y="3265932"/>
                </a:lnTo>
                <a:lnTo>
                  <a:pt x="171973" y="3285472"/>
                </a:lnTo>
                <a:lnTo>
                  <a:pt x="216668" y="3297743"/>
                </a:lnTo>
                <a:lnTo>
                  <a:pt x="264159" y="3302000"/>
                </a:lnTo>
                <a:lnTo>
                  <a:pt x="4434840" y="3302000"/>
                </a:lnTo>
                <a:lnTo>
                  <a:pt x="4482331" y="3297743"/>
                </a:lnTo>
                <a:lnTo>
                  <a:pt x="4527026" y="3285472"/>
                </a:lnTo>
                <a:lnTo>
                  <a:pt x="4568180" y="3265932"/>
                </a:lnTo>
                <a:lnTo>
                  <a:pt x="4605047" y="3239870"/>
                </a:lnTo>
                <a:lnTo>
                  <a:pt x="4636883" y="3208032"/>
                </a:lnTo>
                <a:lnTo>
                  <a:pt x="4662941" y="3171163"/>
                </a:lnTo>
                <a:lnTo>
                  <a:pt x="4682477" y="3130011"/>
                </a:lnTo>
                <a:lnTo>
                  <a:pt x="4694745" y="3085321"/>
                </a:lnTo>
                <a:lnTo>
                  <a:pt x="4699000" y="3037840"/>
                </a:lnTo>
                <a:lnTo>
                  <a:pt x="4699000" y="264160"/>
                </a:lnTo>
                <a:lnTo>
                  <a:pt x="4694745" y="216668"/>
                </a:lnTo>
                <a:lnTo>
                  <a:pt x="4682477" y="171973"/>
                </a:lnTo>
                <a:lnTo>
                  <a:pt x="4662941" y="130819"/>
                </a:lnTo>
                <a:lnTo>
                  <a:pt x="4636883" y="93952"/>
                </a:lnTo>
                <a:lnTo>
                  <a:pt x="4605047" y="62116"/>
                </a:lnTo>
                <a:lnTo>
                  <a:pt x="4568180" y="36058"/>
                </a:lnTo>
                <a:lnTo>
                  <a:pt x="4527026" y="16522"/>
                </a:lnTo>
                <a:lnTo>
                  <a:pt x="4482331" y="4254"/>
                </a:lnTo>
                <a:lnTo>
                  <a:pt x="44348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0973816" y="5044766"/>
            <a:ext cx="2102485" cy="106108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2800" spc="-25" b="1">
                <a:solidFill>
                  <a:srgbClr val="D3A273"/>
                </a:solidFill>
                <a:latin typeface="Times New Roman"/>
                <a:cs typeface="Times New Roman"/>
              </a:rPr>
              <a:t>06</a:t>
            </a:r>
            <a:endParaRPr sz="2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1045"/>
              </a:spcBef>
            </a:pPr>
            <a:r>
              <a:rPr dirty="0" sz="1700" b="1">
                <a:solidFill>
                  <a:srgbClr val="2C6A4F"/>
                </a:solidFill>
                <a:latin typeface="Times New Roman"/>
                <a:cs typeface="Times New Roman"/>
              </a:rPr>
              <a:t>Documentation</a:t>
            </a:r>
            <a:r>
              <a:rPr dirty="0" sz="1700" spc="-8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Value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41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27" name="object 27" descr=""/>
          <p:cNvSpPr txBox="1"/>
          <p:nvPr/>
        </p:nvSpPr>
        <p:spPr>
          <a:xfrm>
            <a:off x="11062461" y="6151626"/>
            <a:ext cx="4100195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Geotagged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records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provided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evidence-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based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insights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future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iterations.</a:t>
            </a:r>
            <a:r>
              <a:rPr dirty="0" sz="15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Documentation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enabled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accountability</a:t>
            </a:r>
            <a:r>
              <a:rPr dirty="0" sz="15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continuous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improvement.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3"/>
            <a:ext cx="16256000" cy="9144000"/>
            <a:chOff x="0" y="-3"/>
            <a:chExt cx="16256000" cy="914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6255999" cy="914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6256000" cy="9144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71067" y="2448941"/>
              <a:ext cx="1407795" cy="1050925"/>
            </a:xfrm>
            <a:custGeom>
              <a:avLst/>
              <a:gdLst/>
              <a:ahLst/>
              <a:cxnLst/>
              <a:rect l="l" t="t" r="r" b="b"/>
              <a:pathLst>
                <a:path w="1407795" h="1050925">
                  <a:moveTo>
                    <a:pt x="325170" y="0"/>
                  </a:moveTo>
                  <a:lnTo>
                    <a:pt x="282572" y="3786"/>
                  </a:lnTo>
                  <a:lnTo>
                    <a:pt x="241082" y="15144"/>
                  </a:lnTo>
                  <a:lnTo>
                    <a:pt x="200714" y="34075"/>
                  </a:lnTo>
                  <a:lnTo>
                    <a:pt x="161480" y="60578"/>
                  </a:lnTo>
                  <a:lnTo>
                    <a:pt x="125247" y="94273"/>
                  </a:lnTo>
                  <a:lnTo>
                    <a:pt x="93946" y="134588"/>
                  </a:lnTo>
                  <a:lnTo>
                    <a:pt x="67577" y="181522"/>
                  </a:lnTo>
                  <a:lnTo>
                    <a:pt x="46139" y="235076"/>
                  </a:lnTo>
                  <a:lnTo>
                    <a:pt x="32041" y="281728"/>
                  </a:lnTo>
                  <a:lnTo>
                    <a:pt x="20506" y="329861"/>
                  </a:lnTo>
                  <a:lnTo>
                    <a:pt x="11534" y="379475"/>
                  </a:lnTo>
                  <a:lnTo>
                    <a:pt x="5126" y="430572"/>
                  </a:lnTo>
                  <a:lnTo>
                    <a:pt x="1281" y="483150"/>
                  </a:lnTo>
                  <a:lnTo>
                    <a:pt x="0" y="537209"/>
                  </a:lnTo>
                  <a:lnTo>
                    <a:pt x="1280" y="585445"/>
                  </a:lnTo>
                  <a:lnTo>
                    <a:pt x="5119" y="633077"/>
                  </a:lnTo>
                  <a:lnTo>
                    <a:pt x="11518" y="680112"/>
                  </a:lnTo>
                  <a:lnTo>
                    <a:pt x="20476" y="726555"/>
                  </a:lnTo>
                  <a:lnTo>
                    <a:pt x="31991" y="772413"/>
                  </a:lnTo>
                  <a:lnTo>
                    <a:pt x="44786" y="812343"/>
                  </a:lnTo>
                  <a:lnTo>
                    <a:pt x="58599" y="848105"/>
                  </a:lnTo>
                  <a:lnTo>
                    <a:pt x="89293" y="907033"/>
                  </a:lnTo>
                  <a:lnTo>
                    <a:pt x="112827" y="939629"/>
                  </a:lnTo>
                  <a:lnTo>
                    <a:pt x="138034" y="968247"/>
                  </a:lnTo>
                  <a:lnTo>
                    <a:pt x="193471" y="1013459"/>
                  </a:lnTo>
                  <a:lnTo>
                    <a:pt x="255797" y="1041352"/>
                  </a:lnTo>
                  <a:lnTo>
                    <a:pt x="325170" y="1050670"/>
                  </a:lnTo>
                  <a:lnTo>
                    <a:pt x="356577" y="1048789"/>
                  </a:lnTo>
                  <a:lnTo>
                    <a:pt x="415771" y="1033740"/>
                  </a:lnTo>
                  <a:lnTo>
                    <a:pt x="469964" y="1004188"/>
                  </a:lnTo>
                  <a:lnTo>
                    <a:pt x="480293" y="996314"/>
                  </a:lnTo>
                  <a:lnTo>
                    <a:pt x="327456" y="996314"/>
                  </a:lnTo>
                  <a:lnTo>
                    <a:pt x="311147" y="995197"/>
                  </a:lnTo>
                  <a:lnTo>
                    <a:pt x="272338" y="978534"/>
                  </a:lnTo>
                  <a:lnTo>
                    <a:pt x="246549" y="932011"/>
                  </a:lnTo>
                  <a:lnTo>
                    <a:pt x="235815" y="879677"/>
                  </a:lnTo>
                  <a:lnTo>
                    <a:pt x="229190" y="799496"/>
                  </a:lnTo>
                  <a:lnTo>
                    <a:pt x="227126" y="747691"/>
                  </a:lnTo>
                  <a:lnTo>
                    <a:pt x="225888" y="688033"/>
                  </a:lnTo>
                  <a:lnTo>
                    <a:pt x="225552" y="633077"/>
                  </a:lnTo>
                  <a:lnTo>
                    <a:pt x="225655" y="523874"/>
                  </a:lnTo>
                  <a:lnTo>
                    <a:pt x="225847" y="483150"/>
                  </a:lnTo>
                  <a:lnTo>
                    <a:pt x="225947" y="461781"/>
                  </a:lnTo>
                  <a:lnTo>
                    <a:pt x="226538" y="394546"/>
                  </a:lnTo>
                  <a:lnTo>
                    <a:pt x="227368" y="335402"/>
                  </a:lnTo>
                  <a:lnTo>
                    <a:pt x="228437" y="284348"/>
                  </a:lnTo>
                  <a:lnTo>
                    <a:pt x="229746" y="241384"/>
                  </a:lnTo>
                  <a:lnTo>
                    <a:pt x="232970" y="181522"/>
                  </a:lnTo>
                  <a:lnTo>
                    <a:pt x="233090" y="179728"/>
                  </a:lnTo>
                  <a:lnTo>
                    <a:pt x="241102" y="130579"/>
                  </a:lnTo>
                  <a:lnTo>
                    <a:pt x="259720" y="84669"/>
                  </a:lnTo>
                  <a:lnTo>
                    <a:pt x="294341" y="55784"/>
                  </a:lnTo>
                  <a:lnTo>
                    <a:pt x="323011" y="51307"/>
                  </a:lnTo>
                  <a:lnTo>
                    <a:pt x="476627" y="51307"/>
                  </a:lnTo>
                  <a:lnTo>
                    <a:pt x="450418" y="33647"/>
                  </a:lnTo>
                  <a:lnTo>
                    <a:pt x="410117" y="14954"/>
                  </a:lnTo>
                  <a:lnTo>
                    <a:pt x="368541" y="3786"/>
                  </a:lnTo>
                  <a:lnTo>
                    <a:pt x="368914" y="3786"/>
                  </a:lnTo>
                  <a:lnTo>
                    <a:pt x="325170" y="0"/>
                  </a:lnTo>
                  <a:close/>
                </a:path>
                <a:path w="1407795" h="1050925">
                  <a:moveTo>
                    <a:pt x="476627" y="51307"/>
                  </a:moveTo>
                  <a:lnTo>
                    <a:pt x="323011" y="51307"/>
                  </a:lnTo>
                  <a:lnTo>
                    <a:pt x="342365" y="52786"/>
                  </a:lnTo>
                  <a:lnTo>
                    <a:pt x="358873" y="57229"/>
                  </a:lnTo>
                  <a:lnTo>
                    <a:pt x="396072" y="97514"/>
                  </a:lnTo>
                  <a:lnTo>
                    <a:pt x="413892" y="167479"/>
                  </a:lnTo>
                  <a:lnTo>
                    <a:pt x="418896" y="215010"/>
                  </a:lnTo>
                  <a:lnTo>
                    <a:pt x="419797" y="235076"/>
                  </a:lnTo>
                  <a:lnTo>
                    <a:pt x="419828" y="235764"/>
                  </a:lnTo>
                  <a:lnTo>
                    <a:pt x="421182" y="314150"/>
                  </a:lnTo>
                  <a:lnTo>
                    <a:pt x="421568" y="366601"/>
                  </a:lnTo>
                  <a:lnTo>
                    <a:pt x="421774" y="418046"/>
                  </a:lnTo>
                  <a:lnTo>
                    <a:pt x="421817" y="537209"/>
                  </a:lnTo>
                  <a:lnTo>
                    <a:pt x="418900" y="843449"/>
                  </a:lnTo>
                  <a:lnTo>
                    <a:pt x="418896" y="843787"/>
                  </a:lnTo>
                  <a:lnTo>
                    <a:pt x="415017" y="884483"/>
                  </a:lnTo>
                  <a:lnTo>
                    <a:pt x="397161" y="948872"/>
                  </a:lnTo>
                  <a:lnTo>
                    <a:pt x="372783" y="982974"/>
                  </a:lnTo>
                  <a:lnTo>
                    <a:pt x="327456" y="996314"/>
                  </a:lnTo>
                  <a:lnTo>
                    <a:pt x="480293" y="996314"/>
                  </a:lnTo>
                  <a:lnTo>
                    <a:pt x="518490" y="963421"/>
                  </a:lnTo>
                  <a:lnTo>
                    <a:pt x="560898" y="911584"/>
                  </a:lnTo>
                  <a:lnTo>
                    <a:pt x="594998" y="845722"/>
                  </a:lnTo>
                  <a:lnTo>
                    <a:pt x="608761" y="807338"/>
                  </a:lnTo>
                  <a:lnTo>
                    <a:pt x="621693" y="763144"/>
                  </a:lnTo>
                  <a:lnTo>
                    <a:pt x="632289" y="717813"/>
                  </a:lnTo>
                  <a:lnTo>
                    <a:pt x="640543" y="671353"/>
                  </a:lnTo>
                  <a:lnTo>
                    <a:pt x="646447" y="623772"/>
                  </a:lnTo>
                  <a:lnTo>
                    <a:pt x="649995" y="575075"/>
                  </a:lnTo>
                  <a:lnTo>
                    <a:pt x="651179" y="525271"/>
                  </a:lnTo>
                  <a:lnTo>
                    <a:pt x="649793" y="470937"/>
                  </a:lnTo>
                  <a:lnTo>
                    <a:pt x="645634" y="418046"/>
                  </a:lnTo>
                  <a:lnTo>
                    <a:pt x="638702" y="366601"/>
                  </a:lnTo>
                  <a:lnTo>
                    <a:pt x="628997" y="316606"/>
                  </a:lnTo>
                  <a:lnTo>
                    <a:pt x="616519" y="268064"/>
                  </a:lnTo>
                  <a:lnTo>
                    <a:pt x="601268" y="220979"/>
                  </a:lnTo>
                  <a:lnTo>
                    <a:pt x="580855" y="172974"/>
                  </a:lnTo>
                  <a:lnTo>
                    <a:pt x="555405" y="130111"/>
                  </a:lnTo>
                  <a:lnTo>
                    <a:pt x="524884" y="92392"/>
                  </a:lnTo>
                  <a:lnTo>
                    <a:pt x="489254" y="59816"/>
                  </a:lnTo>
                  <a:lnTo>
                    <a:pt x="476627" y="51307"/>
                  </a:lnTo>
                  <a:close/>
                </a:path>
                <a:path w="1407795" h="1050925">
                  <a:moveTo>
                    <a:pt x="1314881" y="803655"/>
                  </a:moveTo>
                  <a:lnTo>
                    <a:pt x="1110284" y="803655"/>
                  </a:lnTo>
                  <a:lnTo>
                    <a:pt x="1110284" y="1029842"/>
                  </a:lnTo>
                  <a:lnTo>
                    <a:pt x="1314881" y="1029842"/>
                  </a:lnTo>
                  <a:lnTo>
                    <a:pt x="1314881" y="803655"/>
                  </a:lnTo>
                  <a:close/>
                </a:path>
                <a:path w="1407795" h="1050925">
                  <a:moveTo>
                    <a:pt x="1314881" y="0"/>
                  </a:moveTo>
                  <a:lnTo>
                    <a:pt x="1224076" y="0"/>
                  </a:lnTo>
                  <a:lnTo>
                    <a:pt x="744905" y="649604"/>
                  </a:lnTo>
                  <a:lnTo>
                    <a:pt x="744905" y="803655"/>
                  </a:lnTo>
                  <a:lnTo>
                    <a:pt x="1407210" y="803655"/>
                  </a:lnTo>
                  <a:lnTo>
                    <a:pt x="1407210" y="649604"/>
                  </a:lnTo>
                  <a:lnTo>
                    <a:pt x="817041" y="649604"/>
                  </a:lnTo>
                  <a:lnTo>
                    <a:pt x="1110284" y="251459"/>
                  </a:lnTo>
                  <a:lnTo>
                    <a:pt x="1314881" y="251459"/>
                  </a:lnTo>
                  <a:lnTo>
                    <a:pt x="1314881" y="0"/>
                  </a:lnTo>
                  <a:close/>
                </a:path>
                <a:path w="1407795" h="1050925">
                  <a:moveTo>
                    <a:pt x="1314881" y="251459"/>
                  </a:moveTo>
                  <a:lnTo>
                    <a:pt x="1110284" y="251459"/>
                  </a:lnTo>
                  <a:lnTo>
                    <a:pt x="1110284" y="649604"/>
                  </a:lnTo>
                  <a:lnTo>
                    <a:pt x="1314881" y="649604"/>
                  </a:lnTo>
                  <a:lnTo>
                    <a:pt x="1314881" y="251459"/>
                  </a:lnTo>
                  <a:close/>
                </a:path>
              </a:pathLst>
            </a:custGeom>
            <a:solidFill>
              <a:srgbClr val="FFFFFF">
                <a:alpha val="823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16000" y="4064000"/>
              <a:ext cx="1016000" cy="50800"/>
            </a:xfrm>
            <a:custGeom>
              <a:avLst/>
              <a:gdLst/>
              <a:ahLst/>
              <a:cxnLst/>
              <a:rect l="l" t="t" r="r" b="b"/>
              <a:pathLst>
                <a:path w="1016000" h="50800">
                  <a:moveTo>
                    <a:pt x="10160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1016000" y="5080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03503" y="4347159"/>
            <a:ext cx="6782434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b="1">
                <a:solidFill>
                  <a:srgbClr val="FFFFFF"/>
                </a:solidFill>
                <a:latin typeface="Times New Roman"/>
                <a:cs typeface="Times New Roman"/>
              </a:rPr>
              <a:t>Documentation</a:t>
            </a:r>
            <a:r>
              <a:rPr dirty="0" sz="4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2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4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200" spc="-10" b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3503" y="5229859"/>
            <a:ext cx="50336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Visual</a:t>
            </a:r>
            <a:r>
              <a:rPr dirty="0" sz="2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records,</a:t>
            </a:r>
            <a:r>
              <a:rPr dirty="0" sz="2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conclusions,</a:t>
            </a:r>
            <a:r>
              <a:rPr dirty="0" sz="2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future</a:t>
            </a:r>
            <a:r>
              <a:rPr dirty="0" sz="2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directions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508000"/>
          </a:xfrm>
          <a:custGeom>
            <a:avLst/>
            <a:gdLst/>
            <a:ahLst/>
            <a:cxnLst/>
            <a:rect l="l" t="t" r="r" b="b"/>
            <a:pathLst>
              <a:path w="12192000" h="508000">
                <a:moveTo>
                  <a:pt x="0" y="508000"/>
                </a:moveTo>
                <a:lnTo>
                  <a:pt x="12192000" y="508000"/>
                </a:lnTo>
                <a:lnTo>
                  <a:pt x="12192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478518" y="153416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 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219200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4064000" y="0"/>
                </a:moveTo>
                <a:lnTo>
                  <a:pt x="0" y="0"/>
                </a:lnTo>
                <a:lnTo>
                  <a:pt x="0" y="508000"/>
                </a:lnTo>
                <a:lnTo>
                  <a:pt x="4064000" y="508000"/>
                </a:lnTo>
                <a:lnTo>
                  <a:pt x="4064000" y="0"/>
                </a:lnTo>
                <a:close/>
              </a:path>
            </a:pathLst>
          </a:custGeom>
          <a:solidFill>
            <a:srgbClr val="2C6A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3245845" y="153416"/>
            <a:ext cx="1955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2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61962" y="812800"/>
            <a:ext cx="4201795" cy="3870960"/>
            <a:chOff x="461962" y="812800"/>
            <a:chExt cx="4201795" cy="3870960"/>
          </a:xfrm>
        </p:grpSpPr>
        <p:sp>
          <p:nvSpPr>
            <p:cNvPr id="9" name="object 9" descr=""/>
            <p:cNvSpPr/>
            <p:nvPr/>
          </p:nvSpPr>
          <p:spPr>
            <a:xfrm>
              <a:off x="762000" y="812800"/>
              <a:ext cx="63500" cy="355600"/>
            </a:xfrm>
            <a:custGeom>
              <a:avLst/>
              <a:gdLst/>
              <a:ahLst/>
              <a:cxnLst/>
              <a:rect l="l" t="t" r="r" b="b"/>
              <a:pathLst>
                <a:path w="63500" h="355600">
                  <a:moveTo>
                    <a:pt x="63500" y="0"/>
                  </a:moveTo>
                  <a:lnTo>
                    <a:pt x="0" y="0"/>
                  </a:lnTo>
                  <a:lnTo>
                    <a:pt x="0" y="355600"/>
                  </a:lnTo>
                  <a:lnTo>
                    <a:pt x="63500" y="3556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62" y="1473200"/>
              <a:ext cx="4164266" cy="270319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64819" y="4277359"/>
              <a:ext cx="4198620" cy="406400"/>
            </a:xfrm>
            <a:custGeom>
              <a:avLst/>
              <a:gdLst/>
              <a:ahLst/>
              <a:cxnLst/>
              <a:rect l="l" t="t" r="r" b="b"/>
              <a:pathLst>
                <a:path w="4198620" h="406400">
                  <a:moveTo>
                    <a:pt x="4133595" y="0"/>
                  </a:moveTo>
                  <a:lnTo>
                    <a:pt x="65023" y="0"/>
                  </a:lnTo>
                  <a:lnTo>
                    <a:pt x="39712" y="5105"/>
                  </a:lnTo>
                  <a:lnTo>
                    <a:pt x="19043" y="19034"/>
                  </a:lnTo>
                  <a:lnTo>
                    <a:pt x="5109" y="39701"/>
                  </a:lnTo>
                  <a:lnTo>
                    <a:pt x="0" y="65024"/>
                  </a:lnTo>
                  <a:lnTo>
                    <a:pt x="0" y="341375"/>
                  </a:lnTo>
                  <a:lnTo>
                    <a:pt x="5109" y="366698"/>
                  </a:lnTo>
                  <a:lnTo>
                    <a:pt x="19043" y="387365"/>
                  </a:lnTo>
                  <a:lnTo>
                    <a:pt x="39712" y="401294"/>
                  </a:lnTo>
                  <a:lnTo>
                    <a:pt x="65023" y="406400"/>
                  </a:lnTo>
                  <a:lnTo>
                    <a:pt x="4133595" y="406400"/>
                  </a:lnTo>
                  <a:lnTo>
                    <a:pt x="4158918" y="401294"/>
                  </a:lnTo>
                  <a:lnTo>
                    <a:pt x="4179585" y="387365"/>
                  </a:lnTo>
                  <a:lnTo>
                    <a:pt x="4193514" y="366698"/>
                  </a:lnTo>
                  <a:lnTo>
                    <a:pt x="4198620" y="341375"/>
                  </a:lnTo>
                  <a:lnTo>
                    <a:pt x="4198620" y="65024"/>
                  </a:lnTo>
                  <a:lnTo>
                    <a:pt x="4193514" y="39701"/>
                  </a:lnTo>
                  <a:lnTo>
                    <a:pt x="4179585" y="19034"/>
                  </a:lnTo>
                  <a:lnTo>
                    <a:pt x="4158918" y="5105"/>
                  </a:lnTo>
                  <a:lnTo>
                    <a:pt x="4133595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03503" y="802004"/>
            <a:ext cx="42341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Documentation</a:t>
            </a:r>
            <a:r>
              <a:rPr dirty="0" sz="2800" spc="-14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of</a:t>
            </a:r>
            <a:r>
              <a:rPr dirty="0" sz="2800" spc="-16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Activities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69619" y="4365117"/>
            <a:ext cx="25869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Good</a:t>
            </a:r>
            <a:r>
              <a:rPr dirty="0" sz="13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Sanitation,</a:t>
            </a:r>
            <a:r>
              <a:rPr dirty="0" sz="13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Healthy</a:t>
            </a:r>
            <a:r>
              <a:rPr dirty="0" sz="13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Everyone!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39419" y="4831079"/>
            <a:ext cx="4386580" cy="3327400"/>
            <a:chOff x="439419" y="4831079"/>
            <a:chExt cx="4386580" cy="33274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419" y="4831079"/>
              <a:ext cx="4386580" cy="284746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82599" y="7752079"/>
              <a:ext cx="4306570" cy="406400"/>
            </a:xfrm>
            <a:custGeom>
              <a:avLst/>
              <a:gdLst/>
              <a:ahLst/>
              <a:cxnLst/>
              <a:rect l="l" t="t" r="r" b="b"/>
              <a:pathLst>
                <a:path w="4306570" h="406400">
                  <a:moveTo>
                    <a:pt x="4241546" y="0"/>
                  </a:moveTo>
                  <a:lnTo>
                    <a:pt x="65023" y="0"/>
                  </a:lnTo>
                  <a:lnTo>
                    <a:pt x="39712" y="5105"/>
                  </a:lnTo>
                  <a:lnTo>
                    <a:pt x="19043" y="19034"/>
                  </a:lnTo>
                  <a:lnTo>
                    <a:pt x="5109" y="39701"/>
                  </a:lnTo>
                  <a:lnTo>
                    <a:pt x="0" y="65024"/>
                  </a:lnTo>
                  <a:lnTo>
                    <a:pt x="0" y="341376"/>
                  </a:lnTo>
                  <a:lnTo>
                    <a:pt x="5109" y="366687"/>
                  </a:lnTo>
                  <a:lnTo>
                    <a:pt x="19043" y="387356"/>
                  </a:lnTo>
                  <a:lnTo>
                    <a:pt x="39712" y="401290"/>
                  </a:lnTo>
                  <a:lnTo>
                    <a:pt x="65023" y="406400"/>
                  </a:lnTo>
                  <a:lnTo>
                    <a:pt x="4241546" y="406400"/>
                  </a:lnTo>
                  <a:lnTo>
                    <a:pt x="4266868" y="401290"/>
                  </a:lnTo>
                  <a:lnTo>
                    <a:pt x="4287535" y="387356"/>
                  </a:lnTo>
                  <a:lnTo>
                    <a:pt x="4301464" y="366687"/>
                  </a:lnTo>
                  <a:lnTo>
                    <a:pt x="4306570" y="341376"/>
                  </a:lnTo>
                  <a:lnTo>
                    <a:pt x="4306570" y="65024"/>
                  </a:lnTo>
                  <a:lnTo>
                    <a:pt x="4301464" y="39701"/>
                  </a:lnTo>
                  <a:lnTo>
                    <a:pt x="4287535" y="19034"/>
                  </a:lnTo>
                  <a:lnTo>
                    <a:pt x="4266868" y="5105"/>
                  </a:lnTo>
                  <a:lnTo>
                    <a:pt x="4241546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647570" y="7840471"/>
            <a:ext cx="1841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Clean</a:t>
            </a:r>
            <a:r>
              <a:rPr dirty="0" sz="13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30" b="1">
                <a:solidFill>
                  <a:srgbClr val="FFFFFF"/>
                </a:solidFill>
                <a:latin typeface="Times New Roman"/>
                <a:cs typeface="Times New Roman"/>
              </a:rPr>
              <a:t>Water,</a:t>
            </a:r>
            <a:r>
              <a:rPr dirty="0" sz="13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Happy</a:t>
            </a:r>
            <a:r>
              <a:rPr dirty="0" sz="13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Life!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053584" y="1602613"/>
            <a:ext cx="10948670" cy="6810375"/>
            <a:chOff x="5053584" y="1602613"/>
            <a:chExt cx="10948670" cy="6810375"/>
          </a:xfrm>
        </p:grpSpPr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3584" y="2222119"/>
              <a:ext cx="6576059" cy="492328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93803" y="1602613"/>
              <a:ext cx="4108196" cy="3081146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93803" y="5233542"/>
              <a:ext cx="4108196" cy="3178937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508000"/>
          </a:xfrm>
          <a:custGeom>
            <a:avLst/>
            <a:gdLst/>
            <a:ahLst/>
            <a:cxnLst/>
            <a:rect l="l" t="t" r="r" b="b"/>
            <a:pathLst>
              <a:path w="12192000" h="508000">
                <a:moveTo>
                  <a:pt x="0" y="508000"/>
                </a:moveTo>
                <a:lnTo>
                  <a:pt x="12192000" y="508000"/>
                </a:lnTo>
                <a:lnTo>
                  <a:pt x="12192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478518" y="153416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 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219200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4064000" y="0"/>
                </a:moveTo>
                <a:lnTo>
                  <a:pt x="0" y="0"/>
                </a:lnTo>
                <a:lnTo>
                  <a:pt x="0" y="508000"/>
                </a:lnTo>
                <a:lnTo>
                  <a:pt x="4064000" y="508000"/>
                </a:lnTo>
                <a:lnTo>
                  <a:pt x="4064000" y="0"/>
                </a:lnTo>
                <a:close/>
              </a:path>
            </a:pathLst>
          </a:custGeom>
          <a:solidFill>
            <a:srgbClr val="2C6A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3245845" y="153416"/>
            <a:ext cx="1955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2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62000" y="812800"/>
            <a:ext cx="7112000" cy="3886200"/>
            <a:chOff x="762000" y="812800"/>
            <a:chExt cx="7112000" cy="3886200"/>
          </a:xfrm>
        </p:grpSpPr>
        <p:sp>
          <p:nvSpPr>
            <p:cNvPr id="9" name="object 9" descr=""/>
            <p:cNvSpPr/>
            <p:nvPr/>
          </p:nvSpPr>
          <p:spPr>
            <a:xfrm>
              <a:off x="762000" y="812800"/>
              <a:ext cx="63500" cy="355600"/>
            </a:xfrm>
            <a:custGeom>
              <a:avLst/>
              <a:gdLst/>
              <a:ahLst/>
              <a:cxnLst/>
              <a:rect l="l" t="t" r="r" b="b"/>
              <a:pathLst>
                <a:path w="63500" h="355600">
                  <a:moveTo>
                    <a:pt x="63500" y="0"/>
                  </a:moveTo>
                  <a:lnTo>
                    <a:pt x="0" y="0"/>
                  </a:lnTo>
                  <a:lnTo>
                    <a:pt x="0" y="355600"/>
                  </a:lnTo>
                  <a:lnTo>
                    <a:pt x="63500" y="3556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62000" y="1524000"/>
              <a:ext cx="7112000" cy="3175000"/>
            </a:xfrm>
            <a:custGeom>
              <a:avLst/>
              <a:gdLst/>
              <a:ahLst/>
              <a:cxnLst/>
              <a:rect l="l" t="t" r="r" b="b"/>
              <a:pathLst>
                <a:path w="7112000" h="3175000">
                  <a:moveTo>
                    <a:pt x="6858000" y="0"/>
                  </a:moveTo>
                  <a:lnTo>
                    <a:pt x="254000" y="0"/>
                  </a:lnTo>
                  <a:lnTo>
                    <a:pt x="208342" y="4090"/>
                  </a:lnTo>
                  <a:lnTo>
                    <a:pt x="165369" y="15884"/>
                  </a:lnTo>
                  <a:lnTo>
                    <a:pt x="125799" y="34666"/>
                  </a:lnTo>
                  <a:lnTo>
                    <a:pt x="90349" y="59719"/>
                  </a:lnTo>
                  <a:lnTo>
                    <a:pt x="59736" y="90328"/>
                  </a:lnTo>
                  <a:lnTo>
                    <a:pt x="34677" y="125777"/>
                  </a:lnTo>
                  <a:lnTo>
                    <a:pt x="15890" y="165349"/>
                  </a:lnTo>
                  <a:lnTo>
                    <a:pt x="4092" y="208328"/>
                  </a:lnTo>
                  <a:lnTo>
                    <a:pt x="0" y="254000"/>
                  </a:lnTo>
                  <a:lnTo>
                    <a:pt x="0" y="2921000"/>
                  </a:lnTo>
                  <a:lnTo>
                    <a:pt x="4092" y="2966671"/>
                  </a:lnTo>
                  <a:lnTo>
                    <a:pt x="15890" y="3009650"/>
                  </a:lnTo>
                  <a:lnTo>
                    <a:pt x="34677" y="3049222"/>
                  </a:lnTo>
                  <a:lnTo>
                    <a:pt x="59736" y="3084671"/>
                  </a:lnTo>
                  <a:lnTo>
                    <a:pt x="90349" y="3115280"/>
                  </a:lnTo>
                  <a:lnTo>
                    <a:pt x="125799" y="3140333"/>
                  </a:lnTo>
                  <a:lnTo>
                    <a:pt x="165369" y="3159115"/>
                  </a:lnTo>
                  <a:lnTo>
                    <a:pt x="208342" y="3170909"/>
                  </a:lnTo>
                  <a:lnTo>
                    <a:pt x="254000" y="3175000"/>
                  </a:lnTo>
                  <a:lnTo>
                    <a:pt x="6858000" y="3175000"/>
                  </a:lnTo>
                  <a:lnTo>
                    <a:pt x="6903671" y="3170909"/>
                  </a:lnTo>
                  <a:lnTo>
                    <a:pt x="6946650" y="3159115"/>
                  </a:lnTo>
                  <a:lnTo>
                    <a:pt x="6986222" y="3140333"/>
                  </a:lnTo>
                  <a:lnTo>
                    <a:pt x="7021671" y="3115280"/>
                  </a:lnTo>
                  <a:lnTo>
                    <a:pt x="7052280" y="3084671"/>
                  </a:lnTo>
                  <a:lnTo>
                    <a:pt x="7077333" y="3049222"/>
                  </a:lnTo>
                  <a:lnTo>
                    <a:pt x="7096115" y="3009650"/>
                  </a:lnTo>
                  <a:lnTo>
                    <a:pt x="7107909" y="2966671"/>
                  </a:lnTo>
                  <a:lnTo>
                    <a:pt x="7112000" y="2921000"/>
                  </a:lnTo>
                  <a:lnTo>
                    <a:pt x="7112000" y="254000"/>
                  </a:lnTo>
                  <a:lnTo>
                    <a:pt x="7107909" y="208328"/>
                  </a:lnTo>
                  <a:lnTo>
                    <a:pt x="7096115" y="165349"/>
                  </a:lnTo>
                  <a:lnTo>
                    <a:pt x="7077333" y="125777"/>
                  </a:lnTo>
                  <a:lnTo>
                    <a:pt x="7052280" y="90328"/>
                  </a:lnTo>
                  <a:lnTo>
                    <a:pt x="7021671" y="59719"/>
                  </a:lnTo>
                  <a:lnTo>
                    <a:pt x="6986222" y="34666"/>
                  </a:lnTo>
                  <a:lnTo>
                    <a:pt x="6946650" y="15884"/>
                  </a:lnTo>
                  <a:lnTo>
                    <a:pt x="6903671" y="409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79500" y="177800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lnTo>
                    <a:pt x="156630" y="5371"/>
                  </a:lnTo>
                  <a:lnTo>
                    <a:pt x="113868" y="20668"/>
                  </a:lnTo>
                  <a:lnTo>
                    <a:pt x="76138" y="44666"/>
                  </a:lnTo>
                  <a:lnTo>
                    <a:pt x="44662" y="76143"/>
                  </a:lnTo>
                  <a:lnTo>
                    <a:pt x="20665" y="113874"/>
                  </a:lnTo>
                  <a:lnTo>
                    <a:pt x="5370" y="156634"/>
                  </a:lnTo>
                  <a:lnTo>
                    <a:pt x="0" y="203200"/>
                  </a:lnTo>
                  <a:lnTo>
                    <a:pt x="5370" y="249765"/>
                  </a:lnTo>
                  <a:lnTo>
                    <a:pt x="20665" y="292525"/>
                  </a:lnTo>
                  <a:lnTo>
                    <a:pt x="44662" y="330256"/>
                  </a:lnTo>
                  <a:lnTo>
                    <a:pt x="76138" y="361733"/>
                  </a:lnTo>
                  <a:lnTo>
                    <a:pt x="113868" y="385731"/>
                  </a:lnTo>
                  <a:lnTo>
                    <a:pt x="156630" y="401028"/>
                  </a:lnTo>
                  <a:lnTo>
                    <a:pt x="203200" y="406400"/>
                  </a:lnTo>
                  <a:lnTo>
                    <a:pt x="249765" y="401028"/>
                  </a:lnTo>
                  <a:lnTo>
                    <a:pt x="292525" y="385731"/>
                  </a:lnTo>
                  <a:lnTo>
                    <a:pt x="330256" y="361733"/>
                  </a:lnTo>
                  <a:lnTo>
                    <a:pt x="361733" y="330256"/>
                  </a:lnTo>
                  <a:lnTo>
                    <a:pt x="385731" y="292525"/>
                  </a:lnTo>
                  <a:lnTo>
                    <a:pt x="390291" y="279780"/>
                  </a:lnTo>
                  <a:lnTo>
                    <a:pt x="185102" y="279780"/>
                  </a:lnTo>
                  <a:lnTo>
                    <a:pt x="179069" y="276859"/>
                  </a:lnTo>
                  <a:lnTo>
                    <a:pt x="175336" y="271779"/>
                  </a:lnTo>
                  <a:lnTo>
                    <a:pt x="137236" y="220979"/>
                  </a:lnTo>
                  <a:lnTo>
                    <a:pt x="133970" y="214169"/>
                  </a:lnTo>
                  <a:lnTo>
                    <a:pt x="155157" y="190690"/>
                  </a:lnTo>
                  <a:lnTo>
                    <a:pt x="211647" y="190690"/>
                  </a:lnTo>
                  <a:lnTo>
                    <a:pt x="237871" y="148717"/>
                  </a:lnTo>
                  <a:lnTo>
                    <a:pt x="243068" y="143228"/>
                  </a:lnTo>
                  <a:lnTo>
                    <a:pt x="249729" y="140239"/>
                  </a:lnTo>
                  <a:lnTo>
                    <a:pt x="257034" y="139965"/>
                  </a:lnTo>
                  <a:lnTo>
                    <a:pt x="395066" y="139965"/>
                  </a:lnTo>
                  <a:lnTo>
                    <a:pt x="385731" y="113874"/>
                  </a:lnTo>
                  <a:lnTo>
                    <a:pt x="361733" y="76143"/>
                  </a:lnTo>
                  <a:lnTo>
                    <a:pt x="330256" y="44666"/>
                  </a:lnTo>
                  <a:lnTo>
                    <a:pt x="292525" y="20668"/>
                  </a:lnTo>
                  <a:lnTo>
                    <a:pt x="249765" y="5371"/>
                  </a:lnTo>
                  <a:lnTo>
                    <a:pt x="203200" y="0"/>
                  </a:lnTo>
                  <a:close/>
                </a:path>
                <a:path w="406400" h="406400">
                  <a:moveTo>
                    <a:pt x="395066" y="139965"/>
                  </a:moveTo>
                  <a:lnTo>
                    <a:pt x="257034" y="139965"/>
                  </a:lnTo>
                  <a:lnTo>
                    <a:pt x="264159" y="142621"/>
                  </a:lnTo>
                  <a:lnTo>
                    <a:pt x="269702" y="147871"/>
                  </a:lnTo>
                  <a:lnTo>
                    <a:pt x="272684" y="154527"/>
                  </a:lnTo>
                  <a:lnTo>
                    <a:pt x="272928" y="161801"/>
                  </a:lnTo>
                  <a:lnTo>
                    <a:pt x="270375" y="168592"/>
                  </a:lnTo>
                  <a:lnTo>
                    <a:pt x="206628" y="270382"/>
                  </a:lnTo>
                  <a:lnTo>
                    <a:pt x="203327" y="275717"/>
                  </a:lnTo>
                  <a:lnTo>
                    <a:pt x="197612" y="279146"/>
                  </a:lnTo>
                  <a:lnTo>
                    <a:pt x="191388" y="279400"/>
                  </a:lnTo>
                  <a:lnTo>
                    <a:pt x="185102" y="279780"/>
                  </a:lnTo>
                  <a:lnTo>
                    <a:pt x="390291" y="279780"/>
                  </a:lnTo>
                  <a:lnTo>
                    <a:pt x="401028" y="249765"/>
                  </a:lnTo>
                  <a:lnTo>
                    <a:pt x="406400" y="203200"/>
                  </a:lnTo>
                  <a:lnTo>
                    <a:pt x="401028" y="156634"/>
                  </a:lnTo>
                  <a:lnTo>
                    <a:pt x="395163" y="140239"/>
                  </a:lnTo>
                  <a:lnTo>
                    <a:pt x="395066" y="139965"/>
                  </a:lnTo>
                  <a:close/>
                </a:path>
                <a:path w="406400" h="406400">
                  <a:moveTo>
                    <a:pt x="211647" y="190690"/>
                  </a:moveTo>
                  <a:lnTo>
                    <a:pt x="155157" y="190690"/>
                  </a:lnTo>
                  <a:lnTo>
                    <a:pt x="162054" y="193095"/>
                  </a:lnTo>
                  <a:lnTo>
                    <a:pt x="167716" y="198120"/>
                  </a:lnTo>
                  <a:lnTo>
                    <a:pt x="189153" y="226695"/>
                  </a:lnTo>
                  <a:lnTo>
                    <a:pt x="211647" y="19069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03503" y="802004"/>
            <a:ext cx="44951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Conclusion</a:t>
            </a:r>
            <a:r>
              <a:rPr dirty="0" sz="2800" spc="-8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and</a:t>
            </a:r>
            <a:r>
              <a:rPr dirty="0" sz="2800" spc="-8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Future</a:t>
            </a:r>
            <a:r>
              <a:rPr dirty="0" sz="2800" spc="-7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Scope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38426" y="1769110"/>
            <a:ext cx="1242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66901" y="2223033"/>
            <a:ext cx="641921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WASH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education</a:t>
            </a:r>
            <a:r>
              <a:rPr dirty="0" sz="1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outreach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r>
              <a:rPr dirty="0" sz="1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successfully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raised</a:t>
            </a:r>
            <a:r>
              <a:rPr dirty="0" sz="1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awareness</a:t>
            </a:r>
            <a:r>
              <a:rPr dirty="0" sz="1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inspired</a:t>
            </a:r>
            <a:r>
              <a:rPr dirty="0" sz="1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behavioral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intentions</a:t>
            </a:r>
            <a:r>
              <a:rPr dirty="0" sz="1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among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members.</a:t>
            </a:r>
            <a:r>
              <a:rPr dirty="0" sz="1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Visual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storytelling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participation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emerged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dirty="0" sz="1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drivers</a:t>
            </a:r>
            <a:r>
              <a:rPr dirty="0" sz="1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engagement.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369934" y="1540510"/>
            <a:ext cx="14687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C6A4F"/>
                </a:solidFill>
                <a:latin typeface="Times New Roman"/>
                <a:cs typeface="Times New Roman"/>
              </a:rPr>
              <a:t>Future</a:t>
            </a:r>
            <a:r>
              <a:rPr dirty="0" sz="2000" spc="-7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000" spc="-20" b="1">
                <a:solidFill>
                  <a:srgbClr val="2C6A4F"/>
                </a:solidFill>
                <a:latin typeface="Times New Roman"/>
                <a:cs typeface="Times New Roman"/>
              </a:rPr>
              <a:t>Scope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62000" y="2006600"/>
            <a:ext cx="14732000" cy="6375400"/>
            <a:chOff x="762000" y="2006600"/>
            <a:chExt cx="14732000" cy="6375400"/>
          </a:xfrm>
        </p:grpSpPr>
        <p:sp>
          <p:nvSpPr>
            <p:cNvPr id="17" name="object 17" descr=""/>
            <p:cNvSpPr/>
            <p:nvPr/>
          </p:nvSpPr>
          <p:spPr>
            <a:xfrm>
              <a:off x="8382000" y="2006600"/>
              <a:ext cx="7112000" cy="25400"/>
            </a:xfrm>
            <a:custGeom>
              <a:avLst/>
              <a:gdLst/>
              <a:ahLst/>
              <a:cxnLst/>
              <a:rect l="l" t="t" r="r" b="b"/>
              <a:pathLst>
                <a:path w="7112000" h="25400">
                  <a:moveTo>
                    <a:pt x="71120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7112000" y="25400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E8E3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445500" y="2259584"/>
              <a:ext cx="279400" cy="281940"/>
            </a:xfrm>
            <a:custGeom>
              <a:avLst/>
              <a:gdLst/>
              <a:ahLst/>
              <a:cxnLst/>
              <a:rect l="l" t="t" r="r" b="b"/>
              <a:pathLst>
                <a:path w="279400" h="281939">
                  <a:moveTo>
                    <a:pt x="141130" y="1143"/>
                  </a:moveTo>
                  <a:lnTo>
                    <a:pt x="139010" y="1143"/>
                  </a:lnTo>
                  <a:lnTo>
                    <a:pt x="89765" y="10209"/>
                  </a:lnTo>
                  <a:lnTo>
                    <a:pt x="47783" y="35512"/>
                  </a:lnTo>
                  <a:lnTo>
                    <a:pt x="17184" y="73507"/>
                  </a:lnTo>
                  <a:lnTo>
                    <a:pt x="1397" y="120776"/>
                  </a:lnTo>
                  <a:lnTo>
                    <a:pt x="1665" y="125730"/>
                  </a:lnTo>
                  <a:lnTo>
                    <a:pt x="1772" y="127694"/>
                  </a:lnTo>
                  <a:lnTo>
                    <a:pt x="4683" y="133730"/>
                  </a:lnTo>
                  <a:lnTo>
                    <a:pt x="9665" y="138243"/>
                  </a:lnTo>
                  <a:lnTo>
                    <a:pt x="16255" y="140589"/>
                  </a:lnTo>
                  <a:lnTo>
                    <a:pt x="23153" y="140142"/>
                  </a:lnTo>
                  <a:lnTo>
                    <a:pt x="29146" y="137207"/>
                  </a:lnTo>
                  <a:lnTo>
                    <a:pt x="33615" y="132248"/>
                  </a:lnTo>
                  <a:lnTo>
                    <a:pt x="35941" y="125730"/>
                  </a:lnTo>
                  <a:lnTo>
                    <a:pt x="47777" y="90269"/>
                  </a:lnTo>
                  <a:lnTo>
                    <a:pt x="70723" y="61785"/>
                  </a:lnTo>
                  <a:lnTo>
                    <a:pt x="102217" y="42826"/>
                  </a:lnTo>
                  <a:lnTo>
                    <a:pt x="139700" y="35941"/>
                  </a:lnTo>
                  <a:lnTo>
                    <a:pt x="279400" y="35941"/>
                  </a:lnTo>
                  <a:lnTo>
                    <a:pt x="279400" y="33147"/>
                  </a:lnTo>
                  <a:lnTo>
                    <a:pt x="228853" y="33147"/>
                  </a:lnTo>
                  <a:lnTo>
                    <a:pt x="209440" y="19661"/>
                  </a:lnTo>
                  <a:lnTo>
                    <a:pt x="187848" y="9556"/>
                  </a:lnTo>
                  <a:lnTo>
                    <a:pt x="164470" y="3214"/>
                  </a:lnTo>
                  <a:lnTo>
                    <a:pt x="141130" y="1143"/>
                  </a:lnTo>
                  <a:close/>
                </a:path>
                <a:path w="279400" h="281939">
                  <a:moveTo>
                    <a:pt x="279400" y="35941"/>
                  </a:moveTo>
                  <a:lnTo>
                    <a:pt x="139700" y="35941"/>
                  </a:lnTo>
                  <a:lnTo>
                    <a:pt x="157474" y="37427"/>
                  </a:lnTo>
                  <a:lnTo>
                    <a:pt x="174259" y="41735"/>
                  </a:lnTo>
                  <a:lnTo>
                    <a:pt x="189831" y="48639"/>
                  </a:lnTo>
                  <a:lnTo>
                    <a:pt x="203961" y="57912"/>
                  </a:lnTo>
                  <a:lnTo>
                    <a:pt x="178434" y="83439"/>
                  </a:lnTo>
                  <a:lnTo>
                    <a:pt x="174625" y="87122"/>
                  </a:lnTo>
                  <a:lnTo>
                    <a:pt x="173608" y="92837"/>
                  </a:lnTo>
                  <a:lnTo>
                    <a:pt x="175641" y="97663"/>
                  </a:lnTo>
                  <a:lnTo>
                    <a:pt x="177673" y="102616"/>
                  </a:lnTo>
                  <a:lnTo>
                    <a:pt x="182372" y="105791"/>
                  </a:lnTo>
                  <a:lnTo>
                    <a:pt x="273557" y="105791"/>
                  </a:lnTo>
                  <a:lnTo>
                    <a:pt x="279400" y="99949"/>
                  </a:lnTo>
                  <a:lnTo>
                    <a:pt x="279400" y="35941"/>
                  </a:lnTo>
                  <a:close/>
                </a:path>
                <a:path w="279400" h="281939">
                  <a:moveTo>
                    <a:pt x="266446" y="0"/>
                  </a:moveTo>
                  <a:lnTo>
                    <a:pt x="260730" y="1143"/>
                  </a:lnTo>
                  <a:lnTo>
                    <a:pt x="228853" y="33147"/>
                  </a:lnTo>
                  <a:lnTo>
                    <a:pt x="279400" y="33147"/>
                  </a:lnTo>
                  <a:lnTo>
                    <a:pt x="279400" y="8763"/>
                  </a:lnTo>
                  <a:lnTo>
                    <a:pt x="276225" y="4064"/>
                  </a:lnTo>
                  <a:lnTo>
                    <a:pt x="271272" y="2032"/>
                  </a:lnTo>
                  <a:lnTo>
                    <a:pt x="266446" y="0"/>
                  </a:lnTo>
                  <a:close/>
                </a:path>
                <a:path w="279400" h="281939">
                  <a:moveTo>
                    <a:pt x="97027" y="175641"/>
                  </a:moveTo>
                  <a:lnTo>
                    <a:pt x="5842" y="175641"/>
                  </a:lnTo>
                  <a:lnTo>
                    <a:pt x="0" y="181483"/>
                  </a:lnTo>
                  <a:lnTo>
                    <a:pt x="0" y="272669"/>
                  </a:lnTo>
                  <a:lnTo>
                    <a:pt x="3175" y="277368"/>
                  </a:lnTo>
                  <a:lnTo>
                    <a:pt x="8127" y="279400"/>
                  </a:lnTo>
                  <a:lnTo>
                    <a:pt x="12953" y="281432"/>
                  </a:lnTo>
                  <a:lnTo>
                    <a:pt x="18034" y="280416"/>
                  </a:lnTo>
                  <a:lnTo>
                    <a:pt x="18542" y="280416"/>
                  </a:lnTo>
                  <a:lnTo>
                    <a:pt x="50673" y="248285"/>
                  </a:lnTo>
                  <a:lnTo>
                    <a:pt x="227691" y="248285"/>
                  </a:lnTo>
                  <a:lnTo>
                    <a:pt x="231616" y="245919"/>
                  </a:lnTo>
                  <a:lnTo>
                    <a:pt x="231961" y="245491"/>
                  </a:lnTo>
                  <a:lnTo>
                    <a:pt x="139700" y="245491"/>
                  </a:lnTo>
                  <a:lnTo>
                    <a:pt x="121981" y="243984"/>
                  </a:lnTo>
                  <a:lnTo>
                    <a:pt x="105203" y="239633"/>
                  </a:lnTo>
                  <a:lnTo>
                    <a:pt x="89640" y="232685"/>
                  </a:lnTo>
                  <a:lnTo>
                    <a:pt x="75565" y="223393"/>
                  </a:lnTo>
                  <a:lnTo>
                    <a:pt x="100965" y="197993"/>
                  </a:lnTo>
                  <a:lnTo>
                    <a:pt x="104775" y="194310"/>
                  </a:lnTo>
                  <a:lnTo>
                    <a:pt x="105791" y="188595"/>
                  </a:lnTo>
                  <a:lnTo>
                    <a:pt x="103758" y="183769"/>
                  </a:lnTo>
                  <a:lnTo>
                    <a:pt x="101726" y="178816"/>
                  </a:lnTo>
                  <a:lnTo>
                    <a:pt x="97027" y="175641"/>
                  </a:lnTo>
                  <a:close/>
                </a:path>
                <a:path w="279400" h="281939">
                  <a:moveTo>
                    <a:pt x="227691" y="248285"/>
                  </a:moveTo>
                  <a:lnTo>
                    <a:pt x="50673" y="248285"/>
                  </a:lnTo>
                  <a:lnTo>
                    <a:pt x="70012" y="261770"/>
                  </a:lnTo>
                  <a:lnTo>
                    <a:pt x="91567" y="271875"/>
                  </a:lnTo>
                  <a:lnTo>
                    <a:pt x="114931" y="278217"/>
                  </a:lnTo>
                  <a:lnTo>
                    <a:pt x="139700" y="280416"/>
                  </a:lnTo>
                  <a:lnTo>
                    <a:pt x="189634" y="271222"/>
                  </a:lnTo>
                  <a:lnTo>
                    <a:pt x="227691" y="248285"/>
                  </a:lnTo>
                  <a:close/>
                </a:path>
                <a:path w="279400" h="281939">
                  <a:moveTo>
                    <a:pt x="263271" y="140843"/>
                  </a:moveTo>
                  <a:lnTo>
                    <a:pt x="231622" y="191109"/>
                  </a:lnTo>
                  <a:lnTo>
                    <a:pt x="208676" y="219598"/>
                  </a:lnTo>
                  <a:lnTo>
                    <a:pt x="177182" y="238587"/>
                  </a:lnTo>
                  <a:lnTo>
                    <a:pt x="139700" y="245491"/>
                  </a:lnTo>
                  <a:lnTo>
                    <a:pt x="231961" y="245491"/>
                  </a:lnTo>
                  <a:lnTo>
                    <a:pt x="262215" y="207924"/>
                  </a:lnTo>
                  <a:lnTo>
                    <a:pt x="278002" y="160655"/>
                  </a:lnTo>
                  <a:lnTo>
                    <a:pt x="277735" y="155701"/>
                  </a:lnTo>
                  <a:lnTo>
                    <a:pt x="277629" y="153737"/>
                  </a:lnTo>
                  <a:lnTo>
                    <a:pt x="274732" y="147701"/>
                  </a:lnTo>
                  <a:lnTo>
                    <a:pt x="269787" y="143188"/>
                  </a:lnTo>
                  <a:lnTo>
                    <a:pt x="263271" y="140843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3026" y="3103625"/>
              <a:ext cx="244475" cy="24447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410575" y="3911599"/>
              <a:ext cx="349250" cy="1948180"/>
            </a:xfrm>
            <a:custGeom>
              <a:avLst/>
              <a:gdLst/>
              <a:ahLst/>
              <a:cxnLst/>
              <a:rect l="l" t="t" r="r" b="b"/>
              <a:pathLst>
                <a:path w="349250" h="1948179">
                  <a:moveTo>
                    <a:pt x="90474" y="1811274"/>
                  </a:moveTo>
                  <a:lnTo>
                    <a:pt x="83566" y="1809242"/>
                  </a:lnTo>
                  <a:lnTo>
                    <a:pt x="76835" y="1808099"/>
                  </a:lnTo>
                  <a:lnTo>
                    <a:pt x="69850" y="1808099"/>
                  </a:lnTo>
                  <a:lnTo>
                    <a:pt x="42646" y="1813610"/>
                  </a:lnTo>
                  <a:lnTo>
                    <a:pt x="20447" y="1828596"/>
                  </a:lnTo>
                  <a:lnTo>
                    <a:pt x="5473" y="1850809"/>
                  </a:lnTo>
                  <a:lnTo>
                    <a:pt x="0" y="1877999"/>
                  </a:lnTo>
                  <a:lnTo>
                    <a:pt x="0" y="1905127"/>
                  </a:lnTo>
                  <a:lnTo>
                    <a:pt x="7747" y="1912874"/>
                  </a:lnTo>
                  <a:lnTo>
                    <a:pt x="64770" y="1912874"/>
                  </a:lnTo>
                  <a:lnTo>
                    <a:pt x="62484" y="1907540"/>
                  </a:lnTo>
                  <a:lnTo>
                    <a:pt x="61087" y="1901698"/>
                  </a:lnTo>
                  <a:lnTo>
                    <a:pt x="68795" y="1845602"/>
                  </a:lnTo>
                  <a:lnTo>
                    <a:pt x="89941" y="1811274"/>
                  </a:lnTo>
                  <a:lnTo>
                    <a:pt x="90474" y="1811274"/>
                  </a:lnTo>
                  <a:close/>
                </a:path>
                <a:path w="349250" h="1948179">
                  <a:moveTo>
                    <a:pt x="91694" y="1738249"/>
                  </a:moveTo>
                  <a:lnTo>
                    <a:pt x="88595" y="1723009"/>
                  </a:lnTo>
                  <a:lnTo>
                    <a:pt x="80162" y="1710537"/>
                  </a:lnTo>
                  <a:lnTo>
                    <a:pt x="67691" y="1702104"/>
                  </a:lnTo>
                  <a:lnTo>
                    <a:pt x="52451" y="1699006"/>
                  </a:lnTo>
                  <a:lnTo>
                    <a:pt x="37134" y="1702104"/>
                  </a:lnTo>
                  <a:lnTo>
                    <a:pt x="24612" y="1710537"/>
                  </a:lnTo>
                  <a:lnTo>
                    <a:pt x="16167" y="1723009"/>
                  </a:lnTo>
                  <a:lnTo>
                    <a:pt x="13081" y="1738249"/>
                  </a:lnTo>
                  <a:lnTo>
                    <a:pt x="16167" y="1753565"/>
                  </a:lnTo>
                  <a:lnTo>
                    <a:pt x="24599" y="1766087"/>
                  </a:lnTo>
                  <a:lnTo>
                    <a:pt x="37084" y="1774532"/>
                  </a:lnTo>
                  <a:lnTo>
                    <a:pt x="52324" y="1777619"/>
                  </a:lnTo>
                  <a:lnTo>
                    <a:pt x="67691" y="1774532"/>
                  </a:lnTo>
                  <a:lnTo>
                    <a:pt x="80162" y="1766087"/>
                  </a:lnTo>
                  <a:lnTo>
                    <a:pt x="88595" y="1753565"/>
                  </a:lnTo>
                  <a:lnTo>
                    <a:pt x="91694" y="1738249"/>
                  </a:lnTo>
                  <a:close/>
                </a:path>
                <a:path w="349250" h="1948179">
                  <a:moveTo>
                    <a:pt x="214884" y="1809242"/>
                  </a:moveTo>
                  <a:lnTo>
                    <a:pt x="205536" y="1805089"/>
                  </a:lnTo>
                  <a:lnTo>
                    <a:pt x="195656" y="1802028"/>
                  </a:lnTo>
                  <a:lnTo>
                    <a:pt x="185318" y="1800123"/>
                  </a:lnTo>
                  <a:lnTo>
                    <a:pt x="174625" y="1799463"/>
                  </a:lnTo>
                  <a:lnTo>
                    <a:pt x="140627" y="1806321"/>
                  </a:lnTo>
                  <a:lnTo>
                    <a:pt x="95504" y="1850809"/>
                  </a:lnTo>
                  <a:lnTo>
                    <a:pt x="87376" y="1905127"/>
                  </a:lnTo>
                  <a:lnTo>
                    <a:pt x="95123" y="1912874"/>
                  </a:lnTo>
                  <a:lnTo>
                    <a:pt x="190373" y="1912874"/>
                  </a:lnTo>
                  <a:lnTo>
                    <a:pt x="188315" y="1904009"/>
                  </a:lnTo>
                  <a:lnTo>
                    <a:pt x="188328" y="1895081"/>
                  </a:lnTo>
                  <a:lnTo>
                    <a:pt x="190715" y="1886712"/>
                  </a:lnTo>
                  <a:lnTo>
                    <a:pt x="190830" y="1886318"/>
                  </a:lnTo>
                  <a:lnTo>
                    <a:pt x="196176" y="1877999"/>
                  </a:lnTo>
                  <a:lnTo>
                    <a:pt x="191325" y="1870684"/>
                  </a:lnTo>
                  <a:lnTo>
                    <a:pt x="188379" y="1862251"/>
                  </a:lnTo>
                  <a:lnTo>
                    <a:pt x="187794" y="1853044"/>
                  </a:lnTo>
                  <a:lnTo>
                    <a:pt x="189992" y="1843405"/>
                  </a:lnTo>
                  <a:lnTo>
                    <a:pt x="211201" y="1811274"/>
                  </a:lnTo>
                  <a:lnTo>
                    <a:pt x="214884" y="1809242"/>
                  </a:lnTo>
                  <a:close/>
                </a:path>
                <a:path w="349250" h="1948179">
                  <a:moveTo>
                    <a:pt x="231394" y="1716532"/>
                  </a:moveTo>
                  <a:lnTo>
                    <a:pt x="226923" y="1694434"/>
                  </a:lnTo>
                  <a:lnTo>
                    <a:pt x="214769" y="1676387"/>
                  </a:lnTo>
                  <a:lnTo>
                    <a:pt x="196723" y="1664233"/>
                  </a:lnTo>
                  <a:lnTo>
                    <a:pt x="174625" y="1659763"/>
                  </a:lnTo>
                  <a:lnTo>
                    <a:pt x="152514" y="1664233"/>
                  </a:lnTo>
                  <a:lnTo>
                    <a:pt x="134467" y="1676387"/>
                  </a:lnTo>
                  <a:lnTo>
                    <a:pt x="122313" y="1694434"/>
                  </a:lnTo>
                  <a:lnTo>
                    <a:pt x="117856" y="1716532"/>
                  </a:lnTo>
                  <a:lnTo>
                    <a:pt x="122313" y="1738566"/>
                  </a:lnTo>
                  <a:lnTo>
                    <a:pt x="134467" y="1756575"/>
                  </a:lnTo>
                  <a:lnTo>
                    <a:pt x="152514" y="1768729"/>
                  </a:lnTo>
                  <a:lnTo>
                    <a:pt x="174625" y="1773174"/>
                  </a:lnTo>
                  <a:lnTo>
                    <a:pt x="196723" y="1768729"/>
                  </a:lnTo>
                  <a:lnTo>
                    <a:pt x="214769" y="1756575"/>
                  </a:lnTo>
                  <a:lnTo>
                    <a:pt x="226923" y="1738566"/>
                  </a:lnTo>
                  <a:lnTo>
                    <a:pt x="231394" y="1716532"/>
                  </a:lnTo>
                  <a:close/>
                </a:path>
                <a:path w="349250" h="1948179">
                  <a:moveTo>
                    <a:pt x="279400" y="34925"/>
                  </a:moveTo>
                  <a:lnTo>
                    <a:pt x="276656" y="21336"/>
                  </a:lnTo>
                  <a:lnTo>
                    <a:pt x="269176" y="10223"/>
                  </a:lnTo>
                  <a:lnTo>
                    <a:pt x="258064" y="2743"/>
                  </a:lnTo>
                  <a:lnTo>
                    <a:pt x="244475" y="0"/>
                  </a:lnTo>
                  <a:lnTo>
                    <a:pt x="227076" y="0"/>
                  </a:lnTo>
                  <a:lnTo>
                    <a:pt x="227076" y="56261"/>
                  </a:lnTo>
                  <a:lnTo>
                    <a:pt x="227076" y="83439"/>
                  </a:lnTo>
                  <a:lnTo>
                    <a:pt x="227076" y="126111"/>
                  </a:lnTo>
                  <a:lnTo>
                    <a:pt x="227076" y="153289"/>
                  </a:lnTo>
                  <a:lnTo>
                    <a:pt x="223139" y="157226"/>
                  </a:lnTo>
                  <a:lnTo>
                    <a:pt x="200787" y="157226"/>
                  </a:lnTo>
                  <a:lnTo>
                    <a:pt x="200787" y="199898"/>
                  </a:lnTo>
                  <a:lnTo>
                    <a:pt x="200787" y="253238"/>
                  </a:lnTo>
                  <a:lnTo>
                    <a:pt x="148463" y="253238"/>
                  </a:lnTo>
                  <a:lnTo>
                    <a:pt x="148463" y="199898"/>
                  </a:lnTo>
                  <a:lnTo>
                    <a:pt x="156210" y="192151"/>
                  </a:lnTo>
                  <a:lnTo>
                    <a:pt x="193040" y="192151"/>
                  </a:lnTo>
                  <a:lnTo>
                    <a:pt x="200787" y="199898"/>
                  </a:lnTo>
                  <a:lnTo>
                    <a:pt x="200787" y="157226"/>
                  </a:lnTo>
                  <a:lnTo>
                    <a:pt x="195961" y="157226"/>
                  </a:lnTo>
                  <a:lnTo>
                    <a:pt x="192151" y="153289"/>
                  </a:lnTo>
                  <a:lnTo>
                    <a:pt x="192151" y="126111"/>
                  </a:lnTo>
                  <a:lnTo>
                    <a:pt x="195961" y="122301"/>
                  </a:lnTo>
                  <a:lnTo>
                    <a:pt x="223139" y="122301"/>
                  </a:lnTo>
                  <a:lnTo>
                    <a:pt x="227076" y="126111"/>
                  </a:lnTo>
                  <a:lnTo>
                    <a:pt x="227076" y="83439"/>
                  </a:lnTo>
                  <a:lnTo>
                    <a:pt x="223139" y="87376"/>
                  </a:lnTo>
                  <a:lnTo>
                    <a:pt x="195961" y="87376"/>
                  </a:lnTo>
                  <a:lnTo>
                    <a:pt x="192151" y="83439"/>
                  </a:lnTo>
                  <a:lnTo>
                    <a:pt x="192151" y="56261"/>
                  </a:lnTo>
                  <a:lnTo>
                    <a:pt x="195961" y="52451"/>
                  </a:lnTo>
                  <a:lnTo>
                    <a:pt x="223139" y="52451"/>
                  </a:lnTo>
                  <a:lnTo>
                    <a:pt x="227076" y="56261"/>
                  </a:lnTo>
                  <a:lnTo>
                    <a:pt x="227076" y="0"/>
                  </a:lnTo>
                  <a:lnTo>
                    <a:pt x="157226" y="0"/>
                  </a:lnTo>
                  <a:lnTo>
                    <a:pt x="157226" y="56261"/>
                  </a:lnTo>
                  <a:lnTo>
                    <a:pt x="157226" y="83439"/>
                  </a:lnTo>
                  <a:lnTo>
                    <a:pt x="157226" y="126111"/>
                  </a:lnTo>
                  <a:lnTo>
                    <a:pt x="157226" y="153289"/>
                  </a:lnTo>
                  <a:lnTo>
                    <a:pt x="153289" y="157226"/>
                  </a:lnTo>
                  <a:lnTo>
                    <a:pt x="126111" y="157226"/>
                  </a:lnTo>
                  <a:lnTo>
                    <a:pt x="122301" y="153289"/>
                  </a:lnTo>
                  <a:lnTo>
                    <a:pt x="122301" y="126111"/>
                  </a:lnTo>
                  <a:lnTo>
                    <a:pt x="126111" y="122301"/>
                  </a:lnTo>
                  <a:lnTo>
                    <a:pt x="153289" y="122301"/>
                  </a:lnTo>
                  <a:lnTo>
                    <a:pt x="157226" y="126111"/>
                  </a:lnTo>
                  <a:lnTo>
                    <a:pt x="157226" y="83439"/>
                  </a:lnTo>
                  <a:lnTo>
                    <a:pt x="153289" y="87376"/>
                  </a:lnTo>
                  <a:lnTo>
                    <a:pt x="126111" y="87376"/>
                  </a:lnTo>
                  <a:lnTo>
                    <a:pt x="122301" y="83439"/>
                  </a:lnTo>
                  <a:lnTo>
                    <a:pt x="122301" y="56261"/>
                  </a:lnTo>
                  <a:lnTo>
                    <a:pt x="126111" y="52451"/>
                  </a:lnTo>
                  <a:lnTo>
                    <a:pt x="153289" y="52451"/>
                  </a:lnTo>
                  <a:lnTo>
                    <a:pt x="157226" y="56261"/>
                  </a:lnTo>
                  <a:lnTo>
                    <a:pt x="157226" y="0"/>
                  </a:lnTo>
                  <a:lnTo>
                    <a:pt x="104775" y="0"/>
                  </a:lnTo>
                  <a:lnTo>
                    <a:pt x="91173" y="2743"/>
                  </a:lnTo>
                  <a:lnTo>
                    <a:pt x="80073" y="10223"/>
                  </a:lnTo>
                  <a:lnTo>
                    <a:pt x="72580" y="21336"/>
                  </a:lnTo>
                  <a:lnTo>
                    <a:pt x="69850" y="34925"/>
                  </a:lnTo>
                  <a:lnTo>
                    <a:pt x="69850" y="244475"/>
                  </a:lnTo>
                  <a:lnTo>
                    <a:pt x="72580" y="258076"/>
                  </a:lnTo>
                  <a:lnTo>
                    <a:pt x="80073" y="269176"/>
                  </a:lnTo>
                  <a:lnTo>
                    <a:pt x="91173" y="276669"/>
                  </a:lnTo>
                  <a:lnTo>
                    <a:pt x="104775" y="279400"/>
                  </a:lnTo>
                  <a:lnTo>
                    <a:pt x="244475" y="279400"/>
                  </a:lnTo>
                  <a:lnTo>
                    <a:pt x="258064" y="276669"/>
                  </a:lnTo>
                  <a:lnTo>
                    <a:pt x="269176" y="269176"/>
                  </a:lnTo>
                  <a:lnTo>
                    <a:pt x="276656" y="258076"/>
                  </a:lnTo>
                  <a:lnTo>
                    <a:pt x="277622" y="253238"/>
                  </a:lnTo>
                  <a:lnTo>
                    <a:pt x="279400" y="244475"/>
                  </a:lnTo>
                  <a:lnTo>
                    <a:pt x="279400" y="52451"/>
                  </a:lnTo>
                  <a:lnTo>
                    <a:pt x="279400" y="34925"/>
                  </a:lnTo>
                  <a:close/>
                </a:path>
                <a:path w="349250" h="1948179">
                  <a:moveTo>
                    <a:pt x="314325" y="877824"/>
                  </a:moveTo>
                  <a:lnTo>
                    <a:pt x="311581" y="864285"/>
                  </a:lnTo>
                  <a:lnTo>
                    <a:pt x="304101" y="853173"/>
                  </a:lnTo>
                  <a:lnTo>
                    <a:pt x="292989" y="845667"/>
                  </a:lnTo>
                  <a:lnTo>
                    <a:pt x="279400" y="842899"/>
                  </a:lnTo>
                  <a:lnTo>
                    <a:pt x="69850" y="842899"/>
                  </a:lnTo>
                  <a:lnTo>
                    <a:pt x="56248" y="845667"/>
                  </a:lnTo>
                  <a:lnTo>
                    <a:pt x="45148" y="853173"/>
                  </a:lnTo>
                  <a:lnTo>
                    <a:pt x="37655" y="864285"/>
                  </a:lnTo>
                  <a:lnTo>
                    <a:pt x="34925" y="877824"/>
                  </a:lnTo>
                  <a:lnTo>
                    <a:pt x="34925" y="1008888"/>
                  </a:lnTo>
                  <a:lnTo>
                    <a:pt x="69850" y="1008888"/>
                  </a:lnTo>
                  <a:lnTo>
                    <a:pt x="69850" y="877824"/>
                  </a:lnTo>
                  <a:lnTo>
                    <a:pt x="279400" y="877824"/>
                  </a:lnTo>
                  <a:lnTo>
                    <a:pt x="279400" y="1008888"/>
                  </a:lnTo>
                  <a:lnTo>
                    <a:pt x="314325" y="1008888"/>
                  </a:lnTo>
                  <a:lnTo>
                    <a:pt x="314325" y="877824"/>
                  </a:lnTo>
                  <a:close/>
                </a:path>
                <a:path w="349250" h="1948179">
                  <a:moveTo>
                    <a:pt x="336169" y="1738249"/>
                  </a:moveTo>
                  <a:lnTo>
                    <a:pt x="333070" y="1723009"/>
                  </a:lnTo>
                  <a:lnTo>
                    <a:pt x="324637" y="1710537"/>
                  </a:lnTo>
                  <a:lnTo>
                    <a:pt x="312166" y="1702104"/>
                  </a:lnTo>
                  <a:lnTo>
                    <a:pt x="296926" y="1699006"/>
                  </a:lnTo>
                  <a:lnTo>
                    <a:pt x="281609" y="1702104"/>
                  </a:lnTo>
                  <a:lnTo>
                    <a:pt x="269087" y="1710537"/>
                  </a:lnTo>
                  <a:lnTo>
                    <a:pt x="260642" y="1723009"/>
                  </a:lnTo>
                  <a:lnTo>
                    <a:pt x="257556" y="1738249"/>
                  </a:lnTo>
                  <a:lnTo>
                    <a:pt x="260642" y="1753565"/>
                  </a:lnTo>
                  <a:lnTo>
                    <a:pt x="269087" y="1766087"/>
                  </a:lnTo>
                  <a:lnTo>
                    <a:pt x="281609" y="1774532"/>
                  </a:lnTo>
                  <a:lnTo>
                    <a:pt x="296926" y="1777619"/>
                  </a:lnTo>
                  <a:lnTo>
                    <a:pt x="312166" y="1774532"/>
                  </a:lnTo>
                  <a:lnTo>
                    <a:pt x="324637" y="1766087"/>
                  </a:lnTo>
                  <a:lnTo>
                    <a:pt x="333070" y="1753565"/>
                  </a:lnTo>
                  <a:lnTo>
                    <a:pt x="336169" y="1738249"/>
                  </a:lnTo>
                  <a:close/>
                </a:path>
                <a:path w="349250" h="1948179">
                  <a:moveTo>
                    <a:pt x="346075" y="1856613"/>
                  </a:moveTo>
                  <a:lnTo>
                    <a:pt x="345922" y="1856232"/>
                  </a:lnTo>
                  <a:lnTo>
                    <a:pt x="341884" y="1846072"/>
                  </a:lnTo>
                  <a:lnTo>
                    <a:pt x="338328" y="1839722"/>
                  </a:lnTo>
                  <a:lnTo>
                    <a:pt x="334391" y="1834934"/>
                  </a:lnTo>
                  <a:lnTo>
                    <a:pt x="331317" y="1831086"/>
                  </a:lnTo>
                  <a:lnTo>
                    <a:pt x="332320" y="1831086"/>
                  </a:lnTo>
                  <a:lnTo>
                    <a:pt x="326771" y="1830451"/>
                  </a:lnTo>
                  <a:lnTo>
                    <a:pt x="323202" y="1832571"/>
                  </a:lnTo>
                  <a:lnTo>
                    <a:pt x="323037" y="1832571"/>
                  </a:lnTo>
                  <a:lnTo>
                    <a:pt x="314147" y="1834934"/>
                  </a:lnTo>
                  <a:lnTo>
                    <a:pt x="305587" y="1832571"/>
                  </a:lnTo>
                  <a:lnTo>
                    <a:pt x="301231" y="1828279"/>
                  </a:lnTo>
                  <a:lnTo>
                    <a:pt x="301231" y="1877999"/>
                  </a:lnTo>
                  <a:lnTo>
                    <a:pt x="299618" y="1886318"/>
                  </a:lnTo>
                  <a:lnTo>
                    <a:pt x="294843" y="1893404"/>
                  </a:lnTo>
                  <a:lnTo>
                    <a:pt x="287896" y="1898078"/>
                  </a:lnTo>
                  <a:lnTo>
                    <a:pt x="279400" y="1899793"/>
                  </a:lnTo>
                  <a:lnTo>
                    <a:pt x="270891" y="1898078"/>
                  </a:lnTo>
                  <a:lnTo>
                    <a:pt x="263944" y="1893404"/>
                  </a:lnTo>
                  <a:lnTo>
                    <a:pt x="259168" y="1886318"/>
                  </a:lnTo>
                  <a:lnTo>
                    <a:pt x="257556" y="1877999"/>
                  </a:lnTo>
                  <a:lnTo>
                    <a:pt x="259270" y="1869528"/>
                  </a:lnTo>
                  <a:lnTo>
                    <a:pt x="263906" y="1862683"/>
                  </a:lnTo>
                  <a:lnTo>
                    <a:pt x="264490" y="1862251"/>
                  </a:lnTo>
                  <a:lnTo>
                    <a:pt x="270891" y="1857946"/>
                  </a:lnTo>
                  <a:lnTo>
                    <a:pt x="279400" y="1856232"/>
                  </a:lnTo>
                  <a:lnTo>
                    <a:pt x="287896" y="1857946"/>
                  </a:lnTo>
                  <a:lnTo>
                    <a:pt x="301231" y="1877999"/>
                  </a:lnTo>
                  <a:lnTo>
                    <a:pt x="301231" y="1828279"/>
                  </a:lnTo>
                  <a:lnTo>
                    <a:pt x="299262" y="1826323"/>
                  </a:lnTo>
                  <a:lnTo>
                    <a:pt x="296799" y="1817116"/>
                  </a:lnTo>
                  <a:lnTo>
                    <a:pt x="296799" y="1813179"/>
                  </a:lnTo>
                  <a:lnTo>
                    <a:pt x="294132" y="1809623"/>
                  </a:lnTo>
                  <a:lnTo>
                    <a:pt x="283210" y="1807845"/>
                  </a:lnTo>
                  <a:lnTo>
                    <a:pt x="275590" y="1807845"/>
                  </a:lnTo>
                  <a:lnTo>
                    <a:pt x="264668" y="1809623"/>
                  </a:lnTo>
                  <a:lnTo>
                    <a:pt x="261874" y="1813179"/>
                  </a:lnTo>
                  <a:lnTo>
                    <a:pt x="261874" y="1817116"/>
                  </a:lnTo>
                  <a:lnTo>
                    <a:pt x="259740" y="1824990"/>
                  </a:lnTo>
                  <a:lnTo>
                    <a:pt x="259346" y="1826323"/>
                  </a:lnTo>
                  <a:lnTo>
                    <a:pt x="254533" y="1831086"/>
                  </a:lnTo>
                  <a:lnTo>
                    <a:pt x="252920" y="1832571"/>
                  </a:lnTo>
                  <a:lnTo>
                    <a:pt x="244551" y="1834921"/>
                  </a:lnTo>
                  <a:lnTo>
                    <a:pt x="235750" y="1832571"/>
                  </a:lnTo>
                  <a:lnTo>
                    <a:pt x="235585" y="1832571"/>
                  </a:lnTo>
                  <a:lnTo>
                    <a:pt x="232029" y="1830451"/>
                  </a:lnTo>
                  <a:lnTo>
                    <a:pt x="227584" y="1831086"/>
                  </a:lnTo>
                  <a:lnTo>
                    <a:pt x="225044" y="1834134"/>
                  </a:lnTo>
                  <a:lnTo>
                    <a:pt x="220472" y="1839722"/>
                  </a:lnTo>
                  <a:lnTo>
                    <a:pt x="216789" y="1846072"/>
                  </a:lnTo>
                  <a:lnTo>
                    <a:pt x="214249" y="1852803"/>
                  </a:lnTo>
                  <a:lnTo>
                    <a:pt x="212725" y="1856613"/>
                  </a:lnTo>
                  <a:lnTo>
                    <a:pt x="214503" y="1860677"/>
                  </a:lnTo>
                  <a:lnTo>
                    <a:pt x="217322" y="1862251"/>
                  </a:lnTo>
                  <a:lnTo>
                    <a:pt x="218020" y="1862683"/>
                  </a:lnTo>
                  <a:lnTo>
                    <a:pt x="220853" y="1865515"/>
                  </a:lnTo>
                  <a:lnTo>
                    <a:pt x="224663" y="1869376"/>
                  </a:lnTo>
                  <a:lnTo>
                    <a:pt x="226860" y="1877999"/>
                  </a:lnTo>
                  <a:lnTo>
                    <a:pt x="224701" y="1886318"/>
                  </a:lnTo>
                  <a:lnTo>
                    <a:pt x="224599" y="1886712"/>
                  </a:lnTo>
                  <a:lnTo>
                    <a:pt x="224459" y="1886712"/>
                  </a:lnTo>
                  <a:lnTo>
                    <a:pt x="217779" y="1893404"/>
                  </a:lnTo>
                  <a:lnTo>
                    <a:pt x="214503" y="1895221"/>
                  </a:lnTo>
                  <a:lnTo>
                    <a:pt x="212725" y="1899285"/>
                  </a:lnTo>
                  <a:lnTo>
                    <a:pt x="214249" y="1903095"/>
                  </a:lnTo>
                  <a:lnTo>
                    <a:pt x="216789" y="1909826"/>
                  </a:lnTo>
                  <a:lnTo>
                    <a:pt x="220472" y="1916176"/>
                  </a:lnTo>
                  <a:lnTo>
                    <a:pt x="225044" y="1921891"/>
                  </a:lnTo>
                  <a:lnTo>
                    <a:pt x="227584" y="1924939"/>
                  </a:lnTo>
                  <a:lnTo>
                    <a:pt x="232029" y="1925447"/>
                  </a:lnTo>
                  <a:lnTo>
                    <a:pt x="235458" y="1923415"/>
                  </a:lnTo>
                  <a:lnTo>
                    <a:pt x="244563" y="1921002"/>
                  </a:lnTo>
                  <a:lnTo>
                    <a:pt x="253123" y="1923415"/>
                  </a:lnTo>
                  <a:lnTo>
                    <a:pt x="259397" y="1929638"/>
                  </a:lnTo>
                  <a:lnTo>
                    <a:pt x="261874" y="1938794"/>
                  </a:lnTo>
                  <a:lnTo>
                    <a:pt x="261874" y="1942858"/>
                  </a:lnTo>
                  <a:lnTo>
                    <a:pt x="264668" y="1946275"/>
                  </a:lnTo>
                  <a:lnTo>
                    <a:pt x="275590" y="1948053"/>
                  </a:lnTo>
                  <a:lnTo>
                    <a:pt x="283210" y="1948053"/>
                  </a:lnTo>
                  <a:lnTo>
                    <a:pt x="294132" y="1946275"/>
                  </a:lnTo>
                  <a:lnTo>
                    <a:pt x="296799" y="1942858"/>
                  </a:lnTo>
                  <a:lnTo>
                    <a:pt x="296799" y="1938794"/>
                  </a:lnTo>
                  <a:lnTo>
                    <a:pt x="299262" y="1929638"/>
                  </a:lnTo>
                  <a:lnTo>
                    <a:pt x="305549" y="1923415"/>
                  </a:lnTo>
                  <a:lnTo>
                    <a:pt x="314147" y="1921002"/>
                  </a:lnTo>
                  <a:lnTo>
                    <a:pt x="323342" y="1923415"/>
                  </a:lnTo>
                  <a:lnTo>
                    <a:pt x="326771" y="1925447"/>
                  </a:lnTo>
                  <a:lnTo>
                    <a:pt x="331216" y="1924939"/>
                  </a:lnTo>
                  <a:lnTo>
                    <a:pt x="333756" y="1921891"/>
                  </a:lnTo>
                  <a:lnTo>
                    <a:pt x="334467" y="1921002"/>
                  </a:lnTo>
                  <a:lnTo>
                    <a:pt x="338328" y="1916176"/>
                  </a:lnTo>
                  <a:lnTo>
                    <a:pt x="341884" y="1909826"/>
                  </a:lnTo>
                  <a:lnTo>
                    <a:pt x="344551" y="1903095"/>
                  </a:lnTo>
                  <a:lnTo>
                    <a:pt x="345757" y="1899793"/>
                  </a:lnTo>
                  <a:lnTo>
                    <a:pt x="345948" y="1899285"/>
                  </a:lnTo>
                  <a:lnTo>
                    <a:pt x="344297" y="1895221"/>
                  </a:lnTo>
                  <a:lnTo>
                    <a:pt x="341007" y="1893404"/>
                  </a:lnTo>
                  <a:lnTo>
                    <a:pt x="334251" y="1886712"/>
                  </a:lnTo>
                  <a:lnTo>
                    <a:pt x="334073" y="1886318"/>
                  </a:lnTo>
                  <a:lnTo>
                    <a:pt x="331914" y="1877999"/>
                  </a:lnTo>
                  <a:lnTo>
                    <a:pt x="334111" y="1869528"/>
                  </a:lnTo>
                  <a:lnTo>
                    <a:pt x="334149" y="1869376"/>
                  </a:lnTo>
                  <a:lnTo>
                    <a:pt x="340766" y="1862683"/>
                  </a:lnTo>
                  <a:lnTo>
                    <a:pt x="340918" y="1862683"/>
                  </a:lnTo>
                  <a:lnTo>
                    <a:pt x="344297" y="1860677"/>
                  </a:lnTo>
                  <a:lnTo>
                    <a:pt x="346075" y="1856613"/>
                  </a:lnTo>
                  <a:close/>
                </a:path>
                <a:path w="349250" h="1948179">
                  <a:moveTo>
                    <a:pt x="349250" y="1039749"/>
                  </a:moveTo>
                  <a:lnTo>
                    <a:pt x="344551" y="1035050"/>
                  </a:lnTo>
                  <a:lnTo>
                    <a:pt x="4699" y="1035050"/>
                  </a:lnTo>
                  <a:lnTo>
                    <a:pt x="0" y="1039749"/>
                  </a:lnTo>
                  <a:lnTo>
                    <a:pt x="0" y="1045464"/>
                  </a:lnTo>
                  <a:lnTo>
                    <a:pt x="3289" y="1061821"/>
                  </a:lnTo>
                  <a:lnTo>
                    <a:pt x="12280" y="1075143"/>
                  </a:lnTo>
                  <a:lnTo>
                    <a:pt x="25603" y="1084097"/>
                  </a:lnTo>
                  <a:lnTo>
                    <a:pt x="41910" y="1087374"/>
                  </a:lnTo>
                  <a:lnTo>
                    <a:pt x="307340" y="1087374"/>
                  </a:lnTo>
                  <a:lnTo>
                    <a:pt x="323634" y="1084097"/>
                  </a:lnTo>
                  <a:lnTo>
                    <a:pt x="336956" y="1075143"/>
                  </a:lnTo>
                  <a:lnTo>
                    <a:pt x="345948" y="1061821"/>
                  </a:lnTo>
                  <a:lnTo>
                    <a:pt x="349250" y="1045464"/>
                  </a:lnTo>
                  <a:lnTo>
                    <a:pt x="349250" y="1039749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62000" y="6858000"/>
              <a:ext cx="3429000" cy="1524000"/>
            </a:xfrm>
            <a:custGeom>
              <a:avLst/>
              <a:gdLst/>
              <a:ahLst/>
              <a:cxnLst/>
              <a:rect l="l" t="t" r="r" b="b"/>
              <a:pathLst>
                <a:path w="3429000" h="1524000">
                  <a:moveTo>
                    <a:pt x="3307079" y="0"/>
                  </a:moveTo>
                  <a:lnTo>
                    <a:pt x="121919" y="0"/>
                  </a:lnTo>
                  <a:lnTo>
                    <a:pt x="74462" y="9584"/>
                  </a:lnTo>
                  <a:lnTo>
                    <a:pt x="35709" y="35718"/>
                  </a:lnTo>
                  <a:lnTo>
                    <a:pt x="9580" y="74473"/>
                  </a:lnTo>
                  <a:lnTo>
                    <a:pt x="0" y="121919"/>
                  </a:lnTo>
                  <a:lnTo>
                    <a:pt x="0" y="1402080"/>
                  </a:lnTo>
                  <a:lnTo>
                    <a:pt x="9580" y="1449537"/>
                  </a:lnTo>
                  <a:lnTo>
                    <a:pt x="35709" y="1488290"/>
                  </a:lnTo>
                  <a:lnTo>
                    <a:pt x="74462" y="1514419"/>
                  </a:lnTo>
                  <a:lnTo>
                    <a:pt x="121919" y="1524000"/>
                  </a:lnTo>
                  <a:lnTo>
                    <a:pt x="3307079" y="1524000"/>
                  </a:lnTo>
                  <a:lnTo>
                    <a:pt x="3354526" y="1514419"/>
                  </a:lnTo>
                  <a:lnTo>
                    <a:pt x="3393281" y="1488290"/>
                  </a:lnTo>
                  <a:lnTo>
                    <a:pt x="3419415" y="1449537"/>
                  </a:lnTo>
                  <a:lnTo>
                    <a:pt x="3429000" y="1402080"/>
                  </a:lnTo>
                  <a:lnTo>
                    <a:pt x="3429000" y="121919"/>
                  </a:lnTo>
                  <a:lnTo>
                    <a:pt x="3419415" y="74473"/>
                  </a:lnTo>
                  <a:lnTo>
                    <a:pt x="3393281" y="35718"/>
                  </a:lnTo>
                  <a:lnTo>
                    <a:pt x="3354526" y="9584"/>
                  </a:lnTo>
                  <a:lnTo>
                    <a:pt x="33070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852661" y="2243708"/>
            <a:ext cx="59048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Follow-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up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sessions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reinforce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sustain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behavioral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change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over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time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852661" y="3069462"/>
            <a:ext cx="6456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Scaling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the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model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to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additional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communities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with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similar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challenges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852661" y="3895090"/>
            <a:ext cx="6557009" cy="19202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Integration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with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local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government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NGO</a:t>
            </a:r>
            <a:r>
              <a:rPr dirty="0" sz="16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programs for</a:t>
            </a:r>
            <a:r>
              <a:rPr dirty="0" sz="16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infrastructure</a:t>
            </a:r>
            <a:r>
              <a:rPr dirty="0" sz="16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support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Development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digital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versions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educational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materials</a:t>
            </a:r>
            <a:r>
              <a:rPr dirty="0" sz="16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wider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reach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Establishment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600" spc="-7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WASH</a:t>
            </a:r>
            <a:r>
              <a:rPr dirty="0" sz="1600" spc="-5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committees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600" spc="-6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ongoing</a:t>
            </a:r>
            <a:r>
              <a:rPr dirty="0" sz="1600" spc="-8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monitoring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27150" y="6970014"/>
            <a:ext cx="2299335" cy="897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00" spc="-25" b="1">
                <a:solidFill>
                  <a:srgbClr val="2C6A4F"/>
                </a:solidFill>
                <a:latin typeface="Times New Roman"/>
                <a:cs typeface="Times New Roman"/>
              </a:rPr>
              <a:t>88%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Average</a:t>
            </a:r>
            <a:r>
              <a:rPr dirty="0" sz="1300" spc="-6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Knowledge</a:t>
            </a:r>
            <a:r>
              <a:rPr dirty="0" sz="1300" spc="-5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Improvement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4508500" y="6858000"/>
            <a:ext cx="3429000" cy="1524000"/>
          </a:xfrm>
          <a:custGeom>
            <a:avLst/>
            <a:gdLst/>
            <a:ahLst/>
            <a:cxnLst/>
            <a:rect l="l" t="t" r="r" b="b"/>
            <a:pathLst>
              <a:path w="3429000" h="1524000">
                <a:moveTo>
                  <a:pt x="3307079" y="0"/>
                </a:moveTo>
                <a:lnTo>
                  <a:pt x="121920" y="0"/>
                </a:lnTo>
                <a:lnTo>
                  <a:pt x="74473" y="9584"/>
                </a:lnTo>
                <a:lnTo>
                  <a:pt x="35718" y="35718"/>
                </a:lnTo>
                <a:lnTo>
                  <a:pt x="9584" y="74473"/>
                </a:lnTo>
                <a:lnTo>
                  <a:pt x="0" y="121919"/>
                </a:lnTo>
                <a:lnTo>
                  <a:pt x="0" y="1402080"/>
                </a:lnTo>
                <a:lnTo>
                  <a:pt x="9584" y="1449537"/>
                </a:lnTo>
                <a:lnTo>
                  <a:pt x="35718" y="1488290"/>
                </a:lnTo>
                <a:lnTo>
                  <a:pt x="74473" y="1514419"/>
                </a:lnTo>
                <a:lnTo>
                  <a:pt x="121920" y="1524000"/>
                </a:lnTo>
                <a:lnTo>
                  <a:pt x="3307079" y="1524000"/>
                </a:lnTo>
                <a:lnTo>
                  <a:pt x="3354526" y="1514419"/>
                </a:lnTo>
                <a:lnTo>
                  <a:pt x="3393281" y="1488290"/>
                </a:lnTo>
                <a:lnTo>
                  <a:pt x="3419415" y="1449537"/>
                </a:lnTo>
                <a:lnTo>
                  <a:pt x="3429000" y="1402080"/>
                </a:lnTo>
                <a:lnTo>
                  <a:pt x="3429000" y="121919"/>
                </a:lnTo>
                <a:lnTo>
                  <a:pt x="3419415" y="74473"/>
                </a:lnTo>
                <a:lnTo>
                  <a:pt x="3393281" y="35718"/>
                </a:lnTo>
                <a:lnTo>
                  <a:pt x="3354526" y="9584"/>
                </a:lnTo>
                <a:lnTo>
                  <a:pt x="3307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5462396" y="6970014"/>
            <a:ext cx="1521460" cy="897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2C6A4F"/>
                </a:solidFill>
                <a:latin typeface="Times New Roman"/>
                <a:cs typeface="Times New Roman"/>
              </a:rPr>
              <a:t>6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Communities</a:t>
            </a:r>
            <a:r>
              <a:rPr dirty="0" sz="1300" spc="1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Reached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8255000" y="6858000"/>
            <a:ext cx="3429000" cy="1524000"/>
          </a:xfrm>
          <a:custGeom>
            <a:avLst/>
            <a:gdLst/>
            <a:ahLst/>
            <a:cxnLst/>
            <a:rect l="l" t="t" r="r" b="b"/>
            <a:pathLst>
              <a:path w="3429000" h="1524000">
                <a:moveTo>
                  <a:pt x="3307079" y="0"/>
                </a:moveTo>
                <a:lnTo>
                  <a:pt x="121920" y="0"/>
                </a:lnTo>
                <a:lnTo>
                  <a:pt x="74473" y="9584"/>
                </a:lnTo>
                <a:lnTo>
                  <a:pt x="35718" y="35718"/>
                </a:lnTo>
                <a:lnTo>
                  <a:pt x="9584" y="74473"/>
                </a:lnTo>
                <a:lnTo>
                  <a:pt x="0" y="121919"/>
                </a:lnTo>
                <a:lnTo>
                  <a:pt x="0" y="1402080"/>
                </a:lnTo>
                <a:lnTo>
                  <a:pt x="9584" y="1449537"/>
                </a:lnTo>
                <a:lnTo>
                  <a:pt x="35718" y="1488290"/>
                </a:lnTo>
                <a:lnTo>
                  <a:pt x="74473" y="1514419"/>
                </a:lnTo>
                <a:lnTo>
                  <a:pt x="121920" y="1524000"/>
                </a:lnTo>
                <a:lnTo>
                  <a:pt x="3307079" y="1524000"/>
                </a:lnTo>
                <a:lnTo>
                  <a:pt x="3354526" y="1514419"/>
                </a:lnTo>
                <a:lnTo>
                  <a:pt x="3393281" y="1488290"/>
                </a:lnTo>
                <a:lnTo>
                  <a:pt x="3419415" y="1449537"/>
                </a:lnTo>
                <a:lnTo>
                  <a:pt x="3429000" y="1402080"/>
                </a:lnTo>
                <a:lnTo>
                  <a:pt x="3429000" y="121919"/>
                </a:lnTo>
                <a:lnTo>
                  <a:pt x="3419415" y="74473"/>
                </a:lnTo>
                <a:lnTo>
                  <a:pt x="3393281" y="35718"/>
                </a:lnTo>
                <a:lnTo>
                  <a:pt x="3354526" y="9584"/>
                </a:lnTo>
                <a:lnTo>
                  <a:pt x="3307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8866378" y="6970014"/>
            <a:ext cx="2207260" cy="897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2C6A4F"/>
                </a:solidFill>
                <a:latin typeface="Times New Roman"/>
                <a:cs typeface="Times New Roman"/>
              </a:rPr>
              <a:t>2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Educational</a:t>
            </a:r>
            <a:r>
              <a:rPr dirty="0" sz="1300" spc="-7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Storyboards</a:t>
            </a:r>
            <a:r>
              <a:rPr dirty="0" sz="13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Created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2001500" y="6858000"/>
            <a:ext cx="3429000" cy="1524000"/>
          </a:xfrm>
          <a:custGeom>
            <a:avLst/>
            <a:gdLst/>
            <a:ahLst/>
            <a:cxnLst/>
            <a:rect l="l" t="t" r="r" b="b"/>
            <a:pathLst>
              <a:path w="3429000" h="1524000">
                <a:moveTo>
                  <a:pt x="3307080" y="0"/>
                </a:moveTo>
                <a:lnTo>
                  <a:pt x="121920" y="0"/>
                </a:lnTo>
                <a:lnTo>
                  <a:pt x="74473" y="9584"/>
                </a:lnTo>
                <a:lnTo>
                  <a:pt x="35718" y="35718"/>
                </a:lnTo>
                <a:lnTo>
                  <a:pt x="9584" y="74473"/>
                </a:lnTo>
                <a:lnTo>
                  <a:pt x="0" y="121919"/>
                </a:lnTo>
                <a:lnTo>
                  <a:pt x="0" y="1402080"/>
                </a:lnTo>
                <a:lnTo>
                  <a:pt x="9584" y="1449537"/>
                </a:lnTo>
                <a:lnTo>
                  <a:pt x="35718" y="1488290"/>
                </a:lnTo>
                <a:lnTo>
                  <a:pt x="74473" y="1514419"/>
                </a:lnTo>
                <a:lnTo>
                  <a:pt x="121920" y="1524000"/>
                </a:lnTo>
                <a:lnTo>
                  <a:pt x="3307080" y="1524000"/>
                </a:lnTo>
                <a:lnTo>
                  <a:pt x="3354526" y="1514419"/>
                </a:lnTo>
                <a:lnTo>
                  <a:pt x="3393281" y="1488290"/>
                </a:lnTo>
                <a:lnTo>
                  <a:pt x="3419415" y="1449537"/>
                </a:lnTo>
                <a:lnTo>
                  <a:pt x="3429000" y="1402080"/>
                </a:lnTo>
                <a:lnTo>
                  <a:pt x="3429000" y="121919"/>
                </a:lnTo>
                <a:lnTo>
                  <a:pt x="3419415" y="74473"/>
                </a:lnTo>
                <a:lnTo>
                  <a:pt x="3393281" y="35718"/>
                </a:lnTo>
                <a:lnTo>
                  <a:pt x="3354526" y="9584"/>
                </a:lnTo>
                <a:lnTo>
                  <a:pt x="33070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2669773" y="6970014"/>
            <a:ext cx="2094864" cy="897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solidFill>
                  <a:srgbClr val="2C6A4F"/>
                </a:solidFill>
                <a:latin typeface="Times New Roman"/>
                <a:cs typeface="Times New Roman"/>
              </a:rPr>
              <a:t>100+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Community</a:t>
            </a:r>
            <a:r>
              <a:rPr dirty="0" sz="1300" spc="-5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5C6B73"/>
                </a:solidFill>
                <a:latin typeface="Times New Roman"/>
                <a:cs typeface="Times New Roman"/>
              </a:rPr>
              <a:t>Members</a:t>
            </a:r>
            <a:r>
              <a:rPr dirty="0" sz="1300" spc="-7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5C6B73"/>
                </a:solidFill>
                <a:latin typeface="Times New Roman"/>
                <a:cs typeface="Times New Roman"/>
              </a:rPr>
              <a:t>Engaged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508000"/>
          </a:xfrm>
          <a:custGeom>
            <a:avLst/>
            <a:gdLst/>
            <a:ahLst/>
            <a:cxnLst/>
            <a:rect l="l" t="t" r="r" b="b"/>
            <a:pathLst>
              <a:path w="12192000" h="508000">
                <a:moveTo>
                  <a:pt x="0" y="508000"/>
                </a:moveTo>
                <a:lnTo>
                  <a:pt x="12192000" y="508000"/>
                </a:lnTo>
                <a:lnTo>
                  <a:pt x="121920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E8E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38147" y="153416"/>
            <a:ext cx="118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Program</a:t>
            </a:r>
            <a:r>
              <a:rPr dirty="0" sz="1200" spc="-40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31967" y="153416"/>
            <a:ext cx="152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Activity</a:t>
            </a:r>
            <a:r>
              <a:rPr dirty="0" sz="1200" spc="-4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478518" y="153416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Results</a:t>
            </a:r>
            <a:r>
              <a:rPr dirty="0" sz="1200" spc="-25">
                <a:solidFill>
                  <a:srgbClr val="5C6B7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5C6B73"/>
                </a:solidFill>
                <a:latin typeface="Times New Roman"/>
                <a:cs typeface="Times New Roman"/>
              </a:rPr>
              <a:t>&amp;</a:t>
            </a:r>
            <a:r>
              <a:rPr dirty="0" sz="1200" spc="-10">
                <a:solidFill>
                  <a:srgbClr val="5C6B73"/>
                </a:solidFill>
                <a:latin typeface="Times New Roman"/>
                <a:cs typeface="Times New Roman"/>
              </a:rPr>
              <a:t> Reflections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2192000" y="0"/>
            <a:ext cx="4064000" cy="508000"/>
          </a:xfrm>
          <a:custGeom>
            <a:avLst/>
            <a:gdLst/>
            <a:ahLst/>
            <a:cxnLst/>
            <a:rect l="l" t="t" r="r" b="b"/>
            <a:pathLst>
              <a:path w="4064000" h="508000">
                <a:moveTo>
                  <a:pt x="4064000" y="0"/>
                </a:moveTo>
                <a:lnTo>
                  <a:pt x="0" y="0"/>
                </a:lnTo>
                <a:lnTo>
                  <a:pt x="0" y="508000"/>
                </a:lnTo>
                <a:lnTo>
                  <a:pt x="4064000" y="508000"/>
                </a:lnTo>
                <a:lnTo>
                  <a:pt x="4064000" y="0"/>
                </a:lnTo>
                <a:close/>
              </a:path>
            </a:pathLst>
          </a:custGeom>
          <a:solidFill>
            <a:srgbClr val="2C6A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3245845" y="153416"/>
            <a:ext cx="1955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Documentation</a:t>
            </a:r>
            <a:r>
              <a:rPr dirty="0" sz="12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2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62000" y="812800"/>
            <a:ext cx="14732000" cy="7569834"/>
            <a:chOff x="762000" y="812800"/>
            <a:chExt cx="14732000" cy="7569834"/>
          </a:xfrm>
        </p:grpSpPr>
        <p:sp>
          <p:nvSpPr>
            <p:cNvPr id="9" name="object 9" descr=""/>
            <p:cNvSpPr/>
            <p:nvPr/>
          </p:nvSpPr>
          <p:spPr>
            <a:xfrm>
              <a:off x="762000" y="812800"/>
              <a:ext cx="63500" cy="355600"/>
            </a:xfrm>
            <a:custGeom>
              <a:avLst/>
              <a:gdLst/>
              <a:ahLst/>
              <a:cxnLst/>
              <a:rect l="l" t="t" r="r" b="b"/>
              <a:pathLst>
                <a:path w="63500" h="355600">
                  <a:moveTo>
                    <a:pt x="63500" y="0"/>
                  </a:moveTo>
                  <a:lnTo>
                    <a:pt x="0" y="0"/>
                  </a:lnTo>
                  <a:lnTo>
                    <a:pt x="0" y="355600"/>
                  </a:lnTo>
                  <a:lnTo>
                    <a:pt x="63500" y="3556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D3A2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62000" y="2412999"/>
              <a:ext cx="14732000" cy="3060700"/>
            </a:xfrm>
            <a:custGeom>
              <a:avLst/>
              <a:gdLst/>
              <a:ahLst/>
              <a:cxnLst/>
              <a:rect l="l" t="t" r="r" b="b"/>
              <a:pathLst>
                <a:path w="14732000" h="3060700">
                  <a:moveTo>
                    <a:pt x="14732000" y="3048000"/>
                  </a:moveTo>
                  <a:lnTo>
                    <a:pt x="0" y="3048000"/>
                  </a:lnTo>
                  <a:lnTo>
                    <a:pt x="0" y="3060700"/>
                  </a:lnTo>
                  <a:lnTo>
                    <a:pt x="14732000" y="3060700"/>
                  </a:lnTo>
                  <a:lnTo>
                    <a:pt x="14732000" y="3048000"/>
                  </a:lnTo>
                  <a:close/>
                </a:path>
                <a:path w="14732000" h="3060700">
                  <a:moveTo>
                    <a:pt x="14732000" y="2032000"/>
                  </a:moveTo>
                  <a:lnTo>
                    <a:pt x="0" y="2032000"/>
                  </a:lnTo>
                  <a:lnTo>
                    <a:pt x="0" y="2044700"/>
                  </a:lnTo>
                  <a:lnTo>
                    <a:pt x="14732000" y="2044700"/>
                  </a:lnTo>
                  <a:lnTo>
                    <a:pt x="14732000" y="2032000"/>
                  </a:lnTo>
                  <a:close/>
                </a:path>
                <a:path w="14732000" h="3060700">
                  <a:moveTo>
                    <a:pt x="14732000" y="1016000"/>
                  </a:moveTo>
                  <a:lnTo>
                    <a:pt x="0" y="1016000"/>
                  </a:lnTo>
                  <a:lnTo>
                    <a:pt x="0" y="1028700"/>
                  </a:lnTo>
                  <a:lnTo>
                    <a:pt x="14732000" y="1028700"/>
                  </a:lnTo>
                  <a:lnTo>
                    <a:pt x="14732000" y="1016000"/>
                  </a:lnTo>
                  <a:close/>
                </a:path>
                <a:path w="14732000" h="3060700">
                  <a:moveTo>
                    <a:pt x="14732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4732000" y="12700"/>
                  </a:lnTo>
                  <a:lnTo>
                    <a:pt x="14732000" y="0"/>
                  </a:lnTo>
                  <a:close/>
                </a:path>
              </a:pathLst>
            </a:custGeom>
            <a:solidFill>
              <a:srgbClr val="E8E3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62000" y="6731000"/>
              <a:ext cx="14732000" cy="1651635"/>
            </a:xfrm>
            <a:custGeom>
              <a:avLst/>
              <a:gdLst/>
              <a:ahLst/>
              <a:cxnLst/>
              <a:rect l="l" t="t" r="r" b="b"/>
              <a:pathLst>
                <a:path w="14732000" h="1651634">
                  <a:moveTo>
                    <a:pt x="14632940" y="0"/>
                  </a:moveTo>
                  <a:lnTo>
                    <a:pt x="99072" y="0"/>
                  </a:lnTo>
                  <a:lnTo>
                    <a:pt x="60505" y="7780"/>
                  </a:lnTo>
                  <a:lnTo>
                    <a:pt x="29014" y="29003"/>
                  </a:lnTo>
                  <a:lnTo>
                    <a:pt x="7784" y="60489"/>
                  </a:lnTo>
                  <a:lnTo>
                    <a:pt x="0" y="99060"/>
                  </a:lnTo>
                  <a:lnTo>
                    <a:pt x="0" y="1551927"/>
                  </a:lnTo>
                  <a:lnTo>
                    <a:pt x="7784" y="1590488"/>
                  </a:lnTo>
                  <a:lnTo>
                    <a:pt x="60505" y="1643213"/>
                  </a:lnTo>
                  <a:lnTo>
                    <a:pt x="99072" y="1651000"/>
                  </a:lnTo>
                  <a:lnTo>
                    <a:pt x="14632940" y="1651012"/>
                  </a:lnTo>
                  <a:lnTo>
                    <a:pt x="14671510" y="1643228"/>
                  </a:lnTo>
                  <a:lnTo>
                    <a:pt x="14702996" y="1621999"/>
                  </a:lnTo>
                  <a:lnTo>
                    <a:pt x="14724219" y="1590512"/>
                  </a:lnTo>
                  <a:lnTo>
                    <a:pt x="14732000" y="1551952"/>
                  </a:lnTo>
                  <a:lnTo>
                    <a:pt x="14732000" y="99060"/>
                  </a:lnTo>
                  <a:lnTo>
                    <a:pt x="14724219" y="60489"/>
                  </a:lnTo>
                  <a:lnTo>
                    <a:pt x="14702996" y="29003"/>
                  </a:lnTo>
                  <a:lnTo>
                    <a:pt x="14671510" y="7780"/>
                  </a:lnTo>
                  <a:lnTo>
                    <a:pt x="14632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01725" y="7175500"/>
              <a:ext cx="311150" cy="355600"/>
            </a:xfrm>
            <a:custGeom>
              <a:avLst/>
              <a:gdLst/>
              <a:ahLst/>
              <a:cxnLst/>
              <a:rect l="l" t="t" r="r" b="b"/>
              <a:pathLst>
                <a:path w="311150" h="355600">
                  <a:moveTo>
                    <a:pt x="277875" y="0"/>
                  </a:moveTo>
                  <a:lnTo>
                    <a:pt x="66675" y="0"/>
                  </a:lnTo>
                  <a:lnTo>
                    <a:pt x="40730" y="5238"/>
                  </a:lnTo>
                  <a:lnTo>
                    <a:pt x="19535" y="19526"/>
                  </a:lnTo>
                  <a:lnTo>
                    <a:pt x="5242" y="40719"/>
                  </a:lnTo>
                  <a:lnTo>
                    <a:pt x="0" y="66675"/>
                  </a:lnTo>
                  <a:lnTo>
                    <a:pt x="0" y="288925"/>
                  </a:lnTo>
                  <a:lnTo>
                    <a:pt x="5242" y="314880"/>
                  </a:lnTo>
                  <a:lnTo>
                    <a:pt x="19535" y="336073"/>
                  </a:lnTo>
                  <a:lnTo>
                    <a:pt x="40730" y="350361"/>
                  </a:lnTo>
                  <a:lnTo>
                    <a:pt x="66675" y="355600"/>
                  </a:lnTo>
                  <a:lnTo>
                    <a:pt x="288925" y="355600"/>
                  </a:lnTo>
                  <a:lnTo>
                    <a:pt x="297594" y="353859"/>
                  </a:lnTo>
                  <a:lnTo>
                    <a:pt x="304657" y="349107"/>
                  </a:lnTo>
                  <a:lnTo>
                    <a:pt x="309409" y="342044"/>
                  </a:lnTo>
                  <a:lnTo>
                    <a:pt x="311150" y="333375"/>
                  </a:lnTo>
                  <a:lnTo>
                    <a:pt x="309409" y="324705"/>
                  </a:lnTo>
                  <a:lnTo>
                    <a:pt x="304657" y="317642"/>
                  </a:lnTo>
                  <a:lnTo>
                    <a:pt x="297594" y="312890"/>
                  </a:lnTo>
                  <a:lnTo>
                    <a:pt x="288925" y="311150"/>
                  </a:lnTo>
                  <a:lnTo>
                    <a:pt x="66675" y="311150"/>
                  </a:lnTo>
                  <a:lnTo>
                    <a:pt x="58015" y="309409"/>
                  </a:lnTo>
                  <a:lnTo>
                    <a:pt x="50952" y="304657"/>
                  </a:lnTo>
                  <a:lnTo>
                    <a:pt x="46193" y="297594"/>
                  </a:lnTo>
                  <a:lnTo>
                    <a:pt x="44450" y="288925"/>
                  </a:lnTo>
                  <a:lnTo>
                    <a:pt x="46193" y="280255"/>
                  </a:lnTo>
                  <a:lnTo>
                    <a:pt x="50952" y="273192"/>
                  </a:lnTo>
                  <a:lnTo>
                    <a:pt x="58015" y="268440"/>
                  </a:lnTo>
                  <a:lnTo>
                    <a:pt x="66675" y="266700"/>
                  </a:lnTo>
                  <a:lnTo>
                    <a:pt x="288925" y="266700"/>
                  </a:lnTo>
                  <a:lnTo>
                    <a:pt x="288925" y="264794"/>
                  </a:lnTo>
                  <a:lnTo>
                    <a:pt x="297862" y="260000"/>
                  </a:lnTo>
                  <a:lnTo>
                    <a:pt x="304895" y="252825"/>
                  </a:lnTo>
                  <a:lnTo>
                    <a:pt x="309499" y="243792"/>
                  </a:lnTo>
                  <a:lnTo>
                    <a:pt x="311150" y="233425"/>
                  </a:lnTo>
                  <a:lnTo>
                    <a:pt x="311150" y="188975"/>
                  </a:lnTo>
                  <a:lnTo>
                    <a:pt x="96329" y="188975"/>
                  </a:lnTo>
                  <a:lnTo>
                    <a:pt x="88900" y="181482"/>
                  </a:lnTo>
                  <a:lnTo>
                    <a:pt x="88900" y="163068"/>
                  </a:lnTo>
                  <a:lnTo>
                    <a:pt x="96329" y="155575"/>
                  </a:lnTo>
                  <a:lnTo>
                    <a:pt x="311150" y="155575"/>
                  </a:lnTo>
                  <a:lnTo>
                    <a:pt x="311150" y="122300"/>
                  </a:lnTo>
                  <a:lnTo>
                    <a:pt x="96329" y="122300"/>
                  </a:lnTo>
                  <a:lnTo>
                    <a:pt x="88900" y="114807"/>
                  </a:lnTo>
                  <a:lnTo>
                    <a:pt x="88900" y="96393"/>
                  </a:lnTo>
                  <a:lnTo>
                    <a:pt x="96329" y="88900"/>
                  </a:lnTo>
                  <a:lnTo>
                    <a:pt x="311150" y="88900"/>
                  </a:lnTo>
                  <a:lnTo>
                    <a:pt x="311150" y="33274"/>
                  </a:lnTo>
                  <a:lnTo>
                    <a:pt x="308522" y="20359"/>
                  </a:lnTo>
                  <a:lnTo>
                    <a:pt x="301370" y="9779"/>
                  </a:lnTo>
                  <a:lnTo>
                    <a:pt x="290790" y="2627"/>
                  </a:lnTo>
                  <a:lnTo>
                    <a:pt x="277875" y="0"/>
                  </a:lnTo>
                  <a:close/>
                </a:path>
                <a:path w="311150" h="355600">
                  <a:moveTo>
                    <a:pt x="288925" y="266700"/>
                  </a:moveTo>
                  <a:lnTo>
                    <a:pt x="244475" y="266700"/>
                  </a:lnTo>
                  <a:lnTo>
                    <a:pt x="244475" y="311150"/>
                  </a:lnTo>
                  <a:lnTo>
                    <a:pt x="288925" y="311150"/>
                  </a:lnTo>
                  <a:lnTo>
                    <a:pt x="288925" y="266700"/>
                  </a:lnTo>
                  <a:close/>
                </a:path>
                <a:path w="311150" h="355600">
                  <a:moveTo>
                    <a:pt x="311150" y="155575"/>
                  </a:moveTo>
                  <a:lnTo>
                    <a:pt x="236981" y="155575"/>
                  </a:lnTo>
                  <a:lnTo>
                    <a:pt x="244475" y="163068"/>
                  </a:lnTo>
                  <a:lnTo>
                    <a:pt x="244475" y="181482"/>
                  </a:lnTo>
                  <a:lnTo>
                    <a:pt x="236981" y="188975"/>
                  </a:lnTo>
                  <a:lnTo>
                    <a:pt x="311150" y="188975"/>
                  </a:lnTo>
                  <a:lnTo>
                    <a:pt x="311150" y="155575"/>
                  </a:lnTo>
                  <a:close/>
                </a:path>
                <a:path w="311150" h="355600">
                  <a:moveTo>
                    <a:pt x="311150" y="88900"/>
                  </a:moveTo>
                  <a:lnTo>
                    <a:pt x="236981" y="88900"/>
                  </a:lnTo>
                  <a:lnTo>
                    <a:pt x="244475" y="96393"/>
                  </a:lnTo>
                  <a:lnTo>
                    <a:pt x="244475" y="114807"/>
                  </a:lnTo>
                  <a:lnTo>
                    <a:pt x="236981" y="122300"/>
                  </a:lnTo>
                  <a:lnTo>
                    <a:pt x="311150" y="122300"/>
                  </a:lnTo>
                  <a:lnTo>
                    <a:pt x="311150" y="8890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003503" y="802004"/>
            <a:ext cx="36810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References</a:t>
            </a:r>
            <a:r>
              <a:rPr dirty="0" sz="2800" spc="-65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C6A4F"/>
                </a:solidFill>
                <a:latin typeface="Times New Roman"/>
                <a:cs typeface="Times New Roman"/>
              </a:rPr>
              <a:t>&amp;</a:t>
            </a:r>
            <a:r>
              <a:rPr dirty="0" sz="2800" spc="-8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C6A4F"/>
                </a:solidFill>
                <a:latin typeface="Times New Roman"/>
                <a:cs typeface="Times New Roman"/>
              </a:rPr>
              <a:t>Resources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14" name="object 14" descr=""/>
          <p:cNvSpPr txBox="1"/>
          <p:nvPr/>
        </p:nvSpPr>
        <p:spPr>
          <a:xfrm>
            <a:off x="884936" y="1624964"/>
            <a:ext cx="262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2C6A4F"/>
                </a:solidFill>
                <a:latin typeface="Times New Roman"/>
                <a:cs typeface="Times New Roman"/>
              </a:rPr>
              <a:t>[1]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84553" y="1583181"/>
            <a:ext cx="134048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UNICEF.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(2024).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60" i="1">
                <a:solidFill>
                  <a:srgbClr val="2B2C42"/>
                </a:solidFill>
                <a:latin typeface="Times New Roman"/>
                <a:cs typeface="Times New Roman"/>
              </a:rPr>
              <a:t>Water,</a:t>
            </a:r>
            <a:r>
              <a:rPr dirty="0" sz="1600" spc="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600" spc="-1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2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600" spc="-1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20" i="1">
                <a:solidFill>
                  <a:srgbClr val="2B2C42"/>
                </a:solidFill>
                <a:latin typeface="Times New Roman"/>
                <a:cs typeface="Times New Roman"/>
              </a:rPr>
              <a:t>(WASH)</a:t>
            </a:r>
            <a:r>
              <a:rPr dirty="0" sz="1600" spc="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 i="1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600" spc="-2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Guidelines.</a:t>
            </a:r>
            <a:r>
              <a:rPr dirty="0" sz="1600" spc="3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UNICEF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WASH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Section. </a:t>
            </a:r>
            <a:r>
              <a:rPr dirty="0" u="sng" sz="1600" spc="-2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https://www.unicef.org/water</a:t>
            </a:r>
            <a:r>
              <a:rPr dirty="0" u="sng" sz="1600" spc="-2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-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sanitation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-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and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-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hygiene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-</a:t>
            </a:r>
            <a:r>
              <a:rPr dirty="0" u="sng" sz="1600" spc="-2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2"/>
              </a:rPr>
              <a:t>wash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84936" y="2641218"/>
            <a:ext cx="262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2C6A4F"/>
                </a:solidFill>
                <a:latin typeface="Times New Roman"/>
                <a:cs typeface="Times New Roman"/>
              </a:rPr>
              <a:t>[2]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84553" y="2476906"/>
            <a:ext cx="134994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World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Health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Organization.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(2023).</a:t>
            </a:r>
            <a:r>
              <a:rPr dirty="0" sz="16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60" i="1">
                <a:solidFill>
                  <a:srgbClr val="2B2C42"/>
                </a:solidFill>
                <a:latin typeface="Times New Roman"/>
                <a:cs typeface="Times New Roman"/>
              </a:rPr>
              <a:t>Water,</a:t>
            </a:r>
            <a:r>
              <a:rPr dirty="0" sz="1600" spc="-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600" spc="-3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4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600" spc="-1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Strategy</a:t>
            </a:r>
            <a:r>
              <a:rPr dirty="0" sz="1600" spc="-2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 i="1">
                <a:solidFill>
                  <a:srgbClr val="2B2C42"/>
                </a:solidFill>
                <a:latin typeface="Times New Roman"/>
                <a:cs typeface="Times New Roman"/>
              </a:rPr>
              <a:t>2023-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2030.</a:t>
            </a:r>
            <a:r>
              <a:rPr dirty="0" sz="1600" spc="-8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WHO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Geneva.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https://www.who.int/teams/environment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climate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change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1600" spc="-2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and</a:t>
            </a:r>
            <a:r>
              <a:rPr dirty="0" u="sng" sz="1600" spc="-2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u="sng" sz="1600" spc="-2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health/water</a:t>
            </a:r>
            <a:r>
              <a:rPr dirty="0" u="sng" sz="1600" spc="-2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sanitation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and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-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3"/>
              </a:rPr>
              <a:t>health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84936" y="3657346"/>
            <a:ext cx="262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2C6A4F"/>
                </a:solidFill>
                <a:latin typeface="Times New Roman"/>
                <a:cs typeface="Times New Roman"/>
              </a:rPr>
              <a:t>[3]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84553" y="3615690"/>
            <a:ext cx="130740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Ministry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6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Jal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Shakti.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(2024).</a:t>
            </a:r>
            <a:r>
              <a:rPr dirty="0" sz="16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Swachh</a:t>
            </a:r>
            <a:r>
              <a:rPr dirty="0" sz="1600" spc="-5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Bharat</a:t>
            </a:r>
            <a:r>
              <a:rPr dirty="0" sz="1600" spc="-5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Mission</a:t>
            </a:r>
            <a:r>
              <a:rPr dirty="0" sz="1600" spc="-2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(Clean</a:t>
            </a:r>
            <a:r>
              <a:rPr dirty="0" sz="1600" spc="-3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India</a:t>
            </a:r>
            <a:r>
              <a:rPr dirty="0" sz="1600" spc="-3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Mission)</a:t>
            </a:r>
            <a:r>
              <a:rPr dirty="0" sz="1600" spc="-1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—</a:t>
            </a:r>
            <a:r>
              <a:rPr dirty="0" sz="1600" spc="-4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Phase</a:t>
            </a:r>
            <a:r>
              <a:rPr dirty="0" sz="1600" spc="-4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II</a:t>
            </a:r>
            <a:r>
              <a:rPr dirty="0" sz="1600" spc="-4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Guidelines.</a:t>
            </a:r>
            <a:r>
              <a:rPr dirty="0" sz="1600" spc="-2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Government</a:t>
            </a:r>
            <a:r>
              <a:rPr dirty="0" sz="1600" spc="-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of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India.</a:t>
            </a:r>
            <a:r>
              <a:rPr dirty="0" sz="16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u="sng" sz="1600" spc="-10">
                <a:solidFill>
                  <a:srgbClr val="2B2C42"/>
                </a:solidFill>
                <a:uFill>
                  <a:solidFill>
                    <a:srgbClr val="2B2C42"/>
                  </a:solidFill>
                </a:uFill>
                <a:latin typeface="Times New Roman"/>
                <a:cs typeface="Times New Roman"/>
                <a:hlinkClick r:id="rId4"/>
              </a:rPr>
              <a:t>https://swachhbharatmission.gov.in/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84936" y="4673600"/>
            <a:ext cx="262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2C6A4F"/>
                </a:solidFill>
                <a:latin typeface="Times New Roman"/>
                <a:cs typeface="Times New Roman"/>
              </a:rPr>
              <a:t>[4]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84553" y="4631817"/>
            <a:ext cx="95694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Local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Health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Department. (2025).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5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Sanitation</a:t>
            </a:r>
            <a:r>
              <a:rPr dirty="0" sz="1600" spc="-5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600" spc="-4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Hygiene</a:t>
            </a:r>
            <a:r>
              <a:rPr dirty="0" sz="1600" spc="-4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 i="1">
                <a:solidFill>
                  <a:srgbClr val="2B2C42"/>
                </a:solidFill>
                <a:latin typeface="Times New Roman"/>
                <a:cs typeface="Times New Roman"/>
              </a:rPr>
              <a:t>Protocols.</a:t>
            </a:r>
            <a:r>
              <a:rPr dirty="0" sz="1600" spc="-1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District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Health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Office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Publications.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84936" y="5689853"/>
            <a:ext cx="262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2C6A4F"/>
                </a:solidFill>
                <a:latin typeface="Times New Roman"/>
                <a:cs typeface="Times New Roman"/>
              </a:rPr>
              <a:t>[5]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84553" y="5648071"/>
            <a:ext cx="10170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International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Institute</a:t>
            </a:r>
            <a:r>
              <a:rPr dirty="0" sz="16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6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Rural</a:t>
            </a:r>
            <a:r>
              <a:rPr dirty="0" sz="16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Reconstruction.</a:t>
            </a:r>
            <a:r>
              <a:rPr dirty="0" sz="16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(2023).</a:t>
            </a:r>
            <a:r>
              <a:rPr dirty="0" sz="16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600" spc="-6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Education</a:t>
            </a:r>
            <a:r>
              <a:rPr dirty="0" sz="1600" spc="-4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Best</a:t>
            </a:r>
            <a:r>
              <a:rPr dirty="0" sz="1600" spc="-5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Practices</a:t>
            </a:r>
            <a:r>
              <a:rPr dirty="0" sz="1600" spc="-25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2B2C42"/>
                </a:solidFill>
                <a:latin typeface="Times New Roman"/>
                <a:cs typeface="Times New Roman"/>
              </a:rPr>
              <a:t>Handbook.</a:t>
            </a:r>
            <a:r>
              <a:rPr dirty="0" sz="1600" spc="-40" i="1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2B2C42"/>
                </a:solidFill>
                <a:latin typeface="Times New Roman"/>
                <a:cs typeface="Times New Roman"/>
              </a:rPr>
              <a:t>IIRR</a:t>
            </a:r>
            <a:r>
              <a:rPr dirty="0" sz="16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2B2C42"/>
                </a:solidFill>
                <a:latin typeface="Times New Roman"/>
                <a:cs typeface="Times New Roman"/>
              </a:rPr>
              <a:t>Publications.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575053" y="6950709"/>
            <a:ext cx="12832715" cy="1042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2C6A4F"/>
                </a:solidFill>
                <a:latin typeface="Times New Roman"/>
                <a:cs typeface="Times New Roman"/>
              </a:rPr>
              <a:t>Additional</a:t>
            </a:r>
            <a:r>
              <a:rPr dirty="0" sz="1700" spc="-50" b="1">
                <a:solidFill>
                  <a:srgbClr val="2C6A4F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2C6A4F"/>
                </a:solidFill>
                <a:latin typeface="Times New Roman"/>
                <a:cs typeface="Times New Roman"/>
              </a:rPr>
              <a:t>Resources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Program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materials</a:t>
            </a:r>
            <a:r>
              <a:rPr dirty="0" sz="1500" spc="-2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including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survey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instruments,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storyboard</a:t>
            </a:r>
            <a:r>
              <a:rPr dirty="0" sz="1500" spc="-3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templates,</a:t>
            </a:r>
            <a:r>
              <a:rPr dirty="0" sz="1500" spc="-1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facilitation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guides</a:t>
            </a:r>
            <a:r>
              <a:rPr dirty="0" sz="1500" spc="-4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are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available</a:t>
            </a:r>
            <a:r>
              <a:rPr dirty="0" sz="1500" spc="-4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for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replication</a:t>
            </a:r>
            <a:r>
              <a:rPr dirty="0" sz="1500" spc="-6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and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adaptation</a:t>
            </a:r>
            <a:r>
              <a:rPr dirty="0" sz="1500" spc="-5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in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similar</a:t>
            </a:r>
            <a:r>
              <a:rPr dirty="0" sz="1500" spc="-30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B2C42"/>
                </a:solidFill>
                <a:latin typeface="Times New Roman"/>
                <a:cs typeface="Times New Roman"/>
              </a:rPr>
              <a:t>community</a:t>
            </a:r>
            <a:r>
              <a:rPr dirty="0" sz="1500" spc="-25">
                <a:solidFill>
                  <a:srgbClr val="2B2C42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2B2C42"/>
                </a:solidFill>
                <a:latin typeface="Times New Roman"/>
                <a:cs typeface="Times New Roman"/>
              </a:rPr>
              <a:t>outreach initiatives.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Thank</a:t>
            </a:r>
            <a:r>
              <a:rPr dirty="0" spc="-265"/>
              <a:t> </a:t>
            </a:r>
            <a:r>
              <a:rPr dirty="0" spc="-465"/>
              <a:t>Y</a:t>
            </a:r>
            <a:r>
              <a:rPr dirty="0" spc="55"/>
              <a:t>o</a:t>
            </a:r>
            <a:r>
              <a:rPr dirty="0" spc="50"/>
              <a:t>u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188836" y="5806947"/>
            <a:ext cx="3891915" cy="883919"/>
            <a:chOff x="6188836" y="5806947"/>
            <a:chExt cx="3891915" cy="883919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8836" y="5806947"/>
              <a:ext cx="3891915" cy="23164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6963" y="6506209"/>
              <a:ext cx="2859151" cy="1844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B2C4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Kimi</dc:creator>
  <dc:subject>Outreach Program Report — WASH Education Initiative</dc:subject>
  <dc:title>Outreach Program Report — WASH Education Initiative</dc:title>
  <dcterms:created xsi:type="dcterms:W3CDTF">2026-06-01T09:22:57Z</dcterms:created>
  <dcterms:modified xsi:type="dcterms:W3CDTF">2026-06-01T09:22:57Z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2026-05-30T00:00:00Z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2026-06-01T00:00:00Z</vt:filetime>
  </property>
  <property fmtid="{D5CDD505-2E9C-101B-9397-08002B2CF9AE}" pid="5" name="Producer">
    <vt:lpwstr>Microsoft® PowerPoint® 2024</vt:lpwstr>
  </property>
</Properties>
</file>