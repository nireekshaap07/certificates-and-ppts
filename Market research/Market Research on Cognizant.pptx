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Coda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314984" y="314984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0" y="0"/>
                </a:moveTo>
                <a:lnTo>
                  <a:pt x="876300" y="0"/>
                </a:lnTo>
                <a:lnTo>
                  <a:pt x="876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687050" y="7810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1050" y="55054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2700000">
            <a:off x="10542309" y="5208308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67050" y="15430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209550" y="0"/>
                </a:moveTo>
                <a:lnTo>
                  <a:pt x="209550" y="0"/>
                </a:lnTo>
                <a:cubicBezTo>
                  <a:pt x="325204" y="0"/>
                  <a:pt x="419100" y="93896"/>
                  <a:pt x="419100" y="209550"/>
                </a:cubicBezTo>
                <a:lnTo>
                  <a:pt x="419100" y="209550"/>
                </a:lnTo>
                <a:cubicBezTo>
                  <a:pt x="419100" y="325204"/>
                  <a:pt x="325204" y="419100"/>
                  <a:pt x="2095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29650" y="48196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pic>
        <p:nvPicPr>
          <p:cNvPr id="8" name="Image 0" descr="https://upload.wikimedia.org/wikipedia/commons/5/5a/Logo_Cognizant.png">    </p:cNvPr>
          <p:cNvPicPr>
            <a:picLocks noChangeAspect="1"/>
          </p:cNvPicPr>
          <p:nvPr/>
        </p:nvPicPr>
        <p:blipFill>
          <a:blip r:embed="rId1"/>
          <a:srcRect l="0" r="0" t="43750" b="43750"/>
          <a:stretch/>
        </p:blipFill>
        <p:spPr>
          <a:xfrm>
            <a:off x="5181600" y="1333500"/>
            <a:ext cx="1828800" cy="228600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3327350" y="1866900"/>
            <a:ext cx="55340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Market Research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on Cognizant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10570" y="3829050"/>
            <a:ext cx="4972050" cy="723900"/>
          </a:xfrm>
          <a:custGeom>
            <a:avLst/>
            <a:gdLst/>
            <a:ahLst/>
            <a:cxnLst/>
            <a:rect l="l" t="t" r="r" b="b"/>
            <a:pathLst>
              <a:path w="4972050" h="723900">
                <a:moveTo>
                  <a:pt x="0" y="0"/>
                </a:moveTo>
                <a:lnTo>
                  <a:pt x="4972050" y="0"/>
                </a:lnTo>
                <a:lnTo>
                  <a:pt x="4972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53470" y="40386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Global IT Services &amp; Consulting Company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20170" y="4972050"/>
            <a:ext cx="2524125" cy="533400"/>
          </a:xfrm>
          <a:custGeom>
            <a:avLst/>
            <a:gdLst/>
            <a:ahLst/>
            <a:cxnLst/>
            <a:rect l="l" t="t" r="r" b="b"/>
            <a:pathLst>
              <a:path w="2524125" h="533400">
                <a:moveTo>
                  <a:pt x="0" y="0"/>
                </a:moveTo>
                <a:lnTo>
                  <a:pt x="2524125" y="0"/>
                </a:lnTo>
                <a:lnTo>
                  <a:pt x="25241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67820" y="51054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Presented by: [Your Name]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83475" y="4972050"/>
            <a:ext cx="885825" cy="533400"/>
          </a:xfrm>
          <a:custGeom>
            <a:avLst/>
            <a:gdLst/>
            <a:ahLst/>
            <a:cxnLst/>
            <a:rect l="l" t="t" r="r" b="b"/>
            <a:pathLst>
              <a:path w="885825" h="533400">
                <a:moveTo>
                  <a:pt x="0" y="0"/>
                </a:moveTo>
                <a:lnTo>
                  <a:pt x="885825" y="0"/>
                </a:lnTo>
                <a:lnTo>
                  <a:pt x="8858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31125" y="51054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1735" y="51735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106150" y="577215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372850" y="23050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4603" y="542925"/>
            <a:ext cx="107156" cy="285750"/>
          </a:xfrm>
          <a:custGeom>
            <a:avLst/>
            <a:gdLst/>
            <a:ahLst/>
            <a:cxnLst/>
            <a:rect l="l" t="t" r="r" b="b"/>
            <a:pathLst>
              <a:path w="107156" h="285750">
                <a:moveTo>
                  <a:pt x="26789" y="26789"/>
                </a:moveTo>
                <a:cubicBezTo>
                  <a:pt x="26789" y="12004"/>
                  <a:pt x="38793" y="0"/>
                  <a:pt x="53578" y="0"/>
                </a:cubicBezTo>
                <a:cubicBezTo>
                  <a:pt x="68363" y="0"/>
                  <a:pt x="80367" y="12004"/>
                  <a:pt x="80367" y="26789"/>
                </a:cubicBezTo>
                <a:cubicBezTo>
                  <a:pt x="80367" y="41574"/>
                  <a:pt x="68363" y="53578"/>
                  <a:pt x="53578" y="53578"/>
                </a:cubicBezTo>
                <a:cubicBezTo>
                  <a:pt x="38793" y="53578"/>
                  <a:pt x="26789" y="41574"/>
                  <a:pt x="26789" y="26789"/>
                </a:cubicBezTo>
                <a:close/>
                <a:moveTo>
                  <a:pt x="0" y="107156"/>
                </a:moveTo>
                <a:cubicBezTo>
                  <a:pt x="0" y="97278"/>
                  <a:pt x="7981" y="89297"/>
                  <a:pt x="17859" y="89297"/>
                </a:cubicBezTo>
                <a:lnTo>
                  <a:pt x="53578" y="89297"/>
                </a:lnTo>
                <a:cubicBezTo>
                  <a:pt x="63457" y="89297"/>
                  <a:pt x="71438" y="97278"/>
                  <a:pt x="71438" y="107156"/>
                </a:cubicBezTo>
                <a:lnTo>
                  <a:pt x="71438" y="250031"/>
                </a:lnTo>
                <a:lnTo>
                  <a:pt x="89297" y="250031"/>
                </a:lnTo>
                <a:cubicBezTo>
                  <a:pt x="99175" y="250031"/>
                  <a:pt x="107156" y="258012"/>
                  <a:pt x="107156" y="267891"/>
                </a:cubicBezTo>
                <a:cubicBezTo>
                  <a:pt x="107156" y="277769"/>
                  <a:pt x="99175" y="285750"/>
                  <a:pt x="89297" y="285750"/>
                </a:cubicBezTo>
                <a:lnTo>
                  <a:pt x="17859" y="285750"/>
                </a:lnTo>
                <a:cubicBezTo>
                  <a:pt x="7981" y="285750"/>
                  <a:pt x="0" y="277769"/>
                  <a:pt x="0" y="267891"/>
                </a:cubicBezTo>
                <a:cubicBezTo>
                  <a:pt x="0" y="258012"/>
                  <a:pt x="7981" y="250031"/>
                  <a:pt x="17859" y="250031"/>
                </a:cubicBezTo>
                <a:lnTo>
                  <a:pt x="35719" y="250031"/>
                </a:lnTo>
                <a:lnTo>
                  <a:pt x="35719" y="125016"/>
                </a:lnTo>
                <a:lnTo>
                  <a:pt x="17859" y="125016"/>
                </a:lnTo>
                <a:cubicBezTo>
                  <a:pt x="7981" y="125016"/>
                  <a:pt x="0" y="117035"/>
                  <a:pt x="0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00050"/>
            <a:ext cx="3438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314450"/>
            <a:ext cx="11391900" cy="5143500"/>
          </a:xfrm>
          <a:custGeom>
            <a:avLst/>
            <a:gdLst/>
            <a:ahLst/>
            <a:cxnLst/>
            <a:rect l="l" t="t" r="r" b="b"/>
            <a:pathLst>
              <a:path w="11391900" h="5143500">
                <a:moveTo>
                  <a:pt x="0" y="0"/>
                </a:moveTo>
                <a:lnTo>
                  <a:pt x="11391900" y="0"/>
                </a:lnTo>
                <a:lnTo>
                  <a:pt x="113919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0100" y="1802606"/>
            <a:ext cx="10734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Cognizant</a:t>
            </a:r>
            <a:pPr>
              <a:lnSpc>
                <a:spcPct val="140000"/>
              </a:lnSpc>
            </a:pPr>
            <a:r>
              <a:rPr lang="en-US" sz="22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is a global professional services company that helps businesses transform and thrive in the digital 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4388" y="3126581"/>
            <a:ext cx="3352800" cy="1819275"/>
          </a:xfrm>
          <a:custGeom>
            <a:avLst/>
            <a:gdLst/>
            <a:ahLst/>
            <a:cxnLst/>
            <a:rect l="l" t="t" r="r" b="b"/>
            <a:pathLst>
              <a:path w="3352800" h="1819275">
                <a:moveTo>
                  <a:pt x="0" y="0"/>
                </a:moveTo>
                <a:lnTo>
                  <a:pt x="3352800" y="0"/>
                </a:lnTo>
                <a:lnTo>
                  <a:pt x="3352800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8638" y="3383756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6275" y="355996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9650" y="4131469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Modernize Technology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9175" y="4474369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Upgrade legacy systems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21088" y="3126581"/>
            <a:ext cx="3352800" cy="1819275"/>
          </a:xfrm>
          <a:custGeom>
            <a:avLst/>
            <a:gdLst/>
            <a:ahLst/>
            <a:cxnLst/>
            <a:rect l="l" t="t" r="r" b="b"/>
            <a:pathLst>
              <a:path w="3352800" h="1819275">
                <a:moveTo>
                  <a:pt x="0" y="0"/>
                </a:moveTo>
                <a:lnTo>
                  <a:pt x="3352800" y="0"/>
                </a:lnTo>
                <a:lnTo>
                  <a:pt x="3352800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5339" y="3383756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52976" y="355996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4616351" y="4131469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Reimagine Processes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25876" y="4474369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 workflows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27938" y="3126581"/>
            <a:ext cx="3352800" cy="1819275"/>
          </a:xfrm>
          <a:custGeom>
            <a:avLst/>
            <a:gdLst/>
            <a:ahLst/>
            <a:cxnLst/>
            <a:rect l="l" t="t" r="r" b="b"/>
            <a:pathLst>
              <a:path w="3352800" h="1819275">
                <a:moveTo>
                  <a:pt x="0" y="0"/>
                </a:moveTo>
                <a:lnTo>
                  <a:pt x="3352800" y="0"/>
                </a:lnTo>
                <a:lnTo>
                  <a:pt x="3352800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2188" y="3383756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9826" y="355996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3200" y="4131469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Transform Experiences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32725" y="4474369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Enhance customer journey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4388" y="5279231"/>
            <a:ext cx="10563225" cy="676275"/>
          </a:xfrm>
          <a:custGeom>
            <a:avLst/>
            <a:gdLst/>
            <a:ahLst/>
            <a:cxnLst/>
            <a:rect l="l" t="t" r="r" b="b"/>
            <a:pathLst>
              <a:path w="10563225" h="676275">
                <a:moveTo>
                  <a:pt x="0" y="0"/>
                </a:moveTo>
                <a:lnTo>
                  <a:pt x="10563225" y="0"/>
                </a:lnTo>
                <a:lnTo>
                  <a:pt x="1056322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5933" y="551259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266825" y="5484019"/>
            <a:ext cx="995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Focus on digital transformation and innovation • Serves leading global enterprises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0997161" y="329161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00050" y="58864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563350" y="34480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1025" y="5429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98227" y="196453"/>
                </a:moveTo>
                <a:lnTo>
                  <a:pt x="116086" y="196453"/>
                </a:lnTo>
                <a:cubicBezTo>
                  <a:pt x="125964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80367" y="258961"/>
                </a:lnTo>
                <a:lnTo>
                  <a:pt x="80367" y="214313"/>
                </a:lnTo>
                <a:cubicBezTo>
                  <a:pt x="80367" y="204434"/>
                  <a:pt x="88348" y="196453"/>
                  <a:pt x="98227" y="196453"/>
                </a:cubicBezTo>
                <a:close/>
                <a:moveTo>
                  <a:pt x="53578" y="62508"/>
                </a:moveTo>
                <a:cubicBezTo>
                  <a:pt x="53578" y="57596"/>
                  <a:pt x="57596" y="53578"/>
                  <a:pt x="62508" y="53578"/>
                </a:cubicBezTo>
                <a:lnTo>
                  <a:pt x="80367" y="53578"/>
                </a:lnTo>
                <a:cubicBezTo>
                  <a:pt x="85279" y="53578"/>
                  <a:pt x="89297" y="57596"/>
                  <a:pt x="89297" y="62508"/>
                </a:cubicBezTo>
                <a:lnTo>
                  <a:pt x="89297" y="80367"/>
                </a:lnTo>
                <a:cubicBezTo>
                  <a:pt x="89297" y="85279"/>
                  <a:pt x="85279" y="89297"/>
                  <a:pt x="80367" y="89297"/>
                </a:cubicBezTo>
                <a:lnTo>
                  <a:pt x="62508" y="89297"/>
                </a:lnTo>
                <a:cubicBezTo>
                  <a:pt x="57596" y="89297"/>
                  <a:pt x="53578" y="85279"/>
                  <a:pt x="53578" y="80367"/>
                </a:cubicBezTo>
                <a:lnTo>
                  <a:pt x="53578" y="62508"/>
                </a:lnTo>
                <a:close/>
                <a:moveTo>
                  <a:pt x="133945" y="53578"/>
                </a:moveTo>
                <a:lnTo>
                  <a:pt x="151805" y="53578"/>
                </a:lnTo>
                <a:cubicBezTo>
                  <a:pt x="156716" y="53578"/>
                  <a:pt x="160734" y="57596"/>
                  <a:pt x="160734" y="62508"/>
                </a:cubicBezTo>
                <a:lnTo>
                  <a:pt x="160734" y="80367"/>
                </a:lnTo>
                <a:cubicBezTo>
                  <a:pt x="160734" y="85279"/>
                  <a:pt x="156716" y="89297"/>
                  <a:pt x="151805" y="89297"/>
                </a:cubicBezTo>
                <a:lnTo>
                  <a:pt x="133945" y="89297"/>
                </a:lnTo>
                <a:cubicBezTo>
                  <a:pt x="129034" y="89297"/>
                  <a:pt x="125016" y="85279"/>
                  <a:pt x="125016" y="80367"/>
                </a:cubicBezTo>
                <a:lnTo>
                  <a:pt x="125016" y="62508"/>
                </a:lnTo>
                <a:cubicBezTo>
                  <a:pt x="125016" y="57596"/>
                  <a:pt x="129034" y="53578"/>
                  <a:pt x="133945" y="53578"/>
                </a:cubicBezTo>
                <a:close/>
                <a:moveTo>
                  <a:pt x="53578" y="133945"/>
                </a:moveTo>
                <a:cubicBezTo>
                  <a:pt x="53578" y="129034"/>
                  <a:pt x="57596" y="125016"/>
                  <a:pt x="62508" y="125016"/>
                </a:cubicBezTo>
                <a:lnTo>
                  <a:pt x="80367" y="125016"/>
                </a:lnTo>
                <a:cubicBezTo>
                  <a:pt x="85279" y="125016"/>
                  <a:pt x="89297" y="129034"/>
                  <a:pt x="89297" y="133945"/>
                </a:cubicBezTo>
                <a:lnTo>
                  <a:pt x="89297" y="151805"/>
                </a:lnTo>
                <a:cubicBezTo>
                  <a:pt x="89297" y="156716"/>
                  <a:pt x="85279" y="160734"/>
                  <a:pt x="80367" y="160734"/>
                </a:cubicBezTo>
                <a:lnTo>
                  <a:pt x="62508" y="160734"/>
                </a:lnTo>
                <a:cubicBezTo>
                  <a:pt x="57596" y="160734"/>
                  <a:pt x="53578" y="156716"/>
                  <a:pt x="53578" y="151805"/>
                </a:cubicBezTo>
                <a:lnTo>
                  <a:pt x="53578" y="133945"/>
                </a:lnTo>
                <a:close/>
                <a:moveTo>
                  <a:pt x="133945" y="125016"/>
                </a:moveTo>
                <a:lnTo>
                  <a:pt x="151805" y="125016"/>
                </a:lnTo>
                <a:cubicBezTo>
                  <a:pt x="156716" y="125016"/>
                  <a:pt x="160734" y="129034"/>
                  <a:pt x="160734" y="133945"/>
                </a:cubicBezTo>
                <a:lnTo>
                  <a:pt x="160734" y="151805"/>
                </a:lnTo>
                <a:cubicBezTo>
                  <a:pt x="160734" y="156716"/>
                  <a:pt x="156716" y="160734"/>
                  <a:pt x="151805" y="160734"/>
                </a:cubicBezTo>
                <a:lnTo>
                  <a:pt x="133945" y="160734"/>
                </a:lnTo>
                <a:cubicBezTo>
                  <a:pt x="129034" y="160734"/>
                  <a:pt x="125016" y="156716"/>
                  <a:pt x="125016" y="151805"/>
                </a:cubicBezTo>
                <a:lnTo>
                  <a:pt x="125016" y="133945"/>
                </a:lnTo>
                <a:cubicBezTo>
                  <a:pt x="125016" y="129034"/>
                  <a:pt x="129034" y="125016"/>
                  <a:pt x="133945" y="125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00050"/>
            <a:ext cx="4524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238250"/>
            <a:ext cx="5562600" cy="2009775"/>
          </a:xfrm>
          <a:custGeom>
            <a:avLst/>
            <a:gdLst/>
            <a:ahLst/>
            <a:cxnLst/>
            <a:rect l="l" t="t" r="r" b="b"/>
            <a:pathLst>
              <a:path w="5562600" h="2009775">
                <a:moveTo>
                  <a:pt x="0" y="0"/>
                </a:moveTo>
                <a:lnTo>
                  <a:pt x="5562600" y="0"/>
                </a:lnTo>
                <a:lnTo>
                  <a:pt x="5562600" y="2009775"/>
                </a:lnTo>
                <a:lnTo>
                  <a:pt x="0" y="20097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8188" y="1800225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6788" y="2071688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866900" y="1766888"/>
            <a:ext cx="2533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300K+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66900" y="2414588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Employees Worldwide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9350" y="1238250"/>
            <a:ext cx="5562600" cy="2009775"/>
          </a:xfrm>
          <a:custGeom>
            <a:avLst/>
            <a:gdLst/>
            <a:ahLst/>
            <a:cxnLst/>
            <a:rect l="l" t="t" r="r" b="b"/>
            <a:pathLst>
              <a:path w="5562600" h="2009775">
                <a:moveTo>
                  <a:pt x="0" y="0"/>
                </a:moveTo>
                <a:lnTo>
                  <a:pt x="5562600" y="0"/>
                </a:lnTo>
                <a:lnTo>
                  <a:pt x="5562600" y="2009775"/>
                </a:lnTo>
                <a:lnTo>
                  <a:pt x="0" y="20097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67488" y="1800225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244" y="2071688"/>
            <a:ext cx="214313" cy="342900"/>
          </a:xfrm>
          <a:custGeom>
            <a:avLst/>
            <a:gdLst/>
            <a:ahLst/>
            <a:cxnLst/>
            <a:rect l="l" t="t" r="r" b="b"/>
            <a:pathLst>
              <a:path w="214313" h="342900">
                <a:moveTo>
                  <a:pt x="91083" y="16073"/>
                </a:moveTo>
                <a:cubicBezTo>
                  <a:pt x="91083" y="7166"/>
                  <a:pt x="98249" y="0"/>
                  <a:pt x="107156" y="0"/>
                </a:cubicBezTo>
                <a:cubicBezTo>
                  <a:pt x="116064" y="0"/>
                  <a:pt x="123230" y="7166"/>
                  <a:pt x="123230" y="16073"/>
                </a:cubicBezTo>
                <a:lnTo>
                  <a:pt x="123230" y="42863"/>
                </a:lnTo>
                <a:lnTo>
                  <a:pt x="160734" y="42863"/>
                </a:lnTo>
                <a:cubicBezTo>
                  <a:pt x="172589" y="42863"/>
                  <a:pt x="182166" y="52440"/>
                  <a:pt x="182166" y="64294"/>
                </a:cubicBezTo>
                <a:cubicBezTo>
                  <a:pt x="182166" y="76148"/>
                  <a:pt x="172589" y="85725"/>
                  <a:pt x="160734" y="85725"/>
                </a:cubicBezTo>
                <a:lnTo>
                  <a:pt x="83783" y="85725"/>
                </a:lnTo>
                <a:cubicBezTo>
                  <a:pt x="67107" y="85725"/>
                  <a:pt x="53578" y="99253"/>
                  <a:pt x="53578" y="115930"/>
                </a:cubicBezTo>
                <a:cubicBezTo>
                  <a:pt x="53578" y="130999"/>
                  <a:pt x="64629" y="143723"/>
                  <a:pt x="79497" y="145866"/>
                </a:cubicBezTo>
                <a:lnTo>
                  <a:pt x="140843" y="154640"/>
                </a:lnTo>
                <a:cubicBezTo>
                  <a:pt x="176875" y="159797"/>
                  <a:pt x="203597" y="190604"/>
                  <a:pt x="203597" y="226970"/>
                </a:cubicBezTo>
                <a:cubicBezTo>
                  <a:pt x="203597" y="267355"/>
                  <a:pt x="170847" y="300038"/>
                  <a:pt x="130530" y="300038"/>
                </a:cubicBezTo>
                <a:lnTo>
                  <a:pt x="123230" y="300038"/>
                </a:lnTo>
                <a:lnTo>
                  <a:pt x="123230" y="326827"/>
                </a:lnTo>
                <a:cubicBezTo>
                  <a:pt x="123230" y="335734"/>
                  <a:pt x="116064" y="342900"/>
                  <a:pt x="107156" y="342900"/>
                </a:cubicBezTo>
                <a:cubicBezTo>
                  <a:pt x="98249" y="342900"/>
                  <a:pt x="91083" y="335734"/>
                  <a:pt x="91083" y="326827"/>
                </a:cubicBezTo>
                <a:lnTo>
                  <a:pt x="91083" y="300038"/>
                </a:lnTo>
                <a:lnTo>
                  <a:pt x="42863" y="300038"/>
                </a:lnTo>
                <a:cubicBezTo>
                  <a:pt x="31008" y="300038"/>
                  <a:pt x="21431" y="290460"/>
                  <a:pt x="21431" y="278606"/>
                </a:cubicBezTo>
                <a:cubicBezTo>
                  <a:pt x="21431" y="266752"/>
                  <a:pt x="31008" y="257175"/>
                  <a:pt x="42863" y="257175"/>
                </a:cubicBezTo>
                <a:lnTo>
                  <a:pt x="130530" y="257175"/>
                </a:lnTo>
                <a:cubicBezTo>
                  <a:pt x="147206" y="257175"/>
                  <a:pt x="160734" y="243647"/>
                  <a:pt x="160734" y="226970"/>
                </a:cubicBezTo>
                <a:cubicBezTo>
                  <a:pt x="160734" y="211901"/>
                  <a:pt x="149684" y="199177"/>
                  <a:pt x="134816" y="197034"/>
                </a:cubicBezTo>
                <a:lnTo>
                  <a:pt x="73469" y="188260"/>
                </a:lnTo>
                <a:cubicBezTo>
                  <a:pt x="37438" y="183170"/>
                  <a:pt x="10716" y="152296"/>
                  <a:pt x="10716" y="115930"/>
                </a:cubicBezTo>
                <a:cubicBezTo>
                  <a:pt x="10716" y="75612"/>
                  <a:pt x="43465" y="42863"/>
                  <a:pt x="83783" y="42863"/>
                </a:cubicBezTo>
                <a:lnTo>
                  <a:pt x="91083" y="42863"/>
                </a:lnTo>
                <a:lnTo>
                  <a:pt x="91083" y="1607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7696200" y="1766888"/>
            <a:ext cx="1943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$19B+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96200" y="2414588"/>
            <a:ext cx="1771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Annual Revenue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514725"/>
            <a:ext cx="5562600" cy="1971675"/>
          </a:xfrm>
          <a:custGeom>
            <a:avLst/>
            <a:gdLst/>
            <a:ahLst/>
            <a:cxnLst/>
            <a:rect l="l" t="t" r="r" b="b"/>
            <a:pathLst>
              <a:path w="5562600" h="1971675">
                <a:moveTo>
                  <a:pt x="0" y="0"/>
                </a:moveTo>
                <a:lnTo>
                  <a:pt x="5562600" y="0"/>
                </a:lnTo>
                <a:lnTo>
                  <a:pt x="5562600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8188" y="4057650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9650" y="43291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1866900" y="4081463"/>
            <a:ext cx="2733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Fortune 500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66900" y="4614863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Ranked Company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514725"/>
            <a:ext cx="5562600" cy="1971675"/>
          </a:xfrm>
          <a:custGeom>
            <a:avLst/>
            <a:gdLst/>
            <a:ahLst/>
            <a:cxnLst/>
            <a:rect l="l" t="t" r="r" b="b"/>
            <a:pathLst>
              <a:path w="5562600" h="1971675">
                <a:moveTo>
                  <a:pt x="0" y="0"/>
                </a:moveTo>
                <a:lnTo>
                  <a:pt x="5562600" y="0"/>
                </a:lnTo>
                <a:lnTo>
                  <a:pt x="5562600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7488" y="4057650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7519" y="432911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92881" y="42863"/>
                </a:moveTo>
                <a:cubicBezTo>
                  <a:pt x="263872" y="42863"/>
                  <a:pt x="321469" y="100459"/>
                  <a:pt x="321469" y="171450"/>
                </a:cubicBezTo>
                <a:cubicBezTo>
                  <a:pt x="321469" y="242441"/>
                  <a:pt x="263872" y="300038"/>
                  <a:pt x="192881" y="300038"/>
                </a:cubicBezTo>
                <a:cubicBezTo>
                  <a:pt x="149215" y="300038"/>
                  <a:pt x="110572" y="278271"/>
                  <a:pt x="87332" y="244919"/>
                </a:cubicBezTo>
                <a:cubicBezTo>
                  <a:pt x="80568" y="235208"/>
                  <a:pt x="67174" y="232864"/>
                  <a:pt x="57463" y="239628"/>
                </a:cubicBezTo>
                <a:cubicBezTo>
                  <a:pt x="47752" y="246392"/>
                  <a:pt x="45407" y="259787"/>
                  <a:pt x="52172" y="269498"/>
                </a:cubicBezTo>
                <a:cubicBezTo>
                  <a:pt x="83113" y="313834"/>
                  <a:pt x="134615" y="342900"/>
                  <a:pt x="192881" y="342900"/>
                </a:cubicBezTo>
                <a:cubicBezTo>
                  <a:pt x="287581" y="342900"/>
                  <a:pt x="364331" y="266149"/>
                  <a:pt x="364331" y="171450"/>
                </a:cubicBezTo>
                <a:cubicBezTo>
                  <a:pt x="364331" y="76751"/>
                  <a:pt x="287581" y="0"/>
                  <a:pt x="192881" y="0"/>
                </a:cubicBezTo>
                <a:cubicBezTo>
                  <a:pt x="135486" y="0"/>
                  <a:pt x="84720" y="28195"/>
                  <a:pt x="53578" y="71460"/>
                </a:cubicBezTo>
                <a:lnTo>
                  <a:pt x="53578" y="53578"/>
                </a:lnTo>
                <a:cubicBezTo>
                  <a:pt x="53578" y="41724"/>
                  <a:pt x="44001" y="32147"/>
                  <a:pt x="32147" y="32147"/>
                </a:cubicBezTo>
                <a:cubicBezTo>
                  <a:pt x="20293" y="32147"/>
                  <a:pt x="10716" y="41724"/>
                  <a:pt x="10716" y="53578"/>
                </a:cubicBezTo>
                <a:lnTo>
                  <a:pt x="10716" y="128588"/>
                </a:lnTo>
                <a:cubicBezTo>
                  <a:pt x="10716" y="140442"/>
                  <a:pt x="20293" y="150019"/>
                  <a:pt x="32147" y="150019"/>
                </a:cubicBezTo>
                <a:lnTo>
                  <a:pt x="48622" y="150019"/>
                </a:lnTo>
                <a:cubicBezTo>
                  <a:pt x="48957" y="150019"/>
                  <a:pt x="49292" y="150019"/>
                  <a:pt x="49627" y="150019"/>
                </a:cubicBezTo>
                <a:lnTo>
                  <a:pt x="107223" y="150019"/>
                </a:lnTo>
                <a:cubicBezTo>
                  <a:pt x="119077" y="150019"/>
                  <a:pt x="128654" y="140442"/>
                  <a:pt x="128654" y="128588"/>
                </a:cubicBezTo>
                <a:cubicBezTo>
                  <a:pt x="128654" y="116733"/>
                  <a:pt x="119077" y="107156"/>
                  <a:pt x="107223" y="107156"/>
                </a:cubicBezTo>
                <a:lnTo>
                  <a:pt x="81573" y="107156"/>
                </a:lnTo>
                <a:cubicBezTo>
                  <a:pt x="103741" y="68714"/>
                  <a:pt x="145331" y="42863"/>
                  <a:pt x="192881" y="42863"/>
                </a:cubicBezTo>
                <a:close/>
                <a:moveTo>
                  <a:pt x="208955" y="101798"/>
                </a:moveTo>
                <a:cubicBezTo>
                  <a:pt x="208955" y="92891"/>
                  <a:pt x="201789" y="85725"/>
                  <a:pt x="192881" y="85725"/>
                </a:cubicBezTo>
                <a:cubicBezTo>
                  <a:pt x="183974" y="85725"/>
                  <a:pt x="176808" y="92891"/>
                  <a:pt x="176808" y="101798"/>
                </a:cubicBezTo>
                <a:lnTo>
                  <a:pt x="176808" y="171450"/>
                </a:lnTo>
                <a:cubicBezTo>
                  <a:pt x="176808" y="175736"/>
                  <a:pt x="178482" y="179822"/>
                  <a:pt x="181496" y="182835"/>
                </a:cubicBezTo>
                <a:lnTo>
                  <a:pt x="229716" y="231056"/>
                </a:lnTo>
                <a:cubicBezTo>
                  <a:pt x="236012" y="237351"/>
                  <a:pt x="246191" y="237351"/>
                  <a:pt x="252420" y="231056"/>
                </a:cubicBezTo>
                <a:cubicBezTo>
                  <a:pt x="258648" y="224760"/>
                  <a:pt x="258715" y="214580"/>
                  <a:pt x="252420" y="208352"/>
                </a:cubicBezTo>
                <a:lnTo>
                  <a:pt x="208888" y="164820"/>
                </a:lnTo>
                <a:lnTo>
                  <a:pt x="208888" y="1017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96200" y="4081463"/>
            <a:ext cx="2257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30+ Years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96200" y="4614863"/>
            <a:ext cx="2143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Industry Experience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5288" y="5748338"/>
            <a:ext cx="11401425" cy="714375"/>
          </a:xfrm>
          <a:custGeom>
            <a:avLst/>
            <a:gdLst/>
            <a:ahLst/>
            <a:cxnLst/>
            <a:rect l="l" t="t" r="r" b="b"/>
            <a:pathLst>
              <a:path w="11401425" h="714375">
                <a:moveTo>
                  <a:pt x="0" y="0"/>
                </a:moveTo>
                <a:lnTo>
                  <a:pt x="11401425" y="0"/>
                </a:lnTo>
                <a:lnTo>
                  <a:pt x="1140142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84909" y="5991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953125"/>
            <a:ext cx="10734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Strong Global Client Base • Leading IT Services Provider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791957" y="78687"/>
            <a:ext cx="539867" cy="539867"/>
          </a:xfrm>
          <a:custGeom>
            <a:avLst/>
            <a:gdLst/>
            <a:ahLst/>
            <a:cxnLst/>
            <a:rect l="l" t="t" r="r" b="b"/>
            <a:pathLst>
              <a:path w="539867" h="539867">
                <a:moveTo>
                  <a:pt x="0" y="0"/>
                </a:moveTo>
                <a:lnTo>
                  <a:pt x="539867" y="0"/>
                </a:lnTo>
                <a:lnTo>
                  <a:pt x="539867" y="539867"/>
                </a:lnTo>
                <a:lnTo>
                  <a:pt x="0" y="53986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3987" dir="2700000">
              <a:srgbClr val="4ecdc4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97951" y="5434663"/>
            <a:ext cx="683832" cy="683832"/>
          </a:xfrm>
          <a:custGeom>
            <a:avLst/>
            <a:gdLst/>
            <a:ahLst/>
            <a:cxnLst/>
            <a:rect l="l" t="t" r="r" b="b"/>
            <a:pathLst>
              <a:path w="683832" h="683832">
                <a:moveTo>
                  <a:pt x="341916" y="0"/>
                </a:moveTo>
                <a:lnTo>
                  <a:pt x="341916" y="0"/>
                </a:lnTo>
                <a:cubicBezTo>
                  <a:pt x="530624" y="0"/>
                  <a:pt x="683832" y="153207"/>
                  <a:pt x="683832" y="341916"/>
                </a:cubicBezTo>
                <a:lnTo>
                  <a:pt x="683832" y="341916"/>
                </a:lnTo>
                <a:cubicBezTo>
                  <a:pt x="683832" y="530624"/>
                  <a:pt x="530624" y="683832"/>
                  <a:pt x="341916" y="683832"/>
                </a:cubicBezTo>
                <a:lnTo>
                  <a:pt x="341916" y="683832"/>
                </a:lnTo>
                <a:cubicBezTo>
                  <a:pt x="153207" y="683832"/>
                  <a:pt x="0" y="530624"/>
                  <a:pt x="0" y="341916"/>
                </a:cubicBezTo>
                <a:lnTo>
                  <a:pt x="0" y="341916"/>
                </a:lnTo>
                <a:cubicBezTo>
                  <a:pt x="0" y="153207"/>
                  <a:pt x="153207" y="0"/>
                  <a:pt x="341916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3987" dir="2700000">
              <a:srgbClr val="ffe66d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77907" y="377907"/>
            <a:ext cx="539867" cy="539867"/>
          </a:xfrm>
          <a:custGeom>
            <a:avLst/>
            <a:gdLst/>
            <a:ahLst/>
            <a:cxnLst/>
            <a:rect l="l" t="t" r="r" b="b"/>
            <a:pathLst>
              <a:path w="539867" h="539867">
                <a:moveTo>
                  <a:pt x="0" y="0"/>
                </a:moveTo>
                <a:lnTo>
                  <a:pt x="539867" y="0"/>
                </a:lnTo>
                <a:lnTo>
                  <a:pt x="539867" y="539867"/>
                </a:lnTo>
                <a:lnTo>
                  <a:pt x="0" y="53986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3987" dir="2700000">
              <a:srgbClr val="ff6b6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5123" y="512874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29366" y="105285"/>
                </a:moveTo>
                <a:lnTo>
                  <a:pt x="45657" y="121576"/>
                </a:lnTo>
                <a:cubicBezTo>
                  <a:pt x="48820" y="124739"/>
                  <a:pt x="53090" y="126531"/>
                  <a:pt x="57572" y="126531"/>
                </a:cubicBezTo>
                <a:lnTo>
                  <a:pt x="68907" y="126531"/>
                </a:lnTo>
                <a:cubicBezTo>
                  <a:pt x="73388" y="126531"/>
                  <a:pt x="77659" y="128324"/>
                  <a:pt x="80822" y="131487"/>
                </a:cubicBezTo>
                <a:lnTo>
                  <a:pt x="96269" y="146935"/>
                </a:lnTo>
                <a:cubicBezTo>
                  <a:pt x="99433" y="150098"/>
                  <a:pt x="101225" y="154368"/>
                  <a:pt x="101225" y="158850"/>
                </a:cubicBezTo>
                <a:lnTo>
                  <a:pt x="101225" y="178620"/>
                </a:lnTo>
                <a:cubicBezTo>
                  <a:pt x="101225" y="183101"/>
                  <a:pt x="103018" y="187372"/>
                  <a:pt x="106181" y="190535"/>
                </a:cubicBezTo>
                <a:lnTo>
                  <a:pt x="113193" y="197547"/>
                </a:lnTo>
                <a:cubicBezTo>
                  <a:pt x="116356" y="200710"/>
                  <a:pt x="118149" y="204981"/>
                  <a:pt x="118149" y="209462"/>
                </a:cubicBezTo>
                <a:lnTo>
                  <a:pt x="118149" y="219321"/>
                </a:lnTo>
                <a:cubicBezTo>
                  <a:pt x="118149" y="228653"/>
                  <a:pt x="125688" y="236192"/>
                  <a:pt x="135020" y="236192"/>
                </a:cubicBezTo>
                <a:cubicBezTo>
                  <a:pt x="144351" y="236192"/>
                  <a:pt x="151890" y="228653"/>
                  <a:pt x="151890" y="219321"/>
                </a:cubicBezTo>
                <a:lnTo>
                  <a:pt x="151890" y="217898"/>
                </a:lnTo>
                <a:cubicBezTo>
                  <a:pt x="151890" y="213416"/>
                  <a:pt x="153683" y="209146"/>
                  <a:pt x="156846" y="205983"/>
                </a:cubicBezTo>
                <a:lnTo>
                  <a:pt x="180729" y="182100"/>
                </a:lnTo>
                <a:cubicBezTo>
                  <a:pt x="183892" y="178936"/>
                  <a:pt x="185685" y="174666"/>
                  <a:pt x="185685" y="170185"/>
                </a:cubicBezTo>
                <a:lnTo>
                  <a:pt x="185685" y="151890"/>
                </a:lnTo>
                <a:cubicBezTo>
                  <a:pt x="185685" y="142559"/>
                  <a:pt x="178146" y="135020"/>
                  <a:pt x="168814" y="135020"/>
                </a:cubicBezTo>
                <a:lnTo>
                  <a:pt x="125213" y="135020"/>
                </a:lnTo>
                <a:cubicBezTo>
                  <a:pt x="120732" y="135020"/>
                  <a:pt x="116462" y="133227"/>
                  <a:pt x="113298" y="130064"/>
                </a:cubicBezTo>
                <a:lnTo>
                  <a:pt x="104863" y="121628"/>
                </a:lnTo>
                <a:cubicBezTo>
                  <a:pt x="102649" y="119414"/>
                  <a:pt x="101383" y="116356"/>
                  <a:pt x="101383" y="113193"/>
                </a:cubicBezTo>
                <a:cubicBezTo>
                  <a:pt x="101383" y="106603"/>
                  <a:pt x="106708" y="101278"/>
                  <a:pt x="113298" y="101278"/>
                </a:cubicBezTo>
                <a:lnTo>
                  <a:pt x="131593" y="101278"/>
                </a:lnTo>
                <a:cubicBezTo>
                  <a:pt x="138183" y="101278"/>
                  <a:pt x="143508" y="95953"/>
                  <a:pt x="143508" y="89363"/>
                </a:cubicBezTo>
                <a:cubicBezTo>
                  <a:pt x="143508" y="86199"/>
                  <a:pt x="142242" y="83142"/>
                  <a:pt x="140028" y="80927"/>
                </a:cubicBezTo>
                <a:lnTo>
                  <a:pt x="129642" y="70541"/>
                </a:lnTo>
                <a:cubicBezTo>
                  <a:pt x="127586" y="68538"/>
                  <a:pt x="126531" y="65954"/>
                  <a:pt x="126531" y="63266"/>
                </a:cubicBezTo>
                <a:cubicBezTo>
                  <a:pt x="126531" y="60577"/>
                  <a:pt x="127586" y="57994"/>
                  <a:pt x="129536" y="56043"/>
                </a:cubicBezTo>
                <a:lnTo>
                  <a:pt x="138657" y="46922"/>
                </a:lnTo>
                <a:cubicBezTo>
                  <a:pt x="141715" y="43864"/>
                  <a:pt x="143455" y="39699"/>
                  <a:pt x="143455" y="35376"/>
                </a:cubicBezTo>
                <a:cubicBezTo>
                  <a:pt x="143455" y="31580"/>
                  <a:pt x="142190" y="28153"/>
                  <a:pt x="140081" y="25412"/>
                </a:cubicBezTo>
                <a:cubicBezTo>
                  <a:pt x="138394" y="25359"/>
                  <a:pt x="136707" y="25306"/>
                  <a:pt x="135020" y="25306"/>
                </a:cubicBezTo>
                <a:cubicBezTo>
                  <a:pt x="84723" y="25306"/>
                  <a:pt x="42388" y="59153"/>
                  <a:pt x="29419" y="105285"/>
                </a:cubicBezTo>
                <a:close/>
                <a:moveTo>
                  <a:pt x="244627" y="134967"/>
                </a:moveTo>
                <a:cubicBezTo>
                  <a:pt x="244627" y="116725"/>
                  <a:pt x="240199" y="99538"/>
                  <a:pt x="232290" y="84460"/>
                </a:cubicBezTo>
                <a:cubicBezTo>
                  <a:pt x="228916" y="84934"/>
                  <a:pt x="225595" y="86516"/>
                  <a:pt x="222853" y="89257"/>
                </a:cubicBezTo>
                <a:lnTo>
                  <a:pt x="215789" y="96322"/>
                </a:lnTo>
                <a:cubicBezTo>
                  <a:pt x="212625" y="99485"/>
                  <a:pt x="210833" y="103756"/>
                  <a:pt x="210833" y="108237"/>
                </a:cubicBezTo>
                <a:lnTo>
                  <a:pt x="210833" y="126531"/>
                </a:lnTo>
                <a:cubicBezTo>
                  <a:pt x="210833" y="135863"/>
                  <a:pt x="218372" y="143402"/>
                  <a:pt x="227704" y="143402"/>
                </a:cubicBezTo>
                <a:lnTo>
                  <a:pt x="240410" y="143402"/>
                </a:lnTo>
                <a:cubicBezTo>
                  <a:pt x="241728" y="143402"/>
                  <a:pt x="243046" y="143244"/>
                  <a:pt x="244258" y="142980"/>
                </a:cubicBezTo>
                <a:cubicBezTo>
                  <a:pt x="244469" y="140344"/>
                  <a:pt x="244522" y="137656"/>
                  <a:pt x="244522" y="134967"/>
                </a:cubicBezTo>
                <a:close/>
                <a:moveTo>
                  <a:pt x="0" y="134967"/>
                </a:moveTo>
                <a:cubicBezTo>
                  <a:pt x="0" y="60477"/>
                  <a:pt x="60477" y="0"/>
                  <a:pt x="134967" y="0"/>
                </a:cubicBezTo>
                <a:cubicBezTo>
                  <a:pt x="209457" y="0"/>
                  <a:pt x="269934" y="60477"/>
                  <a:pt x="269934" y="134967"/>
                </a:cubicBezTo>
                <a:cubicBezTo>
                  <a:pt x="269934" y="209457"/>
                  <a:pt x="209457" y="269934"/>
                  <a:pt x="134967" y="269934"/>
                </a:cubicBezTo>
                <a:cubicBezTo>
                  <a:pt x="60477" y="269934"/>
                  <a:pt x="0" y="209457"/>
                  <a:pt x="0" y="134967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" name="Text 4"/>
          <p:cNvSpPr/>
          <p:nvPr/>
        </p:nvSpPr>
        <p:spPr>
          <a:xfrm>
            <a:off x="1079734" y="377907"/>
            <a:ext cx="4210964" cy="539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Global Presence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7907" y="1169712"/>
            <a:ext cx="8340948" cy="5263705"/>
          </a:xfrm>
          <a:custGeom>
            <a:avLst/>
            <a:gdLst/>
            <a:ahLst/>
            <a:cxnLst/>
            <a:rect l="l" t="t" r="r" b="b"/>
            <a:pathLst>
              <a:path w="8340948" h="5263705">
                <a:moveTo>
                  <a:pt x="0" y="0"/>
                </a:moveTo>
                <a:lnTo>
                  <a:pt x="8340948" y="0"/>
                </a:lnTo>
                <a:lnTo>
                  <a:pt x="8340948" y="5263705"/>
                </a:lnTo>
                <a:lnTo>
                  <a:pt x="0" y="52637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3987" dir="2700000">
              <a:srgbClr val="ff6b6b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4366" y="1403655"/>
            <a:ext cx="8008030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40+ Countries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57" b="57"/>
          <a:stretch/>
        </p:blipFill>
        <p:spPr>
          <a:xfrm>
            <a:off x="611849" y="1871539"/>
            <a:ext cx="7873063" cy="3932032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031410" y="5977482"/>
            <a:ext cx="134967" cy="179956"/>
          </a:xfrm>
          <a:custGeom>
            <a:avLst/>
            <a:gdLst/>
            <a:ahLst/>
            <a:cxnLst/>
            <a:rect l="l" t="t" r="r" b="b"/>
            <a:pathLst>
              <a:path w="134967" h="179956">
                <a:moveTo>
                  <a:pt x="0" y="66288"/>
                </a:moveTo>
                <a:cubicBezTo>
                  <a:pt x="0" y="29665"/>
                  <a:pt x="30227" y="0"/>
                  <a:pt x="67483" y="0"/>
                </a:cubicBezTo>
                <a:cubicBezTo>
                  <a:pt x="104740" y="0"/>
                  <a:pt x="134967" y="29665"/>
                  <a:pt x="134967" y="66288"/>
                </a:cubicBezTo>
                <a:cubicBezTo>
                  <a:pt x="134967" y="108219"/>
                  <a:pt x="92719" y="158481"/>
                  <a:pt x="75075" y="177636"/>
                </a:cubicBezTo>
                <a:cubicBezTo>
                  <a:pt x="70928" y="182135"/>
                  <a:pt x="64004" y="182135"/>
                  <a:pt x="59856" y="177636"/>
                </a:cubicBezTo>
                <a:cubicBezTo>
                  <a:pt x="42212" y="158481"/>
                  <a:pt x="-35" y="108219"/>
                  <a:pt x="-35" y="66288"/>
                </a:cubicBezTo>
                <a:close/>
                <a:moveTo>
                  <a:pt x="67483" y="89978"/>
                </a:moveTo>
                <a:cubicBezTo>
                  <a:pt x="79898" y="89978"/>
                  <a:pt x="89978" y="79898"/>
                  <a:pt x="89978" y="67483"/>
                </a:cubicBezTo>
                <a:cubicBezTo>
                  <a:pt x="89978" y="55068"/>
                  <a:pt x="79898" y="44989"/>
                  <a:pt x="67483" y="44989"/>
                </a:cubicBezTo>
                <a:cubicBezTo>
                  <a:pt x="55068" y="44989"/>
                  <a:pt x="44989" y="55068"/>
                  <a:pt x="44989" y="67483"/>
                </a:cubicBezTo>
                <a:cubicBezTo>
                  <a:pt x="44989" y="79898"/>
                  <a:pt x="55068" y="89978"/>
                  <a:pt x="67483" y="8997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842804" y="5950489"/>
            <a:ext cx="768709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Strong Delivery Centers Worldwide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63201" y="1165213"/>
            <a:ext cx="2852298" cy="1187708"/>
          </a:xfrm>
          <a:custGeom>
            <a:avLst/>
            <a:gdLst/>
            <a:ahLst/>
            <a:cxnLst/>
            <a:rect l="l" t="t" r="r" b="b"/>
            <a:pathLst>
              <a:path w="2852298" h="1187708">
                <a:moveTo>
                  <a:pt x="0" y="0"/>
                </a:moveTo>
                <a:lnTo>
                  <a:pt x="2852298" y="0"/>
                </a:lnTo>
                <a:lnTo>
                  <a:pt x="2852298" y="1187708"/>
                </a:lnTo>
                <a:lnTo>
                  <a:pt x="0" y="118770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70150" y="1450049"/>
            <a:ext cx="332918" cy="332918"/>
          </a:xfrm>
          <a:custGeom>
            <a:avLst/>
            <a:gdLst/>
            <a:ahLst/>
            <a:cxnLst/>
            <a:rect l="l" t="t" r="r" b="b"/>
            <a:pathLst>
              <a:path w="332918" h="332918">
                <a:moveTo>
                  <a:pt x="0" y="0"/>
                </a:moveTo>
                <a:lnTo>
                  <a:pt x="332918" y="0"/>
                </a:lnTo>
                <a:lnTo>
                  <a:pt x="332918" y="332918"/>
                </a:lnTo>
                <a:lnTo>
                  <a:pt x="0" y="3329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68001" y="1535528"/>
            <a:ext cx="141715" cy="161960"/>
          </a:xfrm>
          <a:custGeom>
            <a:avLst/>
            <a:gdLst/>
            <a:ahLst/>
            <a:cxnLst/>
            <a:rect l="l" t="t" r="r" b="b"/>
            <a:pathLst>
              <a:path w="141715" h="161960">
                <a:moveTo>
                  <a:pt x="10123" y="0"/>
                </a:moveTo>
                <a:cubicBezTo>
                  <a:pt x="15722" y="0"/>
                  <a:pt x="20245" y="4523"/>
                  <a:pt x="20245" y="10123"/>
                </a:cubicBezTo>
                <a:lnTo>
                  <a:pt x="20245" y="15184"/>
                </a:lnTo>
                <a:lnTo>
                  <a:pt x="42072" y="9743"/>
                </a:lnTo>
                <a:cubicBezTo>
                  <a:pt x="54124" y="6738"/>
                  <a:pt x="66840" y="8130"/>
                  <a:pt x="77975" y="13697"/>
                </a:cubicBezTo>
                <a:cubicBezTo>
                  <a:pt x="92621" y="21036"/>
                  <a:pt x="109861" y="21036"/>
                  <a:pt x="124507" y="13697"/>
                </a:cubicBezTo>
                <a:lnTo>
                  <a:pt x="127544" y="12179"/>
                </a:lnTo>
                <a:cubicBezTo>
                  <a:pt x="134060" y="8889"/>
                  <a:pt x="141715" y="13634"/>
                  <a:pt x="141715" y="20909"/>
                </a:cubicBezTo>
                <a:lnTo>
                  <a:pt x="141715" y="32329"/>
                </a:lnTo>
                <a:lnTo>
                  <a:pt x="127575" y="37453"/>
                </a:lnTo>
                <a:cubicBezTo>
                  <a:pt x="114036" y="42388"/>
                  <a:pt x="99106" y="41850"/>
                  <a:pt x="85946" y="35998"/>
                </a:cubicBezTo>
                <a:lnTo>
                  <a:pt x="80854" y="33721"/>
                </a:lnTo>
                <a:cubicBezTo>
                  <a:pt x="74432" y="30874"/>
                  <a:pt x="67631" y="29071"/>
                  <a:pt x="60735" y="28375"/>
                </a:cubicBezTo>
                <a:lnTo>
                  <a:pt x="60735" y="38560"/>
                </a:lnTo>
                <a:cubicBezTo>
                  <a:pt x="66239" y="39225"/>
                  <a:pt x="71617" y="40680"/>
                  <a:pt x="76741" y="42957"/>
                </a:cubicBezTo>
                <a:lnTo>
                  <a:pt x="81834" y="45235"/>
                </a:lnTo>
                <a:cubicBezTo>
                  <a:pt x="97398" y="52163"/>
                  <a:pt x="115049" y="52764"/>
                  <a:pt x="131055" y="46943"/>
                </a:cubicBezTo>
                <a:lnTo>
                  <a:pt x="141715" y="43052"/>
                </a:lnTo>
                <a:lnTo>
                  <a:pt x="141715" y="62665"/>
                </a:lnTo>
                <a:lnTo>
                  <a:pt x="127575" y="67789"/>
                </a:lnTo>
                <a:cubicBezTo>
                  <a:pt x="114036" y="72724"/>
                  <a:pt x="99106" y="72186"/>
                  <a:pt x="85946" y="66334"/>
                </a:cubicBezTo>
                <a:lnTo>
                  <a:pt x="80854" y="64057"/>
                </a:lnTo>
                <a:cubicBezTo>
                  <a:pt x="68137" y="58394"/>
                  <a:pt x="53966" y="56939"/>
                  <a:pt x="40332" y="59849"/>
                </a:cubicBezTo>
                <a:lnTo>
                  <a:pt x="20245" y="64151"/>
                </a:lnTo>
                <a:lnTo>
                  <a:pt x="20245" y="74495"/>
                </a:lnTo>
                <a:lnTo>
                  <a:pt x="42451" y="69719"/>
                </a:lnTo>
                <a:cubicBezTo>
                  <a:pt x="53966" y="67251"/>
                  <a:pt x="65954" y="68485"/>
                  <a:pt x="76741" y="73293"/>
                </a:cubicBezTo>
                <a:lnTo>
                  <a:pt x="81834" y="75571"/>
                </a:lnTo>
                <a:cubicBezTo>
                  <a:pt x="97398" y="82498"/>
                  <a:pt x="115049" y="83099"/>
                  <a:pt x="131055" y="77279"/>
                </a:cubicBezTo>
                <a:lnTo>
                  <a:pt x="141715" y="73388"/>
                </a:lnTo>
                <a:lnTo>
                  <a:pt x="141715" y="92969"/>
                </a:lnTo>
                <a:lnTo>
                  <a:pt x="127575" y="98093"/>
                </a:lnTo>
                <a:cubicBezTo>
                  <a:pt x="114036" y="103028"/>
                  <a:pt x="99106" y="102490"/>
                  <a:pt x="85946" y="96638"/>
                </a:cubicBezTo>
                <a:lnTo>
                  <a:pt x="80854" y="94361"/>
                </a:lnTo>
                <a:cubicBezTo>
                  <a:pt x="68137" y="88698"/>
                  <a:pt x="53966" y="87243"/>
                  <a:pt x="40332" y="90154"/>
                </a:cubicBezTo>
                <a:lnTo>
                  <a:pt x="20245" y="94456"/>
                </a:lnTo>
                <a:lnTo>
                  <a:pt x="20245" y="104800"/>
                </a:lnTo>
                <a:lnTo>
                  <a:pt x="42451" y="100023"/>
                </a:lnTo>
                <a:cubicBezTo>
                  <a:pt x="53966" y="97556"/>
                  <a:pt x="65954" y="98789"/>
                  <a:pt x="76741" y="103598"/>
                </a:cubicBezTo>
                <a:lnTo>
                  <a:pt x="81834" y="105875"/>
                </a:lnTo>
                <a:cubicBezTo>
                  <a:pt x="97398" y="112803"/>
                  <a:pt x="115049" y="113404"/>
                  <a:pt x="131055" y="107583"/>
                </a:cubicBezTo>
                <a:lnTo>
                  <a:pt x="141715" y="103692"/>
                </a:lnTo>
                <a:lnTo>
                  <a:pt x="141715" y="114289"/>
                </a:lnTo>
                <a:cubicBezTo>
                  <a:pt x="141715" y="118497"/>
                  <a:pt x="139090" y="122293"/>
                  <a:pt x="135135" y="123779"/>
                </a:cubicBezTo>
                <a:lnTo>
                  <a:pt x="124159" y="127892"/>
                </a:lnTo>
                <a:cubicBezTo>
                  <a:pt x="109545" y="133364"/>
                  <a:pt x="93285" y="132510"/>
                  <a:pt x="79335" y="125551"/>
                </a:cubicBezTo>
                <a:cubicBezTo>
                  <a:pt x="67346" y="119541"/>
                  <a:pt x="53586" y="118054"/>
                  <a:pt x="40585" y="121312"/>
                </a:cubicBezTo>
                <a:lnTo>
                  <a:pt x="20245" y="126531"/>
                </a:lnTo>
                <a:lnTo>
                  <a:pt x="20245" y="151838"/>
                </a:lnTo>
                <a:cubicBezTo>
                  <a:pt x="20245" y="157437"/>
                  <a:pt x="15722" y="161960"/>
                  <a:pt x="10123" y="161960"/>
                </a:cubicBezTo>
                <a:cubicBezTo>
                  <a:pt x="4523" y="161960"/>
                  <a:pt x="0" y="157437"/>
                  <a:pt x="0" y="151838"/>
                </a:cubicBezTo>
                <a:lnTo>
                  <a:pt x="0" y="10123"/>
                </a:lnTo>
                <a:cubicBezTo>
                  <a:pt x="0" y="4523"/>
                  <a:pt x="4523" y="0"/>
                  <a:pt x="10123" y="0"/>
                </a:cubicBezTo>
                <a:close/>
                <a:moveTo>
                  <a:pt x="35429" y="30368"/>
                </a:moveTo>
                <a:cubicBezTo>
                  <a:pt x="35429" y="27574"/>
                  <a:pt x="33161" y="25306"/>
                  <a:pt x="30368" y="25306"/>
                </a:cubicBezTo>
                <a:cubicBezTo>
                  <a:pt x="27574" y="25306"/>
                  <a:pt x="25306" y="27574"/>
                  <a:pt x="25306" y="30368"/>
                </a:cubicBezTo>
                <a:cubicBezTo>
                  <a:pt x="25306" y="33161"/>
                  <a:pt x="27574" y="35429"/>
                  <a:pt x="30368" y="35429"/>
                </a:cubicBezTo>
                <a:cubicBezTo>
                  <a:pt x="33161" y="35429"/>
                  <a:pt x="35429" y="33161"/>
                  <a:pt x="35429" y="30368"/>
                </a:cubicBezTo>
                <a:close/>
                <a:moveTo>
                  <a:pt x="45551" y="30368"/>
                </a:moveTo>
                <a:cubicBezTo>
                  <a:pt x="48345" y="30368"/>
                  <a:pt x="50613" y="28100"/>
                  <a:pt x="50613" y="25306"/>
                </a:cubicBezTo>
                <a:cubicBezTo>
                  <a:pt x="50613" y="22513"/>
                  <a:pt x="48345" y="20245"/>
                  <a:pt x="45551" y="20245"/>
                </a:cubicBezTo>
                <a:cubicBezTo>
                  <a:pt x="42758" y="20245"/>
                  <a:pt x="40490" y="22513"/>
                  <a:pt x="40490" y="25306"/>
                </a:cubicBezTo>
                <a:cubicBezTo>
                  <a:pt x="40490" y="28100"/>
                  <a:pt x="42758" y="30368"/>
                  <a:pt x="45551" y="30368"/>
                </a:cubicBezTo>
                <a:close/>
                <a:moveTo>
                  <a:pt x="35429" y="45551"/>
                </a:moveTo>
                <a:cubicBezTo>
                  <a:pt x="35429" y="42758"/>
                  <a:pt x="33161" y="40490"/>
                  <a:pt x="30368" y="40490"/>
                </a:cubicBezTo>
                <a:cubicBezTo>
                  <a:pt x="27574" y="40490"/>
                  <a:pt x="25306" y="42758"/>
                  <a:pt x="25306" y="45551"/>
                </a:cubicBezTo>
                <a:cubicBezTo>
                  <a:pt x="25306" y="48345"/>
                  <a:pt x="27574" y="50613"/>
                  <a:pt x="30368" y="50613"/>
                </a:cubicBezTo>
                <a:cubicBezTo>
                  <a:pt x="33161" y="50613"/>
                  <a:pt x="35429" y="48345"/>
                  <a:pt x="35429" y="45551"/>
                </a:cubicBezTo>
                <a:close/>
                <a:moveTo>
                  <a:pt x="45551" y="45551"/>
                </a:moveTo>
                <a:cubicBezTo>
                  <a:pt x="48345" y="45551"/>
                  <a:pt x="50613" y="43283"/>
                  <a:pt x="50613" y="40490"/>
                </a:cubicBezTo>
                <a:cubicBezTo>
                  <a:pt x="50613" y="37697"/>
                  <a:pt x="48345" y="35429"/>
                  <a:pt x="45551" y="35429"/>
                </a:cubicBezTo>
                <a:cubicBezTo>
                  <a:pt x="42758" y="35429"/>
                  <a:pt x="40490" y="37697"/>
                  <a:pt x="40490" y="40490"/>
                </a:cubicBezTo>
                <a:cubicBezTo>
                  <a:pt x="40490" y="43283"/>
                  <a:pt x="42758" y="45551"/>
                  <a:pt x="45551" y="4555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5" name="Text 12"/>
          <p:cNvSpPr/>
          <p:nvPr/>
        </p:nvSpPr>
        <p:spPr>
          <a:xfrm>
            <a:off x="9624538" y="1490539"/>
            <a:ext cx="125069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North America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56653" y="1868446"/>
            <a:ext cx="25373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Major client hub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963201" y="2526831"/>
            <a:ext cx="2852298" cy="1187708"/>
          </a:xfrm>
          <a:custGeom>
            <a:avLst/>
            <a:gdLst/>
            <a:ahLst/>
            <a:cxnLst/>
            <a:rect l="l" t="t" r="r" b="b"/>
            <a:pathLst>
              <a:path w="2852298" h="1187708">
                <a:moveTo>
                  <a:pt x="0" y="0"/>
                </a:moveTo>
                <a:lnTo>
                  <a:pt x="2852298" y="0"/>
                </a:lnTo>
                <a:lnTo>
                  <a:pt x="2852298" y="1187708"/>
                </a:lnTo>
                <a:lnTo>
                  <a:pt x="0" y="118770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70150" y="2811808"/>
            <a:ext cx="332918" cy="332918"/>
          </a:xfrm>
          <a:custGeom>
            <a:avLst/>
            <a:gdLst/>
            <a:ahLst/>
            <a:cxnLst/>
            <a:rect l="l" t="t" r="r" b="b"/>
            <a:pathLst>
              <a:path w="332918" h="332918">
                <a:moveTo>
                  <a:pt x="0" y="0"/>
                </a:moveTo>
                <a:lnTo>
                  <a:pt x="332918" y="0"/>
                </a:lnTo>
                <a:lnTo>
                  <a:pt x="332918" y="332918"/>
                </a:lnTo>
                <a:lnTo>
                  <a:pt x="0" y="3329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57878" y="2897287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75508" y="1613"/>
                </a:moveTo>
                <a:cubicBezTo>
                  <a:pt x="78829" y="-538"/>
                  <a:pt x="83131" y="-538"/>
                  <a:pt x="86453" y="1613"/>
                </a:cubicBezTo>
                <a:lnTo>
                  <a:pt x="157310" y="47165"/>
                </a:lnTo>
                <a:cubicBezTo>
                  <a:pt x="161074" y="49600"/>
                  <a:pt x="162814" y="54219"/>
                  <a:pt x="161549" y="58521"/>
                </a:cubicBezTo>
                <a:cubicBezTo>
                  <a:pt x="160284" y="62823"/>
                  <a:pt x="156330" y="65796"/>
                  <a:pt x="151838" y="65796"/>
                </a:cubicBezTo>
                <a:lnTo>
                  <a:pt x="141715" y="65796"/>
                </a:lnTo>
                <a:lnTo>
                  <a:pt x="141715" y="131593"/>
                </a:lnTo>
                <a:lnTo>
                  <a:pt x="157911" y="143740"/>
                </a:lnTo>
                <a:cubicBezTo>
                  <a:pt x="160473" y="145638"/>
                  <a:pt x="161960" y="148643"/>
                  <a:pt x="161960" y="151838"/>
                </a:cubicBezTo>
                <a:cubicBezTo>
                  <a:pt x="161960" y="157437"/>
                  <a:pt x="157437" y="161960"/>
                  <a:pt x="151838" y="161960"/>
                </a:cubicBezTo>
                <a:lnTo>
                  <a:pt x="10123" y="161960"/>
                </a:lnTo>
                <a:cubicBezTo>
                  <a:pt x="4523" y="161960"/>
                  <a:pt x="0" y="157437"/>
                  <a:pt x="0" y="151838"/>
                </a:cubicBezTo>
                <a:cubicBezTo>
                  <a:pt x="0" y="148643"/>
                  <a:pt x="1487" y="145638"/>
                  <a:pt x="4049" y="143740"/>
                </a:cubicBezTo>
                <a:lnTo>
                  <a:pt x="20245" y="131593"/>
                </a:lnTo>
                <a:lnTo>
                  <a:pt x="20245" y="131593"/>
                </a:lnTo>
                <a:lnTo>
                  <a:pt x="20245" y="65796"/>
                </a:lnTo>
                <a:lnTo>
                  <a:pt x="10123" y="65796"/>
                </a:lnTo>
                <a:cubicBezTo>
                  <a:pt x="5631" y="65796"/>
                  <a:pt x="1677" y="62823"/>
                  <a:pt x="411" y="58521"/>
                </a:cubicBezTo>
                <a:cubicBezTo>
                  <a:pt x="-854" y="54219"/>
                  <a:pt x="886" y="49569"/>
                  <a:pt x="4650" y="47165"/>
                </a:cubicBezTo>
                <a:lnTo>
                  <a:pt x="75508" y="1613"/>
                </a:lnTo>
                <a:close/>
                <a:moveTo>
                  <a:pt x="106286" y="65796"/>
                </a:moveTo>
                <a:lnTo>
                  <a:pt x="106286" y="131593"/>
                </a:lnTo>
                <a:lnTo>
                  <a:pt x="126531" y="131593"/>
                </a:lnTo>
                <a:lnTo>
                  <a:pt x="126531" y="65796"/>
                </a:lnTo>
                <a:lnTo>
                  <a:pt x="106286" y="65796"/>
                </a:lnTo>
                <a:close/>
                <a:moveTo>
                  <a:pt x="70858" y="131593"/>
                </a:moveTo>
                <a:lnTo>
                  <a:pt x="91103" y="131593"/>
                </a:lnTo>
                <a:lnTo>
                  <a:pt x="91103" y="65796"/>
                </a:lnTo>
                <a:lnTo>
                  <a:pt x="70858" y="65796"/>
                </a:lnTo>
                <a:lnTo>
                  <a:pt x="70858" y="131593"/>
                </a:lnTo>
                <a:close/>
                <a:moveTo>
                  <a:pt x="35429" y="65796"/>
                </a:moveTo>
                <a:lnTo>
                  <a:pt x="35429" y="131593"/>
                </a:lnTo>
                <a:lnTo>
                  <a:pt x="55674" y="131593"/>
                </a:lnTo>
                <a:lnTo>
                  <a:pt x="55674" y="65796"/>
                </a:lnTo>
                <a:lnTo>
                  <a:pt x="35429" y="6579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7"/>
          <p:cNvSpPr/>
          <p:nvPr/>
        </p:nvSpPr>
        <p:spPr>
          <a:xfrm>
            <a:off x="9624538" y="2852298"/>
            <a:ext cx="65683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Europe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56653" y="3230205"/>
            <a:ext cx="25373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Growing presence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963201" y="3888590"/>
            <a:ext cx="2852298" cy="1187708"/>
          </a:xfrm>
          <a:custGeom>
            <a:avLst/>
            <a:gdLst/>
            <a:ahLst/>
            <a:cxnLst/>
            <a:rect l="l" t="t" r="r" b="b"/>
            <a:pathLst>
              <a:path w="2852298" h="1187708">
                <a:moveTo>
                  <a:pt x="0" y="0"/>
                </a:moveTo>
                <a:lnTo>
                  <a:pt x="2852298" y="0"/>
                </a:lnTo>
                <a:lnTo>
                  <a:pt x="2852298" y="1187708"/>
                </a:lnTo>
                <a:lnTo>
                  <a:pt x="0" y="1187708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70150" y="4173426"/>
            <a:ext cx="332918" cy="332918"/>
          </a:xfrm>
          <a:custGeom>
            <a:avLst/>
            <a:gdLst/>
            <a:ahLst/>
            <a:cxnLst/>
            <a:rect l="l" t="t" r="r" b="b"/>
            <a:pathLst>
              <a:path w="332918" h="332918">
                <a:moveTo>
                  <a:pt x="0" y="0"/>
                </a:moveTo>
                <a:lnTo>
                  <a:pt x="332918" y="0"/>
                </a:lnTo>
                <a:lnTo>
                  <a:pt x="332918" y="332918"/>
                </a:lnTo>
                <a:lnTo>
                  <a:pt x="0" y="3329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57878" y="4258905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15816" y="90090"/>
                </a:moveTo>
                <a:cubicBezTo>
                  <a:pt x="17145" y="90755"/>
                  <a:pt x="18663" y="91103"/>
                  <a:pt x="20245" y="91103"/>
                </a:cubicBezTo>
                <a:lnTo>
                  <a:pt x="36283" y="91103"/>
                </a:lnTo>
                <a:cubicBezTo>
                  <a:pt x="38972" y="91103"/>
                  <a:pt x="41534" y="92178"/>
                  <a:pt x="43432" y="94076"/>
                </a:cubicBezTo>
                <a:lnTo>
                  <a:pt x="47639" y="98283"/>
                </a:lnTo>
                <a:cubicBezTo>
                  <a:pt x="49537" y="100181"/>
                  <a:pt x="52099" y="101257"/>
                  <a:pt x="54788" y="101257"/>
                </a:cubicBezTo>
                <a:lnTo>
                  <a:pt x="60703" y="101257"/>
                </a:lnTo>
                <a:cubicBezTo>
                  <a:pt x="66302" y="101257"/>
                  <a:pt x="70826" y="96733"/>
                  <a:pt x="70826" y="91134"/>
                </a:cubicBezTo>
                <a:lnTo>
                  <a:pt x="70826" y="78481"/>
                </a:lnTo>
                <a:cubicBezTo>
                  <a:pt x="70826" y="74274"/>
                  <a:pt x="74211" y="70889"/>
                  <a:pt x="78418" y="70889"/>
                </a:cubicBezTo>
                <a:cubicBezTo>
                  <a:pt x="82625" y="70889"/>
                  <a:pt x="86010" y="67504"/>
                  <a:pt x="86010" y="63297"/>
                </a:cubicBezTo>
                <a:lnTo>
                  <a:pt x="86010" y="49790"/>
                </a:lnTo>
                <a:cubicBezTo>
                  <a:pt x="86010" y="47101"/>
                  <a:pt x="87085" y="44539"/>
                  <a:pt x="88983" y="42641"/>
                </a:cubicBezTo>
                <a:lnTo>
                  <a:pt x="93190" y="38434"/>
                </a:lnTo>
                <a:cubicBezTo>
                  <a:pt x="95088" y="36536"/>
                  <a:pt x="96164" y="33974"/>
                  <a:pt x="96164" y="31285"/>
                </a:cubicBezTo>
                <a:lnTo>
                  <a:pt x="96164" y="18031"/>
                </a:lnTo>
                <a:cubicBezTo>
                  <a:pt x="96164" y="17651"/>
                  <a:pt x="96132" y="17303"/>
                  <a:pt x="96101" y="16924"/>
                </a:cubicBezTo>
                <a:cubicBezTo>
                  <a:pt x="91229" y="15785"/>
                  <a:pt x="86168" y="15184"/>
                  <a:pt x="80980" y="15184"/>
                </a:cubicBezTo>
                <a:cubicBezTo>
                  <a:pt x="44634" y="15184"/>
                  <a:pt x="15184" y="44634"/>
                  <a:pt x="15184" y="80980"/>
                </a:cubicBezTo>
                <a:cubicBezTo>
                  <a:pt x="15184" y="84080"/>
                  <a:pt x="15405" y="87117"/>
                  <a:pt x="15816" y="90090"/>
                </a:cubicBezTo>
                <a:close/>
                <a:moveTo>
                  <a:pt x="143392" y="101889"/>
                </a:moveTo>
                <a:cubicBezTo>
                  <a:pt x="142379" y="101447"/>
                  <a:pt x="141272" y="101225"/>
                  <a:pt x="140070" y="101225"/>
                </a:cubicBezTo>
                <a:lnTo>
                  <a:pt x="136654" y="101225"/>
                </a:lnTo>
                <a:cubicBezTo>
                  <a:pt x="133870" y="101225"/>
                  <a:pt x="131593" y="98948"/>
                  <a:pt x="131593" y="96164"/>
                </a:cubicBezTo>
                <a:cubicBezTo>
                  <a:pt x="131593" y="93380"/>
                  <a:pt x="129315" y="91103"/>
                  <a:pt x="126531" y="91103"/>
                </a:cubicBezTo>
                <a:lnTo>
                  <a:pt x="115555" y="91103"/>
                </a:lnTo>
                <a:cubicBezTo>
                  <a:pt x="112866" y="91103"/>
                  <a:pt x="110304" y="92178"/>
                  <a:pt x="108406" y="94076"/>
                </a:cubicBezTo>
                <a:lnTo>
                  <a:pt x="94076" y="108406"/>
                </a:lnTo>
                <a:cubicBezTo>
                  <a:pt x="92178" y="110304"/>
                  <a:pt x="91103" y="112866"/>
                  <a:pt x="91103" y="115555"/>
                </a:cubicBezTo>
                <a:lnTo>
                  <a:pt x="91103" y="121470"/>
                </a:lnTo>
                <a:cubicBezTo>
                  <a:pt x="91103" y="127069"/>
                  <a:pt x="95626" y="131593"/>
                  <a:pt x="101225" y="131593"/>
                </a:cubicBezTo>
                <a:lnTo>
                  <a:pt x="107140" y="131593"/>
                </a:lnTo>
                <a:cubicBezTo>
                  <a:pt x="109829" y="131593"/>
                  <a:pt x="112391" y="132668"/>
                  <a:pt x="114289" y="134566"/>
                </a:cubicBezTo>
                <a:cubicBezTo>
                  <a:pt x="114985" y="135262"/>
                  <a:pt x="115776" y="135863"/>
                  <a:pt x="116599" y="136306"/>
                </a:cubicBezTo>
                <a:cubicBezTo>
                  <a:pt x="129030" y="128271"/>
                  <a:pt x="138583" y="116187"/>
                  <a:pt x="143360" y="101889"/>
                </a:cubicBezTo>
                <a:close/>
                <a:moveTo>
                  <a:pt x="0" y="80980"/>
                </a:moveTo>
                <a:cubicBezTo>
                  <a:pt x="0" y="36286"/>
                  <a:pt x="36286" y="0"/>
                  <a:pt x="80980" y="0"/>
                </a:cubicBezTo>
                <a:cubicBezTo>
                  <a:pt x="125674" y="0"/>
                  <a:pt x="161960" y="36286"/>
                  <a:pt x="161960" y="80980"/>
                </a:cubicBezTo>
                <a:cubicBezTo>
                  <a:pt x="161960" y="125674"/>
                  <a:pt x="125674" y="161960"/>
                  <a:pt x="80980" y="161960"/>
                </a:cubicBezTo>
                <a:cubicBezTo>
                  <a:pt x="36286" y="161960"/>
                  <a:pt x="0" y="125674"/>
                  <a:pt x="0" y="80980"/>
                </a:cubicBezTo>
                <a:close/>
                <a:moveTo>
                  <a:pt x="40490" y="116409"/>
                </a:moveTo>
                <a:cubicBezTo>
                  <a:pt x="40490" y="119193"/>
                  <a:pt x="42768" y="121470"/>
                  <a:pt x="45551" y="121470"/>
                </a:cubicBezTo>
                <a:lnTo>
                  <a:pt x="55674" y="121470"/>
                </a:lnTo>
                <a:cubicBezTo>
                  <a:pt x="58457" y="121470"/>
                  <a:pt x="60735" y="119193"/>
                  <a:pt x="60735" y="116409"/>
                </a:cubicBezTo>
                <a:cubicBezTo>
                  <a:pt x="60735" y="113625"/>
                  <a:pt x="58457" y="111348"/>
                  <a:pt x="55674" y="111348"/>
                </a:cubicBezTo>
                <a:lnTo>
                  <a:pt x="45551" y="111348"/>
                </a:lnTo>
                <a:cubicBezTo>
                  <a:pt x="42768" y="111348"/>
                  <a:pt x="40490" y="113625"/>
                  <a:pt x="40490" y="116409"/>
                </a:cubicBezTo>
                <a:close/>
                <a:moveTo>
                  <a:pt x="86041" y="80980"/>
                </a:moveTo>
                <a:cubicBezTo>
                  <a:pt x="83258" y="80980"/>
                  <a:pt x="80980" y="83258"/>
                  <a:pt x="80980" y="86041"/>
                </a:cubicBezTo>
                <a:lnTo>
                  <a:pt x="80980" y="96164"/>
                </a:lnTo>
                <a:cubicBezTo>
                  <a:pt x="80980" y="98948"/>
                  <a:pt x="83258" y="101225"/>
                  <a:pt x="86041" y="101225"/>
                </a:cubicBezTo>
                <a:cubicBezTo>
                  <a:pt x="88825" y="101225"/>
                  <a:pt x="91103" y="98948"/>
                  <a:pt x="91103" y="96164"/>
                </a:cubicBezTo>
                <a:lnTo>
                  <a:pt x="91103" y="86041"/>
                </a:lnTo>
                <a:cubicBezTo>
                  <a:pt x="91103" y="83258"/>
                  <a:pt x="88825" y="80980"/>
                  <a:pt x="86041" y="80980"/>
                </a:cubicBezTo>
                <a:close/>
                <a:moveTo>
                  <a:pt x="101225" y="45551"/>
                </a:moveTo>
                <a:lnTo>
                  <a:pt x="101225" y="55674"/>
                </a:lnTo>
                <a:cubicBezTo>
                  <a:pt x="101225" y="58457"/>
                  <a:pt x="103503" y="60735"/>
                  <a:pt x="106286" y="60735"/>
                </a:cubicBezTo>
                <a:cubicBezTo>
                  <a:pt x="109070" y="60735"/>
                  <a:pt x="111348" y="58457"/>
                  <a:pt x="111348" y="55674"/>
                </a:cubicBezTo>
                <a:lnTo>
                  <a:pt x="111348" y="45551"/>
                </a:lnTo>
                <a:cubicBezTo>
                  <a:pt x="111348" y="42768"/>
                  <a:pt x="109070" y="40490"/>
                  <a:pt x="106286" y="40490"/>
                </a:cubicBezTo>
                <a:cubicBezTo>
                  <a:pt x="103503" y="40490"/>
                  <a:pt x="101225" y="42768"/>
                  <a:pt x="101225" y="4555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2"/>
          <p:cNvSpPr/>
          <p:nvPr/>
        </p:nvSpPr>
        <p:spPr>
          <a:xfrm>
            <a:off x="9624538" y="4213916"/>
            <a:ext cx="106173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Asia-Pacific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156653" y="4591823"/>
            <a:ext cx="25373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delivery hub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963201" y="5250208"/>
            <a:ext cx="2852298" cy="1187708"/>
          </a:xfrm>
          <a:custGeom>
            <a:avLst/>
            <a:gdLst/>
            <a:ahLst/>
            <a:cxnLst/>
            <a:rect l="l" t="t" r="r" b="b"/>
            <a:pathLst>
              <a:path w="2852298" h="1187708">
                <a:moveTo>
                  <a:pt x="0" y="0"/>
                </a:moveTo>
                <a:lnTo>
                  <a:pt x="2852298" y="0"/>
                </a:lnTo>
                <a:lnTo>
                  <a:pt x="2852298" y="1187708"/>
                </a:lnTo>
                <a:lnTo>
                  <a:pt x="0" y="11877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70150" y="5535044"/>
            <a:ext cx="332918" cy="332918"/>
          </a:xfrm>
          <a:custGeom>
            <a:avLst/>
            <a:gdLst/>
            <a:ahLst/>
            <a:cxnLst/>
            <a:rect l="l" t="t" r="r" b="b"/>
            <a:pathLst>
              <a:path w="332918" h="332918">
                <a:moveTo>
                  <a:pt x="0" y="0"/>
                </a:moveTo>
                <a:lnTo>
                  <a:pt x="332918" y="0"/>
                </a:lnTo>
                <a:lnTo>
                  <a:pt x="332918" y="332918"/>
                </a:lnTo>
                <a:lnTo>
                  <a:pt x="0" y="33291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57878" y="5620523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111316" y="88572"/>
                </a:moveTo>
                <a:lnTo>
                  <a:pt x="50929" y="88572"/>
                </a:lnTo>
                <a:cubicBezTo>
                  <a:pt x="51846" y="108975"/>
                  <a:pt x="56370" y="127765"/>
                  <a:pt x="62791" y="141525"/>
                </a:cubicBezTo>
                <a:cubicBezTo>
                  <a:pt x="66397" y="149275"/>
                  <a:pt x="70288" y="154748"/>
                  <a:pt x="73894" y="158101"/>
                </a:cubicBezTo>
                <a:cubicBezTo>
                  <a:pt x="77437" y="161422"/>
                  <a:pt x="79873" y="161960"/>
                  <a:pt x="81138" y="161960"/>
                </a:cubicBezTo>
                <a:cubicBezTo>
                  <a:pt x="82404" y="161960"/>
                  <a:pt x="84839" y="161422"/>
                  <a:pt x="88382" y="158101"/>
                </a:cubicBezTo>
                <a:cubicBezTo>
                  <a:pt x="91988" y="154748"/>
                  <a:pt x="95879" y="149244"/>
                  <a:pt x="99485" y="141525"/>
                </a:cubicBezTo>
                <a:cubicBezTo>
                  <a:pt x="105907" y="127765"/>
                  <a:pt x="110430" y="108975"/>
                  <a:pt x="111348" y="88572"/>
                </a:cubicBezTo>
                <a:close/>
                <a:moveTo>
                  <a:pt x="50897" y="73388"/>
                </a:moveTo>
                <a:lnTo>
                  <a:pt x="111284" y="73388"/>
                </a:lnTo>
                <a:cubicBezTo>
                  <a:pt x="110399" y="52985"/>
                  <a:pt x="105875" y="34195"/>
                  <a:pt x="99454" y="20435"/>
                </a:cubicBezTo>
                <a:cubicBezTo>
                  <a:pt x="95848" y="12716"/>
                  <a:pt x="91957" y="7212"/>
                  <a:pt x="88351" y="3859"/>
                </a:cubicBezTo>
                <a:cubicBezTo>
                  <a:pt x="84808" y="538"/>
                  <a:pt x="82372" y="0"/>
                  <a:pt x="81107" y="0"/>
                </a:cubicBezTo>
                <a:cubicBezTo>
                  <a:pt x="79841" y="0"/>
                  <a:pt x="77406" y="538"/>
                  <a:pt x="73863" y="3859"/>
                </a:cubicBezTo>
                <a:cubicBezTo>
                  <a:pt x="70257" y="7212"/>
                  <a:pt x="66366" y="12716"/>
                  <a:pt x="62760" y="20435"/>
                </a:cubicBezTo>
                <a:cubicBezTo>
                  <a:pt x="56338" y="34195"/>
                  <a:pt x="51815" y="52985"/>
                  <a:pt x="50897" y="73388"/>
                </a:cubicBezTo>
                <a:close/>
                <a:moveTo>
                  <a:pt x="35713" y="73388"/>
                </a:moveTo>
                <a:cubicBezTo>
                  <a:pt x="36821" y="46310"/>
                  <a:pt x="43811" y="21162"/>
                  <a:pt x="54029" y="4650"/>
                </a:cubicBezTo>
                <a:cubicBezTo>
                  <a:pt x="24895" y="14962"/>
                  <a:pt x="3448" y="41502"/>
                  <a:pt x="474" y="73388"/>
                </a:cubicBezTo>
                <a:lnTo>
                  <a:pt x="35713" y="73388"/>
                </a:lnTo>
                <a:close/>
                <a:moveTo>
                  <a:pt x="474" y="88572"/>
                </a:moveTo>
                <a:cubicBezTo>
                  <a:pt x="3448" y="120458"/>
                  <a:pt x="24895" y="146998"/>
                  <a:pt x="54029" y="157310"/>
                </a:cubicBezTo>
                <a:cubicBezTo>
                  <a:pt x="43811" y="140798"/>
                  <a:pt x="36821" y="115650"/>
                  <a:pt x="35713" y="88572"/>
                </a:cubicBezTo>
                <a:lnTo>
                  <a:pt x="474" y="88572"/>
                </a:lnTo>
                <a:close/>
                <a:moveTo>
                  <a:pt x="126500" y="88572"/>
                </a:moveTo>
                <a:cubicBezTo>
                  <a:pt x="125393" y="115650"/>
                  <a:pt x="118402" y="140798"/>
                  <a:pt x="108184" y="157310"/>
                </a:cubicBezTo>
                <a:cubicBezTo>
                  <a:pt x="137318" y="146966"/>
                  <a:pt x="158765" y="120458"/>
                  <a:pt x="161739" y="88572"/>
                </a:cubicBezTo>
                <a:lnTo>
                  <a:pt x="126500" y="88572"/>
                </a:lnTo>
                <a:close/>
                <a:moveTo>
                  <a:pt x="161739" y="73388"/>
                </a:moveTo>
                <a:cubicBezTo>
                  <a:pt x="158765" y="41502"/>
                  <a:pt x="137318" y="14962"/>
                  <a:pt x="108184" y="4650"/>
                </a:cubicBezTo>
                <a:cubicBezTo>
                  <a:pt x="118402" y="21162"/>
                  <a:pt x="125393" y="46310"/>
                  <a:pt x="126500" y="73388"/>
                </a:cubicBezTo>
                <a:lnTo>
                  <a:pt x="161739" y="733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9624538" y="5575534"/>
            <a:ext cx="118770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Latin America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56653" y="5953441"/>
            <a:ext cx="25373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Emerging market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73408" y="6611826"/>
            <a:ext cx="11445184" cy="566861"/>
          </a:xfrm>
          <a:custGeom>
            <a:avLst/>
            <a:gdLst/>
            <a:ahLst/>
            <a:cxnLst/>
            <a:rect l="l" t="t" r="r" b="b"/>
            <a:pathLst>
              <a:path w="11445184" h="566861">
                <a:moveTo>
                  <a:pt x="0" y="0"/>
                </a:moveTo>
                <a:lnTo>
                  <a:pt x="11445184" y="0"/>
                </a:lnTo>
                <a:lnTo>
                  <a:pt x="11445184" y="566861"/>
                </a:lnTo>
                <a:lnTo>
                  <a:pt x="0" y="56686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46894" y="6796281"/>
            <a:ext cx="202450" cy="179956"/>
          </a:xfrm>
          <a:custGeom>
            <a:avLst/>
            <a:gdLst/>
            <a:ahLst/>
            <a:cxnLst/>
            <a:rect l="l" t="t" r="r" b="b"/>
            <a:pathLst>
              <a:path w="202450" h="179956">
                <a:moveTo>
                  <a:pt x="108782" y="-6643"/>
                </a:moveTo>
                <a:cubicBezTo>
                  <a:pt x="107341" y="-9455"/>
                  <a:pt x="104424" y="-11247"/>
                  <a:pt x="101260" y="-11247"/>
                </a:cubicBezTo>
                <a:cubicBezTo>
                  <a:pt x="98097" y="-11247"/>
                  <a:pt x="95180" y="-9455"/>
                  <a:pt x="93739" y="-6643"/>
                </a:cubicBezTo>
                <a:lnTo>
                  <a:pt x="67870" y="44040"/>
                </a:lnTo>
                <a:lnTo>
                  <a:pt x="11669" y="52967"/>
                </a:lnTo>
                <a:cubicBezTo>
                  <a:pt x="8541" y="53460"/>
                  <a:pt x="5940" y="55674"/>
                  <a:pt x="4956" y="58696"/>
                </a:cubicBezTo>
                <a:cubicBezTo>
                  <a:pt x="3972" y="61719"/>
                  <a:pt x="4780" y="65023"/>
                  <a:pt x="6994" y="67273"/>
                </a:cubicBezTo>
                <a:lnTo>
                  <a:pt x="47203" y="107517"/>
                </a:lnTo>
                <a:lnTo>
                  <a:pt x="38346" y="163718"/>
                </a:lnTo>
                <a:cubicBezTo>
                  <a:pt x="37854" y="166846"/>
                  <a:pt x="39154" y="170009"/>
                  <a:pt x="41720" y="171872"/>
                </a:cubicBezTo>
                <a:cubicBezTo>
                  <a:pt x="44286" y="173735"/>
                  <a:pt x="47660" y="174016"/>
                  <a:pt x="50507" y="172575"/>
                </a:cubicBezTo>
                <a:lnTo>
                  <a:pt x="101260" y="146776"/>
                </a:lnTo>
                <a:lnTo>
                  <a:pt x="151978" y="172575"/>
                </a:lnTo>
                <a:cubicBezTo>
                  <a:pt x="154790" y="174016"/>
                  <a:pt x="158199" y="173735"/>
                  <a:pt x="160765" y="171872"/>
                </a:cubicBezTo>
                <a:cubicBezTo>
                  <a:pt x="163331" y="170009"/>
                  <a:pt x="164631" y="166881"/>
                  <a:pt x="164139" y="163718"/>
                </a:cubicBezTo>
                <a:lnTo>
                  <a:pt x="155247" y="107517"/>
                </a:lnTo>
                <a:lnTo>
                  <a:pt x="195456" y="67273"/>
                </a:lnTo>
                <a:cubicBezTo>
                  <a:pt x="197705" y="65023"/>
                  <a:pt x="198479" y="61719"/>
                  <a:pt x="197494" y="58696"/>
                </a:cubicBezTo>
                <a:cubicBezTo>
                  <a:pt x="196510" y="55674"/>
                  <a:pt x="193944" y="53460"/>
                  <a:pt x="190781" y="52967"/>
                </a:cubicBezTo>
                <a:lnTo>
                  <a:pt x="134615" y="44040"/>
                </a:lnTo>
                <a:lnTo>
                  <a:pt x="108782" y="-66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761824" y="6769287"/>
            <a:ext cx="1094429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India: Key Global Delivery Hub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000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720000">
            <a:off x="10830584" y="5496583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0" y="0"/>
                </a:moveTo>
                <a:lnTo>
                  <a:pt x="876300" y="0"/>
                </a:lnTo>
                <a:lnTo>
                  <a:pt x="876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9550" y="34480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7981" y="17859"/>
                  <a:pt x="0" y="25840"/>
                  <a:pt x="0" y="35719"/>
                </a:cubicBezTo>
                <a:lnTo>
                  <a:pt x="0" y="241102"/>
                </a:lnTo>
                <a:cubicBezTo>
                  <a:pt x="0" y="255891"/>
                  <a:pt x="11999" y="267891"/>
                  <a:pt x="26789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84944"/>
                </a:lnTo>
                <a:cubicBezTo>
                  <a:pt x="285750" y="74786"/>
                  <a:pt x="274923" y="68368"/>
                  <a:pt x="265993" y="73168"/>
                </a:cubicBezTo>
                <a:lnTo>
                  <a:pt x="178594" y="120216"/>
                </a:lnTo>
                <a:lnTo>
                  <a:pt x="178594" y="84944"/>
                </a:lnTo>
                <a:cubicBezTo>
                  <a:pt x="178594" y="74786"/>
                  <a:pt x="167767" y="68368"/>
                  <a:pt x="158837" y="73168"/>
                </a:cubicBezTo>
                <a:lnTo>
                  <a:pt x="71438" y="120216"/>
                </a:lnTo>
                <a:lnTo>
                  <a:pt x="71438" y="35719"/>
                </a:lnTo>
                <a:cubicBezTo>
                  <a:pt x="71438" y="25840"/>
                  <a:pt x="63457" y="17859"/>
                  <a:pt x="53578" y="17859"/>
                </a:cubicBezTo>
                <a:lnTo>
                  <a:pt x="17859" y="1785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00050"/>
            <a:ext cx="4752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Industries Served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238250"/>
            <a:ext cx="3648075" cy="2085975"/>
          </a:xfrm>
          <a:custGeom>
            <a:avLst/>
            <a:gdLst/>
            <a:ahLst/>
            <a:cxnLst/>
            <a:rect l="l" t="t" r="r" b="b"/>
            <a:pathLst>
              <a:path w="3648075" h="2085975">
                <a:moveTo>
                  <a:pt x="0" y="0"/>
                </a:moveTo>
                <a:lnTo>
                  <a:pt x="3648075" y="0"/>
                </a:lnTo>
                <a:lnTo>
                  <a:pt x="3648075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55738" y="1533525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1957" y="17573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1749" y="11274"/>
                </a:moveTo>
                <a:cubicBezTo>
                  <a:pt x="146279" y="8148"/>
                  <a:pt x="139526" y="8148"/>
                  <a:pt x="134001" y="11274"/>
                </a:cubicBezTo>
                <a:lnTo>
                  <a:pt x="8985" y="82711"/>
                </a:lnTo>
                <a:cubicBezTo>
                  <a:pt x="1953" y="86730"/>
                  <a:pt x="-1507" y="94990"/>
                  <a:pt x="558" y="102803"/>
                </a:cubicBezTo>
                <a:cubicBezTo>
                  <a:pt x="2623" y="110617"/>
                  <a:pt x="9767" y="116086"/>
                  <a:pt x="17859" y="116086"/>
                </a:cubicBezTo>
                <a:lnTo>
                  <a:pt x="35719" y="116086"/>
                </a:lnTo>
                <a:lnTo>
                  <a:pt x="35719" y="232172"/>
                </a:lnTo>
                <a:lnTo>
                  <a:pt x="35719" y="232172"/>
                </a:lnTo>
                <a:lnTo>
                  <a:pt x="7144" y="253603"/>
                </a:lnTo>
                <a:cubicBezTo>
                  <a:pt x="2623" y="256952"/>
                  <a:pt x="0" y="262254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267891" y="285750"/>
                </a:lnTo>
                <a:cubicBezTo>
                  <a:pt x="277769" y="285750"/>
                  <a:pt x="285750" y="277769"/>
                  <a:pt x="285750" y="267891"/>
                </a:cubicBezTo>
                <a:cubicBezTo>
                  <a:pt x="285750" y="262254"/>
                  <a:pt x="283127" y="256952"/>
                  <a:pt x="278606" y="253603"/>
                </a:cubicBezTo>
                <a:lnTo>
                  <a:pt x="250031" y="232172"/>
                </a:lnTo>
                <a:lnTo>
                  <a:pt x="250031" y="116086"/>
                </a:lnTo>
                <a:lnTo>
                  <a:pt x="267891" y="116086"/>
                </a:lnTo>
                <a:cubicBezTo>
                  <a:pt x="275983" y="116086"/>
                  <a:pt x="283071" y="110617"/>
                  <a:pt x="285136" y="102803"/>
                </a:cubicBezTo>
                <a:cubicBezTo>
                  <a:pt x="287201" y="94990"/>
                  <a:pt x="283741" y="86730"/>
                  <a:pt x="276709" y="82711"/>
                </a:cubicBezTo>
                <a:lnTo>
                  <a:pt x="151693" y="11274"/>
                </a:lnTo>
                <a:close/>
                <a:moveTo>
                  <a:pt x="223242" y="116086"/>
                </a:moveTo>
                <a:lnTo>
                  <a:pt x="223242" y="232172"/>
                </a:lnTo>
                <a:lnTo>
                  <a:pt x="187523" y="232172"/>
                </a:lnTo>
                <a:lnTo>
                  <a:pt x="187523" y="116086"/>
                </a:lnTo>
                <a:lnTo>
                  <a:pt x="223242" y="116086"/>
                </a:lnTo>
                <a:close/>
                <a:moveTo>
                  <a:pt x="160734" y="116086"/>
                </a:moveTo>
                <a:lnTo>
                  <a:pt x="160734" y="232172"/>
                </a:lnTo>
                <a:lnTo>
                  <a:pt x="125016" y="232172"/>
                </a:lnTo>
                <a:lnTo>
                  <a:pt x="125016" y="116086"/>
                </a:lnTo>
                <a:lnTo>
                  <a:pt x="160734" y="116086"/>
                </a:lnTo>
                <a:close/>
                <a:moveTo>
                  <a:pt x="98227" y="116086"/>
                </a:moveTo>
                <a:lnTo>
                  <a:pt x="98227" y="232172"/>
                </a:lnTo>
                <a:lnTo>
                  <a:pt x="62508" y="232172"/>
                </a:lnTo>
                <a:lnTo>
                  <a:pt x="62508" y="116086"/>
                </a:lnTo>
                <a:lnTo>
                  <a:pt x="98227" y="116086"/>
                </a:lnTo>
                <a:close/>
                <a:moveTo>
                  <a:pt x="142875" y="53578"/>
                </a:moveTo>
                <a:cubicBezTo>
                  <a:pt x="152732" y="53578"/>
                  <a:pt x="160734" y="61581"/>
                  <a:pt x="160734" y="71438"/>
                </a:cubicBezTo>
                <a:cubicBezTo>
                  <a:pt x="160734" y="81294"/>
                  <a:pt x="152732" y="89297"/>
                  <a:pt x="142875" y="89297"/>
                </a:cubicBezTo>
                <a:cubicBezTo>
                  <a:pt x="133018" y="89297"/>
                  <a:pt x="125016" y="81294"/>
                  <a:pt x="125016" y="71438"/>
                </a:cubicBezTo>
                <a:cubicBezTo>
                  <a:pt x="125016" y="61581"/>
                  <a:pt x="133018" y="53578"/>
                  <a:pt x="142875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98748" y="2433638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Banking &amp; Financial 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2132" y="2814638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Digital banking solutions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3451" y="1238250"/>
            <a:ext cx="3648075" cy="2085975"/>
          </a:xfrm>
          <a:custGeom>
            <a:avLst/>
            <a:gdLst/>
            <a:ahLst/>
            <a:cxnLst/>
            <a:rect l="l" t="t" r="r" b="b"/>
            <a:pathLst>
              <a:path w="3648075" h="2085975">
                <a:moveTo>
                  <a:pt x="0" y="0"/>
                </a:moveTo>
                <a:lnTo>
                  <a:pt x="3648075" y="0"/>
                </a:lnTo>
                <a:lnTo>
                  <a:pt x="3648075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29139" y="1533525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55357" y="17573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4677370" y="2433638"/>
            <a:ext cx="283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Healthcare &amp; Life Sciences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90245" y="2814638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Health tech innovation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47000" y="1238250"/>
            <a:ext cx="3648075" cy="2085975"/>
          </a:xfrm>
          <a:custGeom>
            <a:avLst/>
            <a:gdLst/>
            <a:ahLst/>
            <a:cxnLst/>
            <a:rect l="l" t="t" r="r" b="b"/>
            <a:pathLst>
              <a:path w="3648075" h="2085975">
                <a:moveTo>
                  <a:pt x="0" y="0"/>
                </a:moveTo>
                <a:lnTo>
                  <a:pt x="3648075" y="0"/>
                </a:lnTo>
                <a:lnTo>
                  <a:pt x="3648075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2688" y="1533525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93188" y="175736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3395" y="-8930"/>
                </a:moveTo>
                <a:cubicBezTo>
                  <a:pt x="5972" y="-8930"/>
                  <a:pt x="0" y="-2958"/>
                  <a:pt x="0" y="4465"/>
                </a:cubicBezTo>
                <a:cubicBezTo>
                  <a:pt x="0" y="11888"/>
                  <a:pt x="5972" y="17859"/>
                  <a:pt x="13395" y="17859"/>
                </a:cubicBezTo>
                <a:lnTo>
                  <a:pt x="38677" y="17859"/>
                </a:lnTo>
                <a:cubicBezTo>
                  <a:pt x="40853" y="17859"/>
                  <a:pt x="42695" y="19422"/>
                  <a:pt x="43086" y="21543"/>
                </a:cubicBezTo>
                <a:lnTo>
                  <a:pt x="72163" y="181328"/>
                </a:lnTo>
                <a:cubicBezTo>
                  <a:pt x="75623" y="200416"/>
                  <a:pt x="92255" y="214313"/>
                  <a:pt x="111677" y="214313"/>
                </a:cubicBezTo>
                <a:lnTo>
                  <a:pt x="254496" y="214313"/>
                </a:lnTo>
                <a:cubicBezTo>
                  <a:pt x="261919" y="214313"/>
                  <a:pt x="267891" y="208341"/>
                  <a:pt x="267891" y="200918"/>
                </a:cubicBezTo>
                <a:cubicBezTo>
                  <a:pt x="267891" y="193495"/>
                  <a:pt x="261919" y="187523"/>
                  <a:pt x="254496" y="187523"/>
                </a:cubicBezTo>
                <a:lnTo>
                  <a:pt x="111677" y="187523"/>
                </a:lnTo>
                <a:cubicBezTo>
                  <a:pt x="105203" y="187523"/>
                  <a:pt x="99678" y="182891"/>
                  <a:pt x="98506" y="176529"/>
                </a:cubicBezTo>
                <a:lnTo>
                  <a:pt x="95659" y="160734"/>
                </a:lnTo>
                <a:lnTo>
                  <a:pt x="265100" y="160734"/>
                </a:lnTo>
                <a:cubicBezTo>
                  <a:pt x="282290" y="160734"/>
                  <a:pt x="297024" y="148512"/>
                  <a:pt x="300205" y="131601"/>
                </a:cubicBezTo>
                <a:lnTo>
                  <a:pt x="317506" y="39012"/>
                </a:lnTo>
                <a:cubicBezTo>
                  <a:pt x="319571" y="28017"/>
                  <a:pt x="311144" y="17859"/>
                  <a:pt x="299926" y="17859"/>
                </a:cubicBezTo>
                <a:lnTo>
                  <a:pt x="69596" y="17859"/>
                </a:lnTo>
                <a:lnTo>
                  <a:pt x="69373" y="16743"/>
                </a:lnTo>
                <a:cubicBezTo>
                  <a:pt x="66694" y="1898"/>
                  <a:pt x="53746" y="-8930"/>
                  <a:pt x="38621" y="-8930"/>
                </a:cubicBezTo>
                <a:lnTo>
                  <a:pt x="13395" y="-8930"/>
                </a:lnTo>
                <a:close/>
                <a:moveTo>
                  <a:pt x="116086" y="285750"/>
                </a:moveTo>
                <a:cubicBezTo>
                  <a:pt x="130871" y="285750"/>
                  <a:pt x="142875" y="273746"/>
                  <a:pt x="142875" y="258961"/>
                </a:cubicBezTo>
                <a:cubicBezTo>
                  <a:pt x="142875" y="244176"/>
                  <a:pt x="130871" y="232172"/>
                  <a:pt x="116086" y="232172"/>
                </a:cubicBezTo>
                <a:cubicBezTo>
                  <a:pt x="101301" y="232172"/>
                  <a:pt x="89297" y="244176"/>
                  <a:pt x="89297" y="258961"/>
                </a:cubicBezTo>
                <a:cubicBezTo>
                  <a:pt x="89297" y="273746"/>
                  <a:pt x="101301" y="285750"/>
                  <a:pt x="116086" y="285750"/>
                </a:cubicBezTo>
                <a:close/>
                <a:moveTo>
                  <a:pt x="241102" y="285750"/>
                </a:moveTo>
                <a:cubicBezTo>
                  <a:pt x="255887" y="285750"/>
                  <a:pt x="267891" y="273746"/>
                  <a:pt x="267891" y="258961"/>
                </a:cubicBezTo>
                <a:cubicBezTo>
                  <a:pt x="267891" y="244176"/>
                  <a:pt x="255887" y="232172"/>
                  <a:pt x="241102" y="232172"/>
                </a:cubicBezTo>
                <a:cubicBezTo>
                  <a:pt x="226316" y="232172"/>
                  <a:pt x="214313" y="244176"/>
                  <a:pt x="214313" y="258961"/>
                </a:cubicBezTo>
                <a:cubicBezTo>
                  <a:pt x="214313" y="273746"/>
                  <a:pt x="226316" y="285750"/>
                  <a:pt x="241102" y="28575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8612237" y="2433638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Retail &amp; Consumer Goods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6429" y="2814638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Omnichannel retail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552825"/>
            <a:ext cx="3648075" cy="2085975"/>
          </a:xfrm>
          <a:custGeom>
            <a:avLst/>
            <a:gdLst/>
            <a:ahLst/>
            <a:cxnLst/>
            <a:rect l="l" t="t" r="r" b="b"/>
            <a:pathLst>
              <a:path w="3648075" h="2085975">
                <a:moveTo>
                  <a:pt x="0" y="0"/>
                </a:moveTo>
                <a:lnTo>
                  <a:pt x="3648075" y="0"/>
                </a:lnTo>
                <a:lnTo>
                  <a:pt x="3648075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55738" y="3848100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1957" y="40719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1572518" y="4748213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58069" y="5129213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 sector solutions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73451" y="3552825"/>
            <a:ext cx="3648075" cy="2085975"/>
          </a:xfrm>
          <a:custGeom>
            <a:avLst/>
            <a:gdLst/>
            <a:ahLst/>
            <a:cxnLst/>
            <a:rect l="l" t="t" r="r" b="b"/>
            <a:pathLst>
              <a:path w="3648075" h="2085975">
                <a:moveTo>
                  <a:pt x="0" y="0"/>
                </a:moveTo>
                <a:lnTo>
                  <a:pt x="3648075" y="0"/>
                </a:lnTo>
                <a:lnTo>
                  <a:pt x="3648075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29139" y="3848100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9639" y="407193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289500" y="4748213"/>
            <a:ext cx="1609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5814" y="5129213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Industry 4.0 solutions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47000" y="3552825"/>
            <a:ext cx="3648075" cy="2085975"/>
          </a:xfrm>
          <a:custGeom>
            <a:avLst/>
            <a:gdLst/>
            <a:ahLst/>
            <a:cxnLst/>
            <a:rect l="l" t="t" r="r" b="b"/>
            <a:pathLst>
              <a:path w="3648075" h="2085975">
                <a:moveTo>
                  <a:pt x="0" y="0"/>
                </a:moveTo>
                <a:lnTo>
                  <a:pt x="3648075" y="0"/>
                </a:lnTo>
                <a:lnTo>
                  <a:pt x="3648075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02688" y="3848100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8907" y="40719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3220" y="2846"/>
                </a:moveTo>
                <a:cubicBezTo>
                  <a:pt x="139080" y="-949"/>
                  <a:pt x="146670" y="-949"/>
                  <a:pt x="152530" y="2846"/>
                </a:cubicBezTo>
                <a:lnTo>
                  <a:pt x="277546" y="83214"/>
                </a:lnTo>
                <a:cubicBezTo>
                  <a:pt x="284187" y="87511"/>
                  <a:pt x="287257" y="95659"/>
                  <a:pt x="285024" y="103250"/>
                </a:cubicBezTo>
                <a:cubicBezTo>
                  <a:pt x="282792" y="110840"/>
                  <a:pt x="275816" y="116086"/>
                  <a:pt x="267891" y="116086"/>
                </a:cubicBezTo>
                <a:lnTo>
                  <a:pt x="250031" y="116086"/>
                </a:lnTo>
                <a:lnTo>
                  <a:pt x="250031" y="232172"/>
                </a:lnTo>
                <a:lnTo>
                  <a:pt x="278606" y="253603"/>
                </a:lnTo>
                <a:cubicBezTo>
                  <a:pt x="283127" y="256952"/>
                  <a:pt x="285750" y="262254"/>
                  <a:pt x="285750" y="267891"/>
                </a:cubicBezTo>
                <a:cubicBezTo>
                  <a:pt x="285750" y="277769"/>
                  <a:pt x="277769" y="285750"/>
                  <a:pt x="267891" y="285750"/>
                </a:cubicBezTo>
                <a:lnTo>
                  <a:pt x="17859" y="285750"/>
                </a:lnTo>
                <a:cubicBezTo>
                  <a:pt x="7981" y="285750"/>
                  <a:pt x="0" y="277769"/>
                  <a:pt x="0" y="267891"/>
                </a:cubicBezTo>
                <a:cubicBezTo>
                  <a:pt x="0" y="262254"/>
                  <a:pt x="2623" y="256952"/>
                  <a:pt x="7144" y="253603"/>
                </a:cubicBezTo>
                <a:lnTo>
                  <a:pt x="35719" y="232172"/>
                </a:lnTo>
                <a:lnTo>
                  <a:pt x="35719" y="232172"/>
                </a:lnTo>
                <a:lnTo>
                  <a:pt x="35719" y="116086"/>
                </a:lnTo>
                <a:lnTo>
                  <a:pt x="17859" y="116086"/>
                </a:lnTo>
                <a:cubicBezTo>
                  <a:pt x="9934" y="116086"/>
                  <a:pt x="2958" y="110840"/>
                  <a:pt x="726" y="103250"/>
                </a:cubicBezTo>
                <a:cubicBezTo>
                  <a:pt x="-1507" y="95659"/>
                  <a:pt x="1563" y="87455"/>
                  <a:pt x="8204" y="83214"/>
                </a:cubicBezTo>
                <a:lnTo>
                  <a:pt x="133220" y="2846"/>
                </a:lnTo>
                <a:close/>
                <a:moveTo>
                  <a:pt x="187523" y="116086"/>
                </a:moveTo>
                <a:lnTo>
                  <a:pt x="187523" y="232172"/>
                </a:lnTo>
                <a:lnTo>
                  <a:pt x="223242" y="232172"/>
                </a:lnTo>
                <a:lnTo>
                  <a:pt x="223242" y="116086"/>
                </a:lnTo>
                <a:lnTo>
                  <a:pt x="187523" y="116086"/>
                </a:lnTo>
                <a:close/>
                <a:moveTo>
                  <a:pt x="125016" y="232172"/>
                </a:moveTo>
                <a:lnTo>
                  <a:pt x="160734" y="232172"/>
                </a:lnTo>
                <a:lnTo>
                  <a:pt x="160734" y="116086"/>
                </a:lnTo>
                <a:lnTo>
                  <a:pt x="125016" y="116086"/>
                </a:lnTo>
                <a:lnTo>
                  <a:pt x="125016" y="232172"/>
                </a:lnTo>
                <a:close/>
                <a:moveTo>
                  <a:pt x="62508" y="116086"/>
                </a:moveTo>
                <a:lnTo>
                  <a:pt x="62508" y="232172"/>
                </a:lnTo>
                <a:lnTo>
                  <a:pt x="98227" y="232172"/>
                </a:lnTo>
                <a:lnTo>
                  <a:pt x="98227" y="116086"/>
                </a:lnTo>
                <a:lnTo>
                  <a:pt x="62508" y="11608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9230916" y="4748213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Public Sector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09931" y="5129213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Government services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95288" y="58626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65947" y="6057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0" name="Text 38"/>
          <p:cNvSpPr/>
          <p:nvPr/>
        </p:nvSpPr>
        <p:spPr>
          <a:xfrm>
            <a:off x="809625" y="6029325"/>
            <a:ext cx="1086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Diverse Industry Expertise • Cross-Sector Solutions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094197" y="83297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00050" y="57340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00050" y="400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9587" y="5429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572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Services &amp; Technologies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219200"/>
            <a:ext cx="7686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Service Pillars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809750"/>
            <a:ext cx="7505700" cy="1419225"/>
          </a:xfrm>
          <a:custGeom>
            <a:avLst/>
            <a:gdLst/>
            <a:ahLst/>
            <a:cxnLst/>
            <a:rect l="l" t="t" r="r" b="b"/>
            <a:pathLst>
              <a:path w="7505700" h="1419225">
                <a:moveTo>
                  <a:pt x="0" y="0"/>
                </a:moveTo>
                <a:lnTo>
                  <a:pt x="7505700" y="0"/>
                </a:lnTo>
                <a:lnTo>
                  <a:pt x="7505700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888" y="2154138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4388" y="2377976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2197001"/>
            <a:ext cx="3971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Transform Experiences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62100" y="2578001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Customer engagement &amp; digital experience design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422600"/>
            <a:ext cx="7505700" cy="1419225"/>
          </a:xfrm>
          <a:custGeom>
            <a:avLst/>
            <a:gdLst/>
            <a:ahLst/>
            <a:cxnLst/>
            <a:rect l="l" t="t" r="r" b="b"/>
            <a:pathLst>
              <a:path w="7505700" h="1419225">
                <a:moveTo>
                  <a:pt x="0" y="0"/>
                </a:moveTo>
                <a:lnTo>
                  <a:pt x="7505700" y="0"/>
                </a:lnTo>
                <a:lnTo>
                  <a:pt x="7505700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888" y="3767138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106" y="3990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381000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Reimagine Processes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62100" y="4191000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Automation &amp; operational efficiency optimization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5035600"/>
            <a:ext cx="7505700" cy="1419225"/>
          </a:xfrm>
          <a:custGeom>
            <a:avLst/>
            <a:gdLst/>
            <a:ahLst/>
            <a:cxnLst/>
            <a:rect l="l" t="t" r="r" b="b"/>
            <a:pathLst>
              <a:path w="7505700" h="1419225">
                <a:moveTo>
                  <a:pt x="0" y="0"/>
                </a:moveTo>
                <a:lnTo>
                  <a:pt x="7505700" y="0"/>
                </a:lnTo>
                <a:lnTo>
                  <a:pt x="7505700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888" y="5379988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247" y="56038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5422850"/>
            <a:ext cx="295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Modernize Technology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62100" y="5803850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&amp; data systems transformation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53400" y="1219200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72450" y="1809750"/>
            <a:ext cx="3619500" cy="3867150"/>
          </a:xfrm>
          <a:custGeom>
            <a:avLst/>
            <a:gdLst/>
            <a:ahLst/>
            <a:cxnLst/>
            <a:rect l="l" t="t" r="r" b="b"/>
            <a:pathLst>
              <a:path w="3619500" h="3867150">
                <a:moveTo>
                  <a:pt x="0" y="0"/>
                </a:moveTo>
                <a:lnTo>
                  <a:pt x="3619500" y="0"/>
                </a:lnTo>
                <a:lnTo>
                  <a:pt x="36195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34388" y="2652713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2025" y="28289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82100" y="269557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&amp; Automation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2100" y="296227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Intelligent solutions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34388" y="3452813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6313" y="36290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4294" y="214313"/>
                </a:moveTo>
                <a:cubicBezTo>
                  <a:pt x="28798" y="214313"/>
                  <a:pt x="0" y="185514"/>
                  <a:pt x="0" y="150019"/>
                </a:cubicBezTo>
                <a:cubicBezTo>
                  <a:pt x="0" y="121712"/>
                  <a:pt x="18306" y="97691"/>
                  <a:pt x="43711" y="89074"/>
                </a:cubicBezTo>
                <a:cubicBezTo>
                  <a:pt x="43130" y="85636"/>
                  <a:pt x="42863" y="82153"/>
                  <a:pt x="42863" y="78581"/>
                </a:cubicBezTo>
                <a:cubicBezTo>
                  <a:pt x="42863" y="43086"/>
                  <a:pt x="71661" y="14288"/>
                  <a:pt x="107156" y="14288"/>
                </a:cubicBezTo>
                <a:cubicBezTo>
                  <a:pt x="131891" y="14288"/>
                  <a:pt x="153367" y="28262"/>
                  <a:pt x="164128" y="48711"/>
                </a:cubicBezTo>
                <a:cubicBezTo>
                  <a:pt x="170468" y="45006"/>
                  <a:pt x="177879" y="42863"/>
                  <a:pt x="185738" y="42863"/>
                </a:cubicBezTo>
                <a:cubicBezTo>
                  <a:pt x="209401" y="42863"/>
                  <a:pt x="228600" y="62061"/>
                  <a:pt x="228600" y="85725"/>
                </a:cubicBezTo>
                <a:cubicBezTo>
                  <a:pt x="228600" y="92735"/>
                  <a:pt x="226903" y="99387"/>
                  <a:pt x="223912" y="105236"/>
                </a:cubicBezTo>
                <a:cubicBezTo>
                  <a:pt x="243557" y="114300"/>
                  <a:pt x="257175" y="134124"/>
                  <a:pt x="257175" y="157163"/>
                </a:cubicBezTo>
                <a:cubicBezTo>
                  <a:pt x="257175" y="188729"/>
                  <a:pt x="231591" y="214313"/>
                  <a:pt x="200025" y="214313"/>
                </a:cubicBezTo>
                <a:lnTo>
                  <a:pt x="64294" y="214313"/>
                </a:lnTo>
                <a:close/>
                <a:moveTo>
                  <a:pt x="136178" y="85279"/>
                </a:moveTo>
                <a:cubicBezTo>
                  <a:pt x="131981" y="81082"/>
                  <a:pt x="125194" y="81082"/>
                  <a:pt x="121042" y="85279"/>
                </a:cubicBezTo>
                <a:lnTo>
                  <a:pt x="88895" y="117425"/>
                </a:lnTo>
                <a:cubicBezTo>
                  <a:pt x="84698" y="121622"/>
                  <a:pt x="84698" y="128409"/>
                  <a:pt x="88895" y="132561"/>
                </a:cubicBezTo>
                <a:cubicBezTo>
                  <a:pt x="93092" y="136714"/>
                  <a:pt x="99879" y="136758"/>
                  <a:pt x="104031" y="132561"/>
                </a:cubicBezTo>
                <a:lnTo>
                  <a:pt x="117872" y="118720"/>
                </a:lnTo>
                <a:lnTo>
                  <a:pt x="117872" y="164306"/>
                </a:lnTo>
                <a:cubicBezTo>
                  <a:pt x="117872" y="170244"/>
                  <a:pt x="122649" y="175022"/>
                  <a:pt x="128588" y="175022"/>
                </a:cubicBezTo>
                <a:cubicBezTo>
                  <a:pt x="134526" y="175022"/>
                  <a:pt x="139303" y="170244"/>
                  <a:pt x="139303" y="164306"/>
                </a:cubicBezTo>
                <a:lnTo>
                  <a:pt x="139303" y="118720"/>
                </a:lnTo>
                <a:lnTo>
                  <a:pt x="153144" y="132561"/>
                </a:lnTo>
                <a:cubicBezTo>
                  <a:pt x="157341" y="136758"/>
                  <a:pt x="164128" y="136758"/>
                  <a:pt x="168280" y="132561"/>
                </a:cubicBezTo>
                <a:cubicBezTo>
                  <a:pt x="172432" y="128364"/>
                  <a:pt x="172477" y="121578"/>
                  <a:pt x="168280" y="117425"/>
                </a:cubicBezTo>
                <a:lnTo>
                  <a:pt x="136133" y="8527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82100" y="3495675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82100" y="3762375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Scalable infrastructure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34388" y="4252913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10600" y="4429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5" name="Text 33"/>
          <p:cNvSpPr/>
          <p:nvPr/>
        </p:nvSpPr>
        <p:spPr>
          <a:xfrm>
            <a:off x="9182100" y="4295775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&amp; Analytics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82100" y="456247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Insights &amp; intelligence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67687" y="5862638"/>
            <a:ext cx="3629025" cy="600075"/>
          </a:xfrm>
          <a:custGeom>
            <a:avLst/>
            <a:gdLst/>
            <a:ahLst/>
            <a:cxnLst/>
            <a:rect l="l" t="t" r="r" b="b"/>
            <a:pathLst>
              <a:path w="3629025" h="600075">
                <a:moveTo>
                  <a:pt x="0" y="0"/>
                </a:moveTo>
                <a:lnTo>
                  <a:pt x="3629025" y="0"/>
                </a:lnTo>
                <a:lnTo>
                  <a:pt x="36290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00480" y="60769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567738" y="6029325"/>
            <a:ext cx="310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Full-Stack Technology Solutions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724339" y="343337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258550" y="59245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563350" y="23050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7447" y="54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57200"/>
            <a:ext cx="481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Strategic Partnerships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2192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Works with leading technology platforms to enable large-scale digital transformation projects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1771650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47800" y="2200275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62100" y="234791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00682" y="113295"/>
                </a:moveTo>
                <a:cubicBezTo>
                  <a:pt x="100292" y="125909"/>
                  <a:pt x="106598" y="131545"/>
                  <a:pt x="106766" y="135062"/>
                </a:cubicBezTo>
                <a:cubicBezTo>
                  <a:pt x="106710" y="135787"/>
                  <a:pt x="106431" y="136457"/>
                  <a:pt x="106040" y="137071"/>
                </a:cubicBezTo>
                <a:cubicBezTo>
                  <a:pt x="105649" y="137685"/>
                  <a:pt x="105091" y="138187"/>
                  <a:pt x="104477" y="138522"/>
                </a:cubicBezTo>
                <a:lnTo>
                  <a:pt x="97334" y="143545"/>
                </a:lnTo>
                <a:cubicBezTo>
                  <a:pt x="96385" y="144214"/>
                  <a:pt x="95324" y="144549"/>
                  <a:pt x="94208" y="144605"/>
                </a:cubicBezTo>
                <a:cubicBezTo>
                  <a:pt x="93985" y="144605"/>
                  <a:pt x="89632" y="145610"/>
                  <a:pt x="82767" y="130318"/>
                </a:cubicBezTo>
                <a:cubicBezTo>
                  <a:pt x="78581" y="135564"/>
                  <a:pt x="73279" y="139750"/>
                  <a:pt x="67196" y="142596"/>
                </a:cubicBezTo>
                <a:cubicBezTo>
                  <a:pt x="61113" y="145442"/>
                  <a:pt x="54527" y="146893"/>
                  <a:pt x="47830" y="146782"/>
                </a:cubicBezTo>
                <a:cubicBezTo>
                  <a:pt x="38733" y="147284"/>
                  <a:pt x="14120" y="141647"/>
                  <a:pt x="15404" y="115416"/>
                </a:cubicBezTo>
                <a:cubicBezTo>
                  <a:pt x="14511" y="94041"/>
                  <a:pt x="34435" y="80758"/>
                  <a:pt x="54973" y="81930"/>
                </a:cubicBezTo>
                <a:cubicBezTo>
                  <a:pt x="58936" y="81930"/>
                  <a:pt x="67028" y="82153"/>
                  <a:pt x="81204" y="85446"/>
                </a:cubicBezTo>
                <a:lnTo>
                  <a:pt x="81204" y="76740"/>
                </a:lnTo>
                <a:cubicBezTo>
                  <a:pt x="82711" y="61950"/>
                  <a:pt x="73000" y="50509"/>
                  <a:pt x="56201" y="52239"/>
                </a:cubicBezTo>
                <a:cubicBezTo>
                  <a:pt x="54862" y="52239"/>
                  <a:pt x="45374" y="51960"/>
                  <a:pt x="30640" y="57876"/>
                </a:cubicBezTo>
                <a:cubicBezTo>
                  <a:pt x="26510" y="59773"/>
                  <a:pt x="26008" y="59438"/>
                  <a:pt x="24612" y="59438"/>
                </a:cubicBezTo>
                <a:cubicBezTo>
                  <a:pt x="20482" y="59438"/>
                  <a:pt x="22157" y="47439"/>
                  <a:pt x="22994" y="45932"/>
                </a:cubicBezTo>
                <a:cubicBezTo>
                  <a:pt x="25896" y="42360"/>
                  <a:pt x="43030" y="35663"/>
                  <a:pt x="59773" y="35775"/>
                </a:cubicBezTo>
                <a:cubicBezTo>
                  <a:pt x="70991" y="34770"/>
                  <a:pt x="82153" y="38230"/>
                  <a:pt x="90860" y="45430"/>
                </a:cubicBezTo>
                <a:cubicBezTo>
                  <a:pt x="94376" y="49392"/>
                  <a:pt x="97110" y="54025"/>
                  <a:pt x="98785" y="59048"/>
                </a:cubicBezTo>
                <a:cubicBezTo>
                  <a:pt x="100459" y="64071"/>
                  <a:pt x="101129" y="69373"/>
                  <a:pt x="100738" y="74675"/>
                </a:cubicBezTo>
                <a:lnTo>
                  <a:pt x="100738" y="113351"/>
                </a:lnTo>
                <a:close/>
                <a:moveTo>
                  <a:pt x="52462" y="131378"/>
                </a:moveTo>
                <a:cubicBezTo>
                  <a:pt x="70545" y="131099"/>
                  <a:pt x="78246" y="120216"/>
                  <a:pt x="79977" y="114356"/>
                </a:cubicBezTo>
                <a:cubicBezTo>
                  <a:pt x="81372" y="108719"/>
                  <a:pt x="81149" y="105203"/>
                  <a:pt x="81149" y="99064"/>
                </a:cubicBezTo>
                <a:cubicBezTo>
                  <a:pt x="75735" y="97780"/>
                  <a:pt x="67977" y="96329"/>
                  <a:pt x="59048" y="96329"/>
                </a:cubicBezTo>
                <a:cubicBezTo>
                  <a:pt x="50564" y="95715"/>
                  <a:pt x="35161" y="99454"/>
                  <a:pt x="35775" y="114356"/>
                </a:cubicBezTo>
                <a:cubicBezTo>
                  <a:pt x="35105" y="123732"/>
                  <a:pt x="41970" y="131880"/>
                  <a:pt x="52518" y="131378"/>
                </a:cubicBezTo>
                <a:close/>
                <a:moveTo>
                  <a:pt x="147842" y="144270"/>
                </a:moveTo>
                <a:cubicBezTo>
                  <a:pt x="143433" y="144661"/>
                  <a:pt x="141424" y="141536"/>
                  <a:pt x="140754" y="138466"/>
                </a:cubicBezTo>
                <a:lnTo>
                  <a:pt x="112961" y="46546"/>
                </a:lnTo>
                <a:cubicBezTo>
                  <a:pt x="112402" y="44983"/>
                  <a:pt x="112068" y="43421"/>
                  <a:pt x="111900" y="41746"/>
                </a:cubicBezTo>
                <a:cubicBezTo>
                  <a:pt x="111789" y="41077"/>
                  <a:pt x="111956" y="40407"/>
                  <a:pt x="112347" y="39849"/>
                </a:cubicBezTo>
                <a:cubicBezTo>
                  <a:pt x="112737" y="39291"/>
                  <a:pt x="113351" y="38956"/>
                  <a:pt x="114021" y="38844"/>
                </a:cubicBezTo>
                <a:cubicBezTo>
                  <a:pt x="114133" y="38844"/>
                  <a:pt x="112849" y="38844"/>
                  <a:pt x="126411" y="38844"/>
                </a:cubicBezTo>
                <a:cubicBezTo>
                  <a:pt x="131322" y="38342"/>
                  <a:pt x="132885" y="42193"/>
                  <a:pt x="133443" y="44648"/>
                </a:cubicBezTo>
                <a:lnTo>
                  <a:pt x="153423" y="123230"/>
                </a:lnTo>
                <a:lnTo>
                  <a:pt x="171952" y="44648"/>
                </a:lnTo>
                <a:cubicBezTo>
                  <a:pt x="172231" y="42863"/>
                  <a:pt x="173571" y="38453"/>
                  <a:pt x="179096" y="38956"/>
                </a:cubicBezTo>
                <a:lnTo>
                  <a:pt x="188695" y="38956"/>
                </a:lnTo>
                <a:cubicBezTo>
                  <a:pt x="189923" y="38844"/>
                  <a:pt x="194890" y="38677"/>
                  <a:pt x="195783" y="44760"/>
                </a:cubicBezTo>
                <a:lnTo>
                  <a:pt x="214368" y="124290"/>
                </a:lnTo>
                <a:lnTo>
                  <a:pt x="234962" y="44704"/>
                </a:lnTo>
                <a:cubicBezTo>
                  <a:pt x="235241" y="43476"/>
                  <a:pt x="236469" y="38342"/>
                  <a:pt x="242050" y="38900"/>
                </a:cubicBezTo>
                <a:lnTo>
                  <a:pt x="253045" y="38900"/>
                </a:lnTo>
                <a:cubicBezTo>
                  <a:pt x="253547" y="38844"/>
                  <a:pt x="256505" y="38453"/>
                  <a:pt x="256003" y="43700"/>
                </a:cubicBezTo>
                <a:cubicBezTo>
                  <a:pt x="255780" y="44704"/>
                  <a:pt x="257901" y="37728"/>
                  <a:pt x="226535" y="138522"/>
                </a:cubicBezTo>
                <a:cubicBezTo>
                  <a:pt x="225921" y="141591"/>
                  <a:pt x="223856" y="144717"/>
                  <a:pt x="219447" y="144326"/>
                </a:cubicBezTo>
                <a:lnTo>
                  <a:pt x="209010" y="144326"/>
                </a:lnTo>
                <a:cubicBezTo>
                  <a:pt x="202927" y="144996"/>
                  <a:pt x="202034" y="138912"/>
                  <a:pt x="201923" y="138354"/>
                </a:cubicBezTo>
                <a:lnTo>
                  <a:pt x="183393" y="61838"/>
                </a:lnTo>
                <a:lnTo>
                  <a:pt x="165088" y="138299"/>
                </a:lnTo>
                <a:cubicBezTo>
                  <a:pt x="164976" y="138912"/>
                  <a:pt x="164139" y="144940"/>
                  <a:pt x="158000" y="144270"/>
                </a:cubicBezTo>
                <a:lnTo>
                  <a:pt x="147786" y="144270"/>
                </a:lnTo>
                <a:lnTo>
                  <a:pt x="147786" y="144270"/>
                </a:lnTo>
                <a:close/>
                <a:moveTo>
                  <a:pt x="300484" y="147396"/>
                </a:moveTo>
                <a:cubicBezTo>
                  <a:pt x="297191" y="147396"/>
                  <a:pt x="281564" y="147228"/>
                  <a:pt x="268449" y="140531"/>
                </a:cubicBezTo>
                <a:cubicBezTo>
                  <a:pt x="267165" y="139973"/>
                  <a:pt x="266049" y="139080"/>
                  <a:pt x="265268" y="137852"/>
                </a:cubicBezTo>
                <a:cubicBezTo>
                  <a:pt x="264486" y="136624"/>
                  <a:pt x="264096" y="135285"/>
                  <a:pt x="264096" y="133890"/>
                </a:cubicBezTo>
                <a:lnTo>
                  <a:pt x="264096" y="127918"/>
                </a:lnTo>
                <a:cubicBezTo>
                  <a:pt x="264096" y="123174"/>
                  <a:pt x="267556" y="124067"/>
                  <a:pt x="269007" y="124625"/>
                </a:cubicBezTo>
                <a:cubicBezTo>
                  <a:pt x="274588" y="126913"/>
                  <a:pt x="278216" y="128588"/>
                  <a:pt x="285080" y="129983"/>
                </a:cubicBezTo>
                <a:cubicBezTo>
                  <a:pt x="305563" y="134169"/>
                  <a:pt x="314548" y="128699"/>
                  <a:pt x="316725" y="127471"/>
                </a:cubicBezTo>
                <a:cubicBezTo>
                  <a:pt x="324092" y="123118"/>
                  <a:pt x="324650" y="113128"/>
                  <a:pt x="319683" y="107993"/>
                </a:cubicBezTo>
                <a:cubicBezTo>
                  <a:pt x="313823" y="103082"/>
                  <a:pt x="311032" y="102915"/>
                  <a:pt x="290047" y="96273"/>
                </a:cubicBezTo>
                <a:cubicBezTo>
                  <a:pt x="287480" y="95548"/>
                  <a:pt x="265658" y="88683"/>
                  <a:pt x="265602" y="67028"/>
                </a:cubicBezTo>
                <a:cubicBezTo>
                  <a:pt x="265268" y="51290"/>
                  <a:pt x="279555" y="35663"/>
                  <a:pt x="304391" y="35775"/>
                </a:cubicBezTo>
                <a:cubicBezTo>
                  <a:pt x="311479" y="35775"/>
                  <a:pt x="330287" y="38063"/>
                  <a:pt x="335421" y="44481"/>
                </a:cubicBezTo>
                <a:cubicBezTo>
                  <a:pt x="336203" y="45653"/>
                  <a:pt x="336538" y="47048"/>
                  <a:pt x="336482" y="48388"/>
                </a:cubicBezTo>
                <a:lnTo>
                  <a:pt x="336482" y="54025"/>
                </a:lnTo>
                <a:cubicBezTo>
                  <a:pt x="336482" y="56480"/>
                  <a:pt x="335589" y="57764"/>
                  <a:pt x="333747" y="57764"/>
                </a:cubicBezTo>
                <a:cubicBezTo>
                  <a:pt x="329450" y="57262"/>
                  <a:pt x="321804" y="51513"/>
                  <a:pt x="306288" y="51736"/>
                </a:cubicBezTo>
                <a:cubicBezTo>
                  <a:pt x="302437" y="51513"/>
                  <a:pt x="284020" y="52239"/>
                  <a:pt x="284857" y="65689"/>
                </a:cubicBezTo>
                <a:cubicBezTo>
                  <a:pt x="284634" y="76293"/>
                  <a:pt x="299703" y="80256"/>
                  <a:pt x="301433" y="80702"/>
                </a:cubicBezTo>
                <a:cubicBezTo>
                  <a:pt x="321804" y="86841"/>
                  <a:pt x="328557" y="87846"/>
                  <a:pt x="336649" y="97222"/>
                </a:cubicBezTo>
                <a:cubicBezTo>
                  <a:pt x="346193" y="109612"/>
                  <a:pt x="341058" y="124178"/>
                  <a:pt x="339049" y="128141"/>
                </a:cubicBezTo>
                <a:cubicBezTo>
                  <a:pt x="328389" y="149070"/>
                  <a:pt x="300875" y="147340"/>
                  <a:pt x="300372" y="147340"/>
                </a:cubicBezTo>
                <a:close/>
                <a:moveTo>
                  <a:pt x="322920" y="205941"/>
                </a:moveTo>
                <a:cubicBezTo>
                  <a:pt x="283852" y="234795"/>
                  <a:pt x="227093" y="250143"/>
                  <a:pt x="178650" y="250143"/>
                </a:cubicBezTo>
                <a:cubicBezTo>
                  <a:pt x="113295" y="250589"/>
                  <a:pt x="50118" y="226535"/>
                  <a:pt x="1563" y="182780"/>
                </a:cubicBezTo>
                <a:cubicBezTo>
                  <a:pt x="-2065" y="179487"/>
                  <a:pt x="1116" y="174966"/>
                  <a:pt x="5581" y="177478"/>
                </a:cubicBezTo>
                <a:cubicBezTo>
                  <a:pt x="59438" y="208285"/>
                  <a:pt x="120383" y="224470"/>
                  <a:pt x="182445" y="224414"/>
                </a:cubicBezTo>
                <a:cubicBezTo>
                  <a:pt x="228767" y="224191"/>
                  <a:pt x="274588" y="214759"/>
                  <a:pt x="317283" y="196788"/>
                </a:cubicBezTo>
                <a:cubicBezTo>
                  <a:pt x="323869" y="193997"/>
                  <a:pt x="329450" y="201141"/>
                  <a:pt x="322920" y="205941"/>
                </a:cubicBezTo>
                <a:close/>
                <a:moveTo>
                  <a:pt x="339217" y="187356"/>
                </a:moveTo>
                <a:cubicBezTo>
                  <a:pt x="334194" y="180938"/>
                  <a:pt x="306121" y="184342"/>
                  <a:pt x="293563" y="185849"/>
                </a:cubicBezTo>
                <a:cubicBezTo>
                  <a:pt x="289768" y="186296"/>
                  <a:pt x="289154" y="183003"/>
                  <a:pt x="292559" y="180547"/>
                </a:cubicBezTo>
                <a:cubicBezTo>
                  <a:pt x="314939" y="164809"/>
                  <a:pt x="351662" y="169329"/>
                  <a:pt x="355848" y="174631"/>
                </a:cubicBezTo>
                <a:cubicBezTo>
                  <a:pt x="360034" y="179933"/>
                  <a:pt x="354676" y="216712"/>
                  <a:pt x="333747" y="234293"/>
                </a:cubicBezTo>
                <a:cubicBezTo>
                  <a:pt x="330510" y="237027"/>
                  <a:pt x="327440" y="235576"/>
                  <a:pt x="328892" y="232004"/>
                </a:cubicBezTo>
                <a:cubicBezTo>
                  <a:pt x="333580" y="220117"/>
                  <a:pt x="344184" y="193774"/>
                  <a:pt x="339161" y="18735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756940" y="2909888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Amazon Web Services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05175" y="1771650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52925" y="2200275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0803" y="234791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7859"/>
                </a:moveTo>
                <a:lnTo>
                  <a:pt x="119769" y="17859"/>
                </a:lnTo>
                <a:lnTo>
                  <a:pt x="119769" y="137629"/>
                </a:lnTo>
                <a:lnTo>
                  <a:pt x="0" y="137629"/>
                </a:lnTo>
                <a:lnTo>
                  <a:pt x="0" y="17859"/>
                </a:lnTo>
                <a:close/>
                <a:moveTo>
                  <a:pt x="130262" y="17859"/>
                </a:moveTo>
                <a:lnTo>
                  <a:pt x="250031" y="17859"/>
                </a:lnTo>
                <a:lnTo>
                  <a:pt x="250031" y="137629"/>
                </a:lnTo>
                <a:lnTo>
                  <a:pt x="130262" y="137629"/>
                </a:lnTo>
                <a:lnTo>
                  <a:pt x="130262" y="17859"/>
                </a:lnTo>
                <a:close/>
                <a:moveTo>
                  <a:pt x="0" y="148121"/>
                </a:moveTo>
                <a:lnTo>
                  <a:pt x="119769" y="148121"/>
                </a:lnTo>
                <a:lnTo>
                  <a:pt x="119769" y="267891"/>
                </a:lnTo>
                <a:lnTo>
                  <a:pt x="0" y="267891"/>
                </a:lnTo>
                <a:lnTo>
                  <a:pt x="0" y="148121"/>
                </a:lnTo>
                <a:close/>
                <a:moveTo>
                  <a:pt x="130262" y="148121"/>
                </a:moveTo>
                <a:lnTo>
                  <a:pt x="250031" y="148121"/>
                </a:lnTo>
                <a:lnTo>
                  <a:pt x="250031" y="267891"/>
                </a:lnTo>
                <a:lnTo>
                  <a:pt x="130262" y="267891"/>
                </a:lnTo>
                <a:lnTo>
                  <a:pt x="130262" y="14812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4189661" y="2909888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0" y="1771650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58050" y="2200275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8069" y="23479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0" name="Text 18"/>
          <p:cNvSpPr/>
          <p:nvPr/>
        </p:nvSpPr>
        <p:spPr>
          <a:xfrm>
            <a:off x="6929289" y="290988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Google Cloud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15425" y="1771650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63175" y="2200275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85053" y="2338388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29850" y="2909888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3819525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47800" y="4248150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2100" y="439578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39192" y="137071"/>
                </a:moveTo>
                <a:lnTo>
                  <a:pt x="124458" y="137071"/>
                </a:lnTo>
                <a:cubicBezTo>
                  <a:pt x="124848" y="134169"/>
                  <a:pt x="126299" y="129201"/>
                  <a:pt x="132048" y="129201"/>
                </a:cubicBezTo>
                <a:cubicBezTo>
                  <a:pt x="135843" y="129201"/>
                  <a:pt x="138745" y="131322"/>
                  <a:pt x="139136" y="137071"/>
                </a:cubicBezTo>
                <a:close/>
                <a:moveTo>
                  <a:pt x="215429" y="129369"/>
                </a:moveTo>
                <a:cubicBezTo>
                  <a:pt x="215150" y="129369"/>
                  <a:pt x="207559" y="128364"/>
                  <a:pt x="207559" y="140531"/>
                </a:cubicBezTo>
                <a:cubicBezTo>
                  <a:pt x="207559" y="152698"/>
                  <a:pt x="215150" y="151693"/>
                  <a:pt x="215429" y="151693"/>
                </a:cubicBezTo>
                <a:cubicBezTo>
                  <a:pt x="222684" y="151693"/>
                  <a:pt x="223298" y="144159"/>
                  <a:pt x="223298" y="140531"/>
                </a:cubicBezTo>
                <a:cubicBezTo>
                  <a:pt x="223298" y="128364"/>
                  <a:pt x="215652" y="129369"/>
                  <a:pt x="215429" y="129369"/>
                </a:cubicBezTo>
                <a:close/>
                <a:moveTo>
                  <a:pt x="79697" y="142596"/>
                </a:moveTo>
                <a:cubicBezTo>
                  <a:pt x="79084" y="143098"/>
                  <a:pt x="78581" y="143712"/>
                  <a:pt x="78302" y="144382"/>
                </a:cubicBezTo>
                <a:cubicBezTo>
                  <a:pt x="78023" y="145052"/>
                  <a:pt x="77856" y="145889"/>
                  <a:pt x="77912" y="146614"/>
                </a:cubicBezTo>
                <a:cubicBezTo>
                  <a:pt x="77912" y="149293"/>
                  <a:pt x="79084" y="150019"/>
                  <a:pt x="79753" y="150521"/>
                </a:cubicBezTo>
                <a:cubicBezTo>
                  <a:pt x="82376" y="152586"/>
                  <a:pt x="88181" y="151693"/>
                  <a:pt x="91418" y="151079"/>
                </a:cubicBezTo>
                <a:lnTo>
                  <a:pt x="91418" y="141647"/>
                </a:lnTo>
                <a:cubicBezTo>
                  <a:pt x="88460" y="141033"/>
                  <a:pt x="82097" y="140531"/>
                  <a:pt x="79753" y="142540"/>
                </a:cubicBezTo>
                <a:close/>
                <a:moveTo>
                  <a:pt x="357467" y="129480"/>
                </a:moveTo>
                <a:cubicBezTo>
                  <a:pt x="357467" y="178371"/>
                  <a:pt x="312818" y="215652"/>
                  <a:pt x="265156" y="205606"/>
                </a:cubicBezTo>
                <a:cubicBezTo>
                  <a:pt x="254887" y="224024"/>
                  <a:pt x="225698" y="245120"/>
                  <a:pt x="191374" y="228823"/>
                </a:cubicBezTo>
                <a:cubicBezTo>
                  <a:pt x="168380" y="282401"/>
                  <a:pt x="92087" y="280281"/>
                  <a:pt x="72051" y="225921"/>
                </a:cubicBezTo>
                <a:cubicBezTo>
                  <a:pt x="5246" y="239260"/>
                  <a:pt x="-27738" y="148679"/>
                  <a:pt x="30026" y="114691"/>
                </a:cubicBezTo>
                <a:cubicBezTo>
                  <a:pt x="10604" y="70377"/>
                  <a:pt x="42639" y="17804"/>
                  <a:pt x="93818" y="17804"/>
                </a:cubicBezTo>
                <a:cubicBezTo>
                  <a:pt x="104477" y="17804"/>
                  <a:pt x="114970" y="20259"/>
                  <a:pt x="124513" y="25003"/>
                </a:cubicBezTo>
                <a:cubicBezTo>
                  <a:pt x="134057" y="29747"/>
                  <a:pt x="142373" y="36556"/>
                  <a:pt x="148847" y="44983"/>
                </a:cubicBezTo>
                <a:cubicBezTo>
                  <a:pt x="160400" y="33040"/>
                  <a:pt x="176417" y="25561"/>
                  <a:pt x="194109" y="25561"/>
                </a:cubicBezTo>
                <a:cubicBezTo>
                  <a:pt x="217717" y="25561"/>
                  <a:pt x="238199" y="38677"/>
                  <a:pt x="249250" y="58266"/>
                </a:cubicBezTo>
                <a:cubicBezTo>
                  <a:pt x="301042" y="35551"/>
                  <a:pt x="357411" y="74005"/>
                  <a:pt x="357411" y="129425"/>
                </a:cubicBezTo>
                <a:close/>
                <a:moveTo>
                  <a:pt x="67475" y="147228"/>
                </a:moveTo>
                <a:cubicBezTo>
                  <a:pt x="67475" y="140643"/>
                  <a:pt x="60945" y="138745"/>
                  <a:pt x="57485" y="137629"/>
                </a:cubicBezTo>
                <a:cubicBezTo>
                  <a:pt x="54527" y="136457"/>
                  <a:pt x="50006" y="135675"/>
                  <a:pt x="50006" y="132662"/>
                </a:cubicBezTo>
                <a:cubicBezTo>
                  <a:pt x="50006" y="127360"/>
                  <a:pt x="59494" y="128922"/>
                  <a:pt x="64071" y="131490"/>
                </a:cubicBezTo>
                <a:cubicBezTo>
                  <a:pt x="64071" y="131490"/>
                  <a:pt x="64740" y="131880"/>
                  <a:pt x="64963" y="131211"/>
                </a:cubicBezTo>
                <a:cubicBezTo>
                  <a:pt x="65075" y="130820"/>
                  <a:pt x="66303" y="127527"/>
                  <a:pt x="66415" y="127136"/>
                </a:cubicBezTo>
                <a:cubicBezTo>
                  <a:pt x="66470" y="126969"/>
                  <a:pt x="66470" y="126802"/>
                  <a:pt x="66359" y="126690"/>
                </a:cubicBezTo>
                <a:cubicBezTo>
                  <a:pt x="66247" y="126578"/>
                  <a:pt x="66135" y="126411"/>
                  <a:pt x="66024" y="126355"/>
                </a:cubicBezTo>
                <a:cubicBezTo>
                  <a:pt x="59159" y="122113"/>
                  <a:pt x="43309" y="121611"/>
                  <a:pt x="43309" y="133443"/>
                </a:cubicBezTo>
                <a:cubicBezTo>
                  <a:pt x="43309" y="140419"/>
                  <a:pt x="49727" y="142038"/>
                  <a:pt x="53299" y="143042"/>
                </a:cubicBezTo>
                <a:cubicBezTo>
                  <a:pt x="55922" y="143935"/>
                  <a:pt x="60666" y="144717"/>
                  <a:pt x="60666" y="147898"/>
                </a:cubicBezTo>
                <a:cubicBezTo>
                  <a:pt x="60666" y="150130"/>
                  <a:pt x="58713" y="151860"/>
                  <a:pt x="55531" y="151860"/>
                </a:cubicBezTo>
                <a:cubicBezTo>
                  <a:pt x="51681" y="151860"/>
                  <a:pt x="47997" y="150633"/>
                  <a:pt x="44927" y="148344"/>
                </a:cubicBezTo>
                <a:cubicBezTo>
                  <a:pt x="44648" y="148233"/>
                  <a:pt x="44146" y="147954"/>
                  <a:pt x="44035" y="148735"/>
                </a:cubicBezTo>
                <a:lnTo>
                  <a:pt x="42695" y="152921"/>
                </a:lnTo>
                <a:cubicBezTo>
                  <a:pt x="42416" y="153423"/>
                  <a:pt x="42807" y="153591"/>
                  <a:pt x="42807" y="153702"/>
                </a:cubicBezTo>
                <a:cubicBezTo>
                  <a:pt x="43811" y="154484"/>
                  <a:pt x="48555" y="157386"/>
                  <a:pt x="55531" y="157386"/>
                </a:cubicBezTo>
                <a:cubicBezTo>
                  <a:pt x="62898" y="157386"/>
                  <a:pt x="67475" y="153423"/>
                  <a:pt x="67475" y="147284"/>
                </a:cubicBezTo>
                <a:lnTo>
                  <a:pt x="67475" y="147284"/>
                </a:lnTo>
                <a:close/>
                <a:moveTo>
                  <a:pt x="85334" y="123453"/>
                </a:moveTo>
                <a:cubicBezTo>
                  <a:pt x="79697" y="123453"/>
                  <a:pt x="74898" y="125239"/>
                  <a:pt x="73391" y="126355"/>
                </a:cubicBezTo>
                <a:cubicBezTo>
                  <a:pt x="73335" y="126411"/>
                  <a:pt x="73279" y="126467"/>
                  <a:pt x="73223" y="126523"/>
                </a:cubicBezTo>
                <a:cubicBezTo>
                  <a:pt x="73168" y="126578"/>
                  <a:pt x="73168" y="126634"/>
                  <a:pt x="73168" y="126746"/>
                </a:cubicBezTo>
                <a:cubicBezTo>
                  <a:pt x="73168" y="126857"/>
                  <a:pt x="73168" y="126913"/>
                  <a:pt x="73168" y="126969"/>
                </a:cubicBezTo>
                <a:cubicBezTo>
                  <a:pt x="73168" y="127025"/>
                  <a:pt x="73223" y="127136"/>
                  <a:pt x="73279" y="127192"/>
                </a:cubicBezTo>
                <a:lnTo>
                  <a:pt x="74730" y="131155"/>
                </a:lnTo>
                <a:cubicBezTo>
                  <a:pt x="74786" y="131266"/>
                  <a:pt x="74842" y="131434"/>
                  <a:pt x="75009" y="131490"/>
                </a:cubicBezTo>
                <a:cubicBezTo>
                  <a:pt x="75177" y="131545"/>
                  <a:pt x="75288" y="131601"/>
                  <a:pt x="75400" y="131545"/>
                </a:cubicBezTo>
                <a:cubicBezTo>
                  <a:pt x="75735" y="131545"/>
                  <a:pt x="79195" y="129313"/>
                  <a:pt x="84832" y="129313"/>
                </a:cubicBezTo>
                <a:cubicBezTo>
                  <a:pt x="87064" y="129313"/>
                  <a:pt x="88795" y="129704"/>
                  <a:pt x="89967" y="130652"/>
                </a:cubicBezTo>
                <a:cubicBezTo>
                  <a:pt x="91976" y="132215"/>
                  <a:pt x="91697" y="135285"/>
                  <a:pt x="91697" y="136568"/>
                </a:cubicBezTo>
                <a:cubicBezTo>
                  <a:pt x="89018" y="136401"/>
                  <a:pt x="81037" y="134671"/>
                  <a:pt x="75288" y="138689"/>
                </a:cubicBezTo>
                <a:cubicBezTo>
                  <a:pt x="74005" y="139582"/>
                  <a:pt x="72889" y="140810"/>
                  <a:pt x="72219" y="142205"/>
                </a:cubicBezTo>
                <a:cubicBezTo>
                  <a:pt x="71549" y="143601"/>
                  <a:pt x="71158" y="145219"/>
                  <a:pt x="71214" y="146782"/>
                </a:cubicBezTo>
                <a:cubicBezTo>
                  <a:pt x="71214" y="150075"/>
                  <a:pt x="72051" y="152586"/>
                  <a:pt x="74898" y="154818"/>
                </a:cubicBezTo>
                <a:cubicBezTo>
                  <a:pt x="81707" y="159395"/>
                  <a:pt x="95157" y="155935"/>
                  <a:pt x="96162" y="155600"/>
                </a:cubicBezTo>
                <a:cubicBezTo>
                  <a:pt x="97055" y="155432"/>
                  <a:pt x="98115" y="155209"/>
                  <a:pt x="98115" y="154539"/>
                </a:cubicBezTo>
                <a:lnTo>
                  <a:pt x="98115" y="135620"/>
                </a:lnTo>
                <a:cubicBezTo>
                  <a:pt x="98115" y="133052"/>
                  <a:pt x="98282" y="123565"/>
                  <a:pt x="85390" y="123565"/>
                </a:cubicBezTo>
                <a:lnTo>
                  <a:pt x="85390" y="123620"/>
                </a:lnTo>
                <a:close/>
                <a:moveTo>
                  <a:pt x="111342" y="111733"/>
                </a:moveTo>
                <a:cubicBezTo>
                  <a:pt x="111342" y="111621"/>
                  <a:pt x="111342" y="111565"/>
                  <a:pt x="111286" y="111454"/>
                </a:cubicBezTo>
                <a:cubicBezTo>
                  <a:pt x="111230" y="111342"/>
                  <a:pt x="111230" y="111286"/>
                  <a:pt x="111119" y="111230"/>
                </a:cubicBezTo>
                <a:cubicBezTo>
                  <a:pt x="111007" y="111175"/>
                  <a:pt x="111007" y="111119"/>
                  <a:pt x="110896" y="111063"/>
                </a:cubicBezTo>
                <a:cubicBezTo>
                  <a:pt x="110784" y="111007"/>
                  <a:pt x="110728" y="111007"/>
                  <a:pt x="110617" y="111007"/>
                </a:cubicBezTo>
                <a:lnTo>
                  <a:pt x="105147" y="111007"/>
                </a:lnTo>
                <a:cubicBezTo>
                  <a:pt x="105035" y="111007"/>
                  <a:pt x="104980" y="111007"/>
                  <a:pt x="104868" y="111063"/>
                </a:cubicBezTo>
                <a:cubicBezTo>
                  <a:pt x="104756" y="111119"/>
                  <a:pt x="104701" y="111119"/>
                  <a:pt x="104645" y="111230"/>
                </a:cubicBezTo>
                <a:cubicBezTo>
                  <a:pt x="104589" y="111342"/>
                  <a:pt x="104533" y="111342"/>
                  <a:pt x="104477" y="111454"/>
                </a:cubicBezTo>
                <a:cubicBezTo>
                  <a:pt x="104422" y="111565"/>
                  <a:pt x="104422" y="111621"/>
                  <a:pt x="104422" y="111733"/>
                </a:cubicBezTo>
                <a:lnTo>
                  <a:pt x="104422" y="155823"/>
                </a:lnTo>
                <a:cubicBezTo>
                  <a:pt x="104422" y="155935"/>
                  <a:pt x="104422" y="155990"/>
                  <a:pt x="104477" y="156102"/>
                </a:cubicBezTo>
                <a:cubicBezTo>
                  <a:pt x="104533" y="156214"/>
                  <a:pt x="104533" y="156270"/>
                  <a:pt x="104645" y="156325"/>
                </a:cubicBezTo>
                <a:cubicBezTo>
                  <a:pt x="104756" y="156381"/>
                  <a:pt x="104756" y="156437"/>
                  <a:pt x="104868" y="156493"/>
                </a:cubicBezTo>
                <a:cubicBezTo>
                  <a:pt x="104980" y="156549"/>
                  <a:pt x="105035" y="156549"/>
                  <a:pt x="105147" y="156549"/>
                </a:cubicBezTo>
                <a:lnTo>
                  <a:pt x="110672" y="156549"/>
                </a:lnTo>
                <a:cubicBezTo>
                  <a:pt x="110784" y="156549"/>
                  <a:pt x="110840" y="156549"/>
                  <a:pt x="110951" y="156493"/>
                </a:cubicBezTo>
                <a:cubicBezTo>
                  <a:pt x="111063" y="156437"/>
                  <a:pt x="111119" y="156437"/>
                  <a:pt x="111175" y="156325"/>
                </a:cubicBezTo>
                <a:cubicBezTo>
                  <a:pt x="111230" y="156214"/>
                  <a:pt x="111286" y="156214"/>
                  <a:pt x="111342" y="156102"/>
                </a:cubicBezTo>
                <a:cubicBezTo>
                  <a:pt x="111398" y="155990"/>
                  <a:pt x="111398" y="155935"/>
                  <a:pt x="111398" y="155823"/>
                </a:cubicBezTo>
                <a:lnTo>
                  <a:pt x="111342" y="111733"/>
                </a:lnTo>
                <a:close/>
                <a:moveTo>
                  <a:pt x="142429" y="127862"/>
                </a:moveTo>
                <a:cubicBezTo>
                  <a:pt x="141256" y="126578"/>
                  <a:pt x="138633" y="123676"/>
                  <a:pt x="132606" y="123676"/>
                </a:cubicBezTo>
                <a:cubicBezTo>
                  <a:pt x="130652" y="123676"/>
                  <a:pt x="124681" y="123788"/>
                  <a:pt x="121053" y="128643"/>
                </a:cubicBezTo>
                <a:cubicBezTo>
                  <a:pt x="117481" y="132885"/>
                  <a:pt x="117370" y="138745"/>
                  <a:pt x="117370" y="140587"/>
                </a:cubicBezTo>
                <a:cubicBezTo>
                  <a:pt x="117370" y="142317"/>
                  <a:pt x="117481" y="148568"/>
                  <a:pt x="121332" y="152419"/>
                </a:cubicBezTo>
                <a:cubicBezTo>
                  <a:pt x="122783" y="154037"/>
                  <a:pt x="126411" y="156995"/>
                  <a:pt x="134057" y="156995"/>
                </a:cubicBezTo>
                <a:cubicBezTo>
                  <a:pt x="140084" y="156995"/>
                  <a:pt x="143266" y="155711"/>
                  <a:pt x="144438" y="154874"/>
                </a:cubicBezTo>
                <a:cubicBezTo>
                  <a:pt x="144717" y="154763"/>
                  <a:pt x="144828" y="154484"/>
                  <a:pt x="144549" y="153814"/>
                </a:cubicBezTo>
                <a:lnTo>
                  <a:pt x="143266" y="150019"/>
                </a:lnTo>
                <a:cubicBezTo>
                  <a:pt x="143210" y="149851"/>
                  <a:pt x="143098" y="149740"/>
                  <a:pt x="142931" y="149684"/>
                </a:cubicBezTo>
                <a:cubicBezTo>
                  <a:pt x="142763" y="149628"/>
                  <a:pt x="142652" y="149572"/>
                  <a:pt x="142484" y="149628"/>
                </a:cubicBezTo>
                <a:cubicBezTo>
                  <a:pt x="141033" y="150130"/>
                  <a:pt x="138968" y="151191"/>
                  <a:pt x="133945" y="151191"/>
                </a:cubicBezTo>
                <a:cubicBezTo>
                  <a:pt x="124234" y="151191"/>
                  <a:pt x="124569" y="142987"/>
                  <a:pt x="124513" y="141870"/>
                </a:cubicBezTo>
                <a:lnTo>
                  <a:pt x="145275" y="141870"/>
                </a:lnTo>
                <a:cubicBezTo>
                  <a:pt x="145442" y="141870"/>
                  <a:pt x="145554" y="141815"/>
                  <a:pt x="145666" y="141703"/>
                </a:cubicBezTo>
                <a:cubicBezTo>
                  <a:pt x="145777" y="141591"/>
                  <a:pt x="145889" y="141480"/>
                  <a:pt x="145889" y="141312"/>
                </a:cubicBezTo>
                <a:cubicBezTo>
                  <a:pt x="145721" y="141312"/>
                  <a:pt x="147061" y="133108"/>
                  <a:pt x="142484" y="127806"/>
                </a:cubicBezTo>
                <a:lnTo>
                  <a:pt x="142484" y="127806"/>
                </a:lnTo>
                <a:close/>
                <a:moveTo>
                  <a:pt x="162911" y="157274"/>
                </a:moveTo>
                <a:cubicBezTo>
                  <a:pt x="170278" y="157274"/>
                  <a:pt x="174854" y="153312"/>
                  <a:pt x="174854" y="147172"/>
                </a:cubicBezTo>
                <a:cubicBezTo>
                  <a:pt x="174854" y="140587"/>
                  <a:pt x="168325" y="138689"/>
                  <a:pt x="164864" y="137573"/>
                </a:cubicBezTo>
                <a:cubicBezTo>
                  <a:pt x="162576" y="136624"/>
                  <a:pt x="157386" y="135675"/>
                  <a:pt x="157386" y="132606"/>
                </a:cubicBezTo>
                <a:cubicBezTo>
                  <a:pt x="157386" y="130485"/>
                  <a:pt x="159227" y="129034"/>
                  <a:pt x="162130" y="129034"/>
                </a:cubicBezTo>
                <a:cubicBezTo>
                  <a:pt x="165367" y="129090"/>
                  <a:pt x="168548" y="129927"/>
                  <a:pt x="171450" y="131378"/>
                </a:cubicBezTo>
                <a:cubicBezTo>
                  <a:pt x="171450" y="131378"/>
                  <a:pt x="172120" y="131769"/>
                  <a:pt x="172343" y="131099"/>
                </a:cubicBezTo>
                <a:cubicBezTo>
                  <a:pt x="172455" y="130708"/>
                  <a:pt x="173682" y="127415"/>
                  <a:pt x="173794" y="127025"/>
                </a:cubicBezTo>
                <a:cubicBezTo>
                  <a:pt x="173850" y="126857"/>
                  <a:pt x="173850" y="126690"/>
                  <a:pt x="173738" y="126578"/>
                </a:cubicBezTo>
                <a:cubicBezTo>
                  <a:pt x="173627" y="126467"/>
                  <a:pt x="173515" y="126299"/>
                  <a:pt x="173403" y="126243"/>
                </a:cubicBezTo>
                <a:cubicBezTo>
                  <a:pt x="168994" y="123509"/>
                  <a:pt x="164083" y="123509"/>
                  <a:pt x="162130" y="123509"/>
                </a:cubicBezTo>
                <a:cubicBezTo>
                  <a:pt x="155432" y="123509"/>
                  <a:pt x="150688" y="127583"/>
                  <a:pt x="150688" y="133331"/>
                </a:cubicBezTo>
                <a:cubicBezTo>
                  <a:pt x="150688" y="140308"/>
                  <a:pt x="157107" y="141926"/>
                  <a:pt x="160679" y="142931"/>
                </a:cubicBezTo>
                <a:cubicBezTo>
                  <a:pt x="164083" y="144047"/>
                  <a:pt x="168046" y="144773"/>
                  <a:pt x="168046" y="147786"/>
                </a:cubicBezTo>
                <a:cubicBezTo>
                  <a:pt x="168046" y="150019"/>
                  <a:pt x="166092" y="151749"/>
                  <a:pt x="162911" y="151749"/>
                </a:cubicBezTo>
                <a:cubicBezTo>
                  <a:pt x="159060" y="151749"/>
                  <a:pt x="155377" y="150521"/>
                  <a:pt x="152307" y="148177"/>
                </a:cubicBezTo>
                <a:cubicBezTo>
                  <a:pt x="152251" y="148121"/>
                  <a:pt x="152140" y="148065"/>
                  <a:pt x="152028" y="148065"/>
                </a:cubicBezTo>
                <a:cubicBezTo>
                  <a:pt x="151916" y="148065"/>
                  <a:pt x="151805" y="148065"/>
                  <a:pt x="151749" y="148121"/>
                </a:cubicBezTo>
                <a:cubicBezTo>
                  <a:pt x="151693" y="148177"/>
                  <a:pt x="151581" y="148233"/>
                  <a:pt x="151526" y="148289"/>
                </a:cubicBezTo>
                <a:cubicBezTo>
                  <a:pt x="151470" y="148344"/>
                  <a:pt x="151414" y="148456"/>
                  <a:pt x="151414" y="148568"/>
                </a:cubicBezTo>
                <a:lnTo>
                  <a:pt x="150130" y="152753"/>
                </a:lnTo>
                <a:cubicBezTo>
                  <a:pt x="149851" y="153256"/>
                  <a:pt x="150242" y="153423"/>
                  <a:pt x="150242" y="153535"/>
                </a:cubicBezTo>
                <a:cubicBezTo>
                  <a:pt x="151191" y="154316"/>
                  <a:pt x="155990" y="157218"/>
                  <a:pt x="162967" y="157218"/>
                </a:cubicBezTo>
                <a:lnTo>
                  <a:pt x="162967" y="157218"/>
                </a:lnTo>
                <a:close/>
                <a:moveTo>
                  <a:pt x="199579" y="125016"/>
                </a:moveTo>
                <a:cubicBezTo>
                  <a:pt x="199579" y="124625"/>
                  <a:pt x="199467" y="124346"/>
                  <a:pt x="198909" y="124346"/>
                </a:cubicBezTo>
                <a:lnTo>
                  <a:pt x="192323" y="124346"/>
                </a:lnTo>
                <a:cubicBezTo>
                  <a:pt x="192323" y="124290"/>
                  <a:pt x="192825" y="119379"/>
                  <a:pt x="194835" y="117370"/>
                </a:cubicBezTo>
                <a:cubicBezTo>
                  <a:pt x="197179" y="115026"/>
                  <a:pt x="201420" y="116477"/>
                  <a:pt x="201532" y="116477"/>
                </a:cubicBezTo>
                <a:cubicBezTo>
                  <a:pt x="202202" y="116756"/>
                  <a:pt x="202313" y="116477"/>
                  <a:pt x="202425" y="116198"/>
                </a:cubicBezTo>
                <a:lnTo>
                  <a:pt x="203988" y="111844"/>
                </a:lnTo>
                <a:cubicBezTo>
                  <a:pt x="204378" y="111342"/>
                  <a:pt x="203988" y="111175"/>
                  <a:pt x="203876" y="111063"/>
                </a:cubicBezTo>
                <a:cubicBezTo>
                  <a:pt x="201030" y="109947"/>
                  <a:pt x="194165" y="109444"/>
                  <a:pt x="190202" y="113407"/>
                </a:cubicBezTo>
                <a:cubicBezTo>
                  <a:pt x="187133" y="116477"/>
                  <a:pt x="186296" y="121165"/>
                  <a:pt x="185738" y="124290"/>
                </a:cubicBezTo>
                <a:lnTo>
                  <a:pt x="180994" y="124290"/>
                </a:lnTo>
                <a:cubicBezTo>
                  <a:pt x="180826" y="124290"/>
                  <a:pt x="180659" y="124402"/>
                  <a:pt x="180547" y="124513"/>
                </a:cubicBezTo>
                <a:cubicBezTo>
                  <a:pt x="180435" y="124625"/>
                  <a:pt x="180380" y="124792"/>
                  <a:pt x="180324" y="124960"/>
                </a:cubicBezTo>
                <a:lnTo>
                  <a:pt x="179543" y="129313"/>
                </a:lnTo>
                <a:cubicBezTo>
                  <a:pt x="179543" y="129704"/>
                  <a:pt x="179654" y="129983"/>
                  <a:pt x="180212" y="129983"/>
                </a:cubicBezTo>
                <a:lnTo>
                  <a:pt x="184789" y="129983"/>
                </a:lnTo>
                <a:cubicBezTo>
                  <a:pt x="180045" y="156716"/>
                  <a:pt x="179933" y="158000"/>
                  <a:pt x="179040" y="160958"/>
                </a:cubicBezTo>
                <a:cubicBezTo>
                  <a:pt x="178426" y="162967"/>
                  <a:pt x="177198" y="164809"/>
                  <a:pt x="175747" y="165311"/>
                </a:cubicBezTo>
                <a:cubicBezTo>
                  <a:pt x="175692" y="165311"/>
                  <a:pt x="173571" y="166260"/>
                  <a:pt x="170390" y="165199"/>
                </a:cubicBezTo>
                <a:cubicBezTo>
                  <a:pt x="170390" y="165199"/>
                  <a:pt x="169887" y="164920"/>
                  <a:pt x="169608" y="165590"/>
                </a:cubicBezTo>
                <a:cubicBezTo>
                  <a:pt x="169497" y="165981"/>
                  <a:pt x="168157" y="169385"/>
                  <a:pt x="168046" y="169776"/>
                </a:cubicBezTo>
                <a:cubicBezTo>
                  <a:pt x="167934" y="170166"/>
                  <a:pt x="168046" y="170557"/>
                  <a:pt x="168325" y="170557"/>
                </a:cubicBezTo>
                <a:cubicBezTo>
                  <a:pt x="171171" y="171673"/>
                  <a:pt x="175580" y="171562"/>
                  <a:pt x="178315" y="170557"/>
                </a:cubicBezTo>
                <a:cubicBezTo>
                  <a:pt x="181831" y="169273"/>
                  <a:pt x="183728" y="166148"/>
                  <a:pt x="184733" y="163357"/>
                </a:cubicBezTo>
                <a:cubicBezTo>
                  <a:pt x="186296" y="159060"/>
                  <a:pt x="186296" y="157888"/>
                  <a:pt x="191319" y="130039"/>
                </a:cubicBezTo>
                <a:lnTo>
                  <a:pt x="198127" y="130039"/>
                </a:lnTo>
                <a:cubicBezTo>
                  <a:pt x="198295" y="130039"/>
                  <a:pt x="198462" y="129927"/>
                  <a:pt x="198574" y="129815"/>
                </a:cubicBezTo>
                <a:cubicBezTo>
                  <a:pt x="198686" y="129704"/>
                  <a:pt x="198741" y="129536"/>
                  <a:pt x="198797" y="129369"/>
                </a:cubicBezTo>
                <a:lnTo>
                  <a:pt x="199579" y="125016"/>
                </a:lnTo>
                <a:close/>
                <a:moveTo>
                  <a:pt x="229381" y="133945"/>
                </a:moveTo>
                <a:cubicBezTo>
                  <a:pt x="229046" y="132997"/>
                  <a:pt x="226535" y="123844"/>
                  <a:pt x="215317" y="123844"/>
                </a:cubicBezTo>
                <a:cubicBezTo>
                  <a:pt x="206834" y="123844"/>
                  <a:pt x="202481" y="129425"/>
                  <a:pt x="201253" y="133945"/>
                </a:cubicBezTo>
                <a:cubicBezTo>
                  <a:pt x="200695" y="135620"/>
                  <a:pt x="199467" y="141759"/>
                  <a:pt x="201253" y="147061"/>
                </a:cubicBezTo>
                <a:cubicBezTo>
                  <a:pt x="201309" y="147228"/>
                  <a:pt x="203708" y="157163"/>
                  <a:pt x="215317" y="157163"/>
                </a:cubicBezTo>
                <a:cubicBezTo>
                  <a:pt x="223689" y="157163"/>
                  <a:pt x="228098" y="151805"/>
                  <a:pt x="229381" y="147061"/>
                </a:cubicBezTo>
                <a:cubicBezTo>
                  <a:pt x="231167" y="141703"/>
                  <a:pt x="229939" y="135620"/>
                  <a:pt x="229381" y="133945"/>
                </a:cubicBezTo>
                <a:close/>
                <a:moveTo>
                  <a:pt x="254719" y="124625"/>
                </a:moveTo>
                <a:cubicBezTo>
                  <a:pt x="251929" y="123676"/>
                  <a:pt x="245455" y="123565"/>
                  <a:pt x="242385" y="127639"/>
                </a:cubicBezTo>
                <a:lnTo>
                  <a:pt x="242385" y="125127"/>
                </a:lnTo>
                <a:cubicBezTo>
                  <a:pt x="242385" y="125016"/>
                  <a:pt x="242385" y="124960"/>
                  <a:pt x="242329" y="124848"/>
                </a:cubicBezTo>
                <a:cubicBezTo>
                  <a:pt x="242274" y="124737"/>
                  <a:pt x="242274" y="124681"/>
                  <a:pt x="242162" y="124625"/>
                </a:cubicBezTo>
                <a:cubicBezTo>
                  <a:pt x="242050" y="124569"/>
                  <a:pt x="242050" y="124513"/>
                  <a:pt x="241939" y="124458"/>
                </a:cubicBezTo>
                <a:cubicBezTo>
                  <a:pt x="241827" y="124402"/>
                  <a:pt x="241771" y="124402"/>
                  <a:pt x="241660" y="124402"/>
                </a:cubicBezTo>
                <a:lnTo>
                  <a:pt x="236413" y="124402"/>
                </a:lnTo>
                <a:cubicBezTo>
                  <a:pt x="236302" y="124402"/>
                  <a:pt x="236246" y="124402"/>
                  <a:pt x="236134" y="124458"/>
                </a:cubicBezTo>
                <a:cubicBezTo>
                  <a:pt x="236023" y="124513"/>
                  <a:pt x="235967" y="124513"/>
                  <a:pt x="235911" y="124625"/>
                </a:cubicBezTo>
                <a:cubicBezTo>
                  <a:pt x="235855" y="124737"/>
                  <a:pt x="235800" y="124737"/>
                  <a:pt x="235744" y="124848"/>
                </a:cubicBezTo>
                <a:cubicBezTo>
                  <a:pt x="235688" y="124960"/>
                  <a:pt x="235688" y="125016"/>
                  <a:pt x="235688" y="125127"/>
                </a:cubicBezTo>
                <a:lnTo>
                  <a:pt x="235688" y="155990"/>
                </a:lnTo>
                <a:cubicBezTo>
                  <a:pt x="235688" y="156102"/>
                  <a:pt x="235688" y="156158"/>
                  <a:pt x="235744" y="156270"/>
                </a:cubicBezTo>
                <a:cubicBezTo>
                  <a:pt x="235800" y="156381"/>
                  <a:pt x="235800" y="156437"/>
                  <a:pt x="235911" y="156493"/>
                </a:cubicBezTo>
                <a:cubicBezTo>
                  <a:pt x="236023" y="156549"/>
                  <a:pt x="236023" y="156604"/>
                  <a:pt x="236134" y="156660"/>
                </a:cubicBezTo>
                <a:cubicBezTo>
                  <a:pt x="236246" y="156716"/>
                  <a:pt x="236302" y="156716"/>
                  <a:pt x="236413" y="156716"/>
                </a:cubicBezTo>
                <a:lnTo>
                  <a:pt x="241771" y="156716"/>
                </a:lnTo>
                <a:cubicBezTo>
                  <a:pt x="241883" y="156716"/>
                  <a:pt x="241939" y="156716"/>
                  <a:pt x="242050" y="156660"/>
                </a:cubicBezTo>
                <a:cubicBezTo>
                  <a:pt x="242162" y="156604"/>
                  <a:pt x="242218" y="156604"/>
                  <a:pt x="242274" y="156493"/>
                </a:cubicBezTo>
                <a:cubicBezTo>
                  <a:pt x="242329" y="156381"/>
                  <a:pt x="242385" y="156381"/>
                  <a:pt x="242441" y="156270"/>
                </a:cubicBezTo>
                <a:cubicBezTo>
                  <a:pt x="242497" y="156158"/>
                  <a:pt x="242497" y="156102"/>
                  <a:pt x="242497" y="155990"/>
                </a:cubicBezTo>
                <a:lnTo>
                  <a:pt x="242497" y="140475"/>
                </a:lnTo>
                <a:cubicBezTo>
                  <a:pt x="242497" y="138857"/>
                  <a:pt x="242553" y="134113"/>
                  <a:pt x="245008" y="132048"/>
                </a:cubicBezTo>
                <a:cubicBezTo>
                  <a:pt x="247743" y="129313"/>
                  <a:pt x="251706" y="130150"/>
                  <a:pt x="252487" y="130318"/>
                </a:cubicBezTo>
                <a:cubicBezTo>
                  <a:pt x="252654" y="130318"/>
                  <a:pt x="252822" y="130262"/>
                  <a:pt x="252933" y="130150"/>
                </a:cubicBezTo>
                <a:cubicBezTo>
                  <a:pt x="253045" y="130039"/>
                  <a:pt x="253157" y="129927"/>
                  <a:pt x="253268" y="129760"/>
                </a:cubicBezTo>
                <a:cubicBezTo>
                  <a:pt x="253938" y="128308"/>
                  <a:pt x="254496" y="126802"/>
                  <a:pt x="254998" y="125295"/>
                </a:cubicBezTo>
                <a:cubicBezTo>
                  <a:pt x="255054" y="125127"/>
                  <a:pt x="255054" y="125016"/>
                  <a:pt x="254998" y="124848"/>
                </a:cubicBezTo>
                <a:cubicBezTo>
                  <a:pt x="254943" y="124681"/>
                  <a:pt x="254831" y="124569"/>
                  <a:pt x="254719" y="124513"/>
                </a:cubicBezTo>
                <a:lnTo>
                  <a:pt x="254719" y="124513"/>
                </a:lnTo>
                <a:close/>
                <a:moveTo>
                  <a:pt x="280839" y="154818"/>
                </a:moveTo>
                <a:lnTo>
                  <a:pt x="279667" y="150744"/>
                </a:lnTo>
                <a:cubicBezTo>
                  <a:pt x="279388" y="150075"/>
                  <a:pt x="278885" y="150354"/>
                  <a:pt x="278885" y="150354"/>
                </a:cubicBezTo>
                <a:cubicBezTo>
                  <a:pt x="276541" y="151358"/>
                  <a:pt x="273248" y="151414"/>
                  <a:pt x="272579" y="151414"/>
                </a:cubicBezTo>
                <a:cubicBezTo>
                  <a:pt x="270011" y="151414"/>
                  <a:pt x="262979" y="150800"/>
                  <a:pt x="262979" y="140364"/>
                </a:cubicBezTo>
                <a:cubicBezTo>
                  <a:pt x="262979" y="136903"/>
                  <a:pt x="263984" y="129313"/>
                  <a:pt x="272188" y="129313"/>
                </a:cubicBezTo>
                <a:cubicBezTo>
                  <a:pt x="274365" y="129257"/>
                  <a:pt x="276541" y="129592"/>
                  <a:pt x="278606" y="130206"/>
                </a:cubicBezTo>
                <a:cubicBezTo>
                  <a:pt x="278606" y="130206"/>
                  <a:pt x="279109" y="130485"/>
                  <a:pt x="279276" y="129815"/>
                </a:cubicBezTo>
                <a:cubicBezTo>
                  <a:pt x="279778" y="128364"/>
                  <a:pt x="280169" y="127304"/>
                  <a:pt x="280727" y="125630"/>
                </a:cubicBezTo>
                <a:cubicBezTo>
                  <a:pt x="280839" y="125127"/>
                  <a:pt x="280448" y="124960"/>
                  <a:pt x="280336" y="124960"/>
                </a:cubicBezTo>
                <a:cubicBezTo>
                  <a:pt x="273862" y="122783"/>
                  <a:pt x="267891" y="123565"/>
                  <a:pt x="264821" y="124960"/>
                </a:cubicBezTo>
                <a:cubicBezTo>
                  <a:pt x="263928" y="125350"/>
                  <a:pt x="255780" y="128588"/>
                  <a:pt x="255780" y="140308"/>
                </a:cubicBezTo>
                <a:cubicBezTo>
                  <a:pt x="255780" y="141926"/>
                  <a:pt x="255445" y="157107"/>
                  <a:pt x="271909" y="157107"/>
                </a:cubicBezTo>
                <a:cubicBezTo>
                  <a:pt x="274867" y="157107"/>
                  <a:pt x="277825" y="156549"/>
                  <a:pt x="280560" y="155544"/>
                </a:cubicBezTo>
                <a:cubicBezTo>
                  <a:pt x="280671" y="155432"/>
                  <a:pt x="280783" y="155321"/>
                  <a:pt x="280839" y="155209"/>
                </a:cubicBezTo>
                <a:cubicBezTo>
                  <a:pt x="280894" y="155098"/>
                  <a:pt x="280894" y="154930"/>
                  <a:pt x="280839" y="154763"/>
                </a:cubicBezTo>
                <a:lnTo>
                  <a:pt x="280839" y="154763"/>
                </a:lnTo>
                <a:close/>
                <a:moveTo>
                  <a:pt x="310921" y="132773"/>
                </a:moveTo>
                <a:cubicBezTo>
                  <a:pt x="310474" y="131099"/>
                  <a:pt x="307907" y="123732"/>
                  <a:pt x="298475" y="123732"/>
                </a:cubicBezTo>
                <a:cubicBezTo>
                  <a:pt x="289545" y="123732"/>
                  <a:pt x="285359" y="129369"/>
                  <a:pt x="284187" y="134113"/>
                </a:cubicBezTo>
                <a:cubicBezTo>
                  <a:pt x="283518" y="136234"/>
                  <a:pt x="283239" y="138466"/>
                  <a:pt x="283239" y="140698"/>
                </a:cubicBezTo>
                <a:cubicBezTo>
                  <a:pt x="283239" y="155153"/>
                  <a:pt x="293731" y="157107"/>
                  <a:pt x="299926" y="157107"/>
                </a:cubicBezTo>
                <a:cubicBezTo>
                  <a:pt x="305953" y="157107"/>
                  <a:pt x="309135" y="155823"/>
                  <a:pt x="310307" y="154986"/>
                </a:cubicBezTo>
                <a:cubicBezTo>
                  <a:pt x="310586" y="154874"/>
                  <a:pt x="310697" y="154595"/>
                  <a:pt x="310418" y="153925"/>
                </a:cubicBezTo>
                <a:lnTo>
                  <a:pt x="309079" y="150130"/>
                </a:lnTo>
                <a:cubicBezTo>
                  <a:pt x="309023" y="149963"/>
                  <a:pt x="308911" y="149851"/>
                  <a:pt x="308744" y="149796"/>
                </a:cubicBezTo>
                <a:cubicBezTo>
                  <a:pt x="308577" y="149740"/>
                  <a:pt x="308409" y="149684"/>
                  <a:pt x="308297" y="149740"/>
                </a:cubicBezTo>
                <a:cubicBezTo>
                  <a:pt x="306846" y="150242"/>
                  <a:pt x="304781" y="151302"/>
                  <a:pt x="299758" y="151302"/>
                </a:cubicBezTo>
                <a:cubicBezTo>
                  <a:pt x="290047" y="151302"/>
                  <a:pt x="290326" y="143098"/>
                  <a:pt x="290326" y="141982"/>
                </a:cubicBezTo>
                <a:lnTo>
                  <a:pt x="311088" y="141982"/>
                </a:lnTo>
                <a:cubicBezTo>
                  <a:pt x="311255" y="141982"/>
                  <a:pt x="311367" y="141926"/>
                  <a:pt x="311479" y="141815"/>
                </a:cubicBezTo>
                <a:cubicBezTo>
                  <a:pt x="311590" y="141703"/>
                  <a:pt x="311702" y="141591"/>
                  <a:pt x="311702" y="141424"/>
                </a:cubicBezTo>
                <a:cubicBezTo>
                  <a:pt x="311590" y="141424"/>
                  <a:pt x="312204" y="137461"/>
                  <a:pt x="310921" y="132773"/>
                </a:cubicBezTo>
                <a:lnTo>
                  <a:pt x="310921" y="132773"/>
                </a:lnTo>
                <a:close/>
                <a:moveTo>
                  <a:pt x="297917" y="129201"/>
                </a:moveTo>
                <a:cubicBezTo>
                  <a:pt x="292168" y="129201"/>
                  <a:pt x="290661" y="134224"/>
                  <a:pt x="290326" y="137071"/>
                </a:cubicBezTo>
                <a:lnTo>
                  <a:pt x="305060" y="137071"/>
                </a:lnTo>
                <a:cubicBezTo>
                  <a:pt x="304558" y="130429"/>
                  <a:pt x="300819" y="129201"/>
                  <a:pt x="297973" y="129201"/>
                </a:cubicBezTo>
                <a:lnTo>
                  <a:pt x="297973" y="12920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Text 26"/>
          <p:cNvSpPr/>
          <p:nvPr/>
        </p:nvSpPr>
        <p:spPr>
          <a:xfrm>
            <a:off x="1234232" y="4957763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Salesforce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05175" y="3819525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52925" y="4248150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4844" y="4395788"/>
            <a:ext cx="361950" cy="285750"/>
          </a:xfrm>
          <a:custGeom>
            <a:avLst/>
            <a:gdLst/>
            <a:ahLst/>
            <a:cxnLst/>
            <a:rect l="l" t="t" r="r" b="b"/>
            <a:pathLst>
              <a:path w="361950" h="285750"/>
            </a:pathLst>
          </a:cu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4320034" y="4957763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Adobe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0300" y="3819525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58050" y="4248150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5587" y="4386263"/>
            <a:ext cx="94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ORACLE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2480" y="4957763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Oracle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115425" y="3819525"/>
            <a:ext cx="2676525" cy="1819275"/>
          </a:xfrm>
          <a:custGeom>
            <a:avLst/>
            <a:gdLst/>
            <a:ahLst/>
            <a:cxnLst/>
            <a:rect l="l" t="t" r="r" b="b"/>
            <a:pathLst>
              <a:path w="2676525" h="1819275">
                <a:moveTo>
                  <a:pt x="0" y="0"/>
                </a:moveTo>
                <a:lnTo>
                  <a:pt x="2676525" y="0"/>
                </a:lnTo>
                <a:lnTo>
                  <a:pt x="267652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163175" y="4248150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31053" y="43957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2875" y="35719"/>
                </a:moveTo>
                <a:cubicBezTo>
                  <a:pt x="142875" y="25840"/>
                  <a:pt x="134894" y="17859"/>
                  <a:pt x="125016" y="17859"/>
                </a:cubicBezTo>
                <a:cubicBezTo>
                  <a:pt x="115137" y="17859"/>
                  <a:pt x="107156" y="25840"/>
                  <a:pt x="107156" y="35719"/>
                </a:cubicBezTo>
                <a:lnTo>
                  <a:pt x="107156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107156" y="160734"/>
                </a:lnTo>
                <a:lnTo>
                  <a:pt x="107156" y="250031"/>
                </a:lnTo>
                <a:cubicBezTo>
                  <a:pt x="107156" y="259910"/>
                  <a:pt x="115137" y="267891"/>
                  <a:pt x="125016" y="267891"/>
                </a:cubicBezTo>
                <a:cubicBezTo>
                  <a:pt x="134894" y="267891"/>
                  <a:pt x="142875" y="259910"/>
                  <a:pt x="142875" y="250031"/>
                </a:cubicBezTo>
                <a:lnTo>
                  <a:pt x="142875" y="160734"/>
                </a:lnTo>
                <a:lnTo>
                  <a:pt x="232172" y="160734"/>
                </a:lnTo>
                <a:cubicBezTo>
                  <a:pt x="242050" y="160734"/>
                  <a:pt x="250031" y="152753"/>
                  <a:pt x="250031" y="142875"/>
                </a:cubicBezTo>
                <a:cubicBezTo>
                  <a:pt x="250031" y="132997"/>
                  <a:pt x="242050" y="125016"/>
                  <a:pt x="232172" y="125016"/>
                </a:cubicBezTo>
                <a:lnTo>
                  <a:pt x="142875" y="125016"/>
                </a:lnTo>
                <a:lnTo>
                  <a:pt x="142875" y="35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931301" y="4957763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And More...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95288" y="58626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60663" y="60579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09625" y="6029325"/>
            <a:ext cx="1086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Strategic Alliances • Technology Ecosystem • Innovation Partners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616" y="200616"/>
            <a:ext cx="693038" cy="693038"/>
          </a:xfrm>
          <a:custGeom>
            <a:avLst/>
            <a:gdLst/>
            <a:ahLst/>
            <a:cxnLst/>
            <a:rect l="l" t="t" r="r" b="b"/>
            <a:pathLst>
              <a:path w="693038" h="693038">
                <a:moveTo>
                  <a:pt x="346519" y="0"/>
                </a:moveTo>
                <a:lnTo>
                  <a:pt x="346519" y="0"/>
                </a:lnTo>
                <a:cubicBezTo>
                  <a:pt x="537768" y="0"/>
                  <a:pt x="693038" y="155270"/>
                  <a:pt x="693038" y="346519"/>
                </a:cubicBezTo>
                <a:lnTo>
                  <a:pt x="693038" y="346519"/>
                </a:lnTo>
                <a:cubicBezTo>
                  <a:pt x="693038" y="537768"/>
                  <a:pt x="537768" y="693038"/>
                  <a:pt x="346519" y="693038"/>
                </a:cubicBezTo>
                <a:lnTo>
                  <a:pt x="346519" y="693038"/>
                </a:lnTo>
                <a:cubicBezTo>
                  <a:pt x="155270" y="693038"/>
                  <a:pt x="0" y="537768"/>
                  <a:pt x="0" y="346519"/>
                </a:cubicBezTo>
                <a:lnTo>
                  <a:pt x="0" y="346519"/>
                </a:lnTo>
                <a:cubicBezTo>
                  <a:pt x="0" y="155270"/>
                  <a:pt x="155270" y="0"/>
                  <a:pt x="346519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ffe66d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1139860" y="5806430"/>
            <a:ext cx="547135" cy="547135"/>
          </a:xfrm>
          <a:custGeom>
            <a:avLst/>
            <a:gdLst/>
            <a:ahLst/>
            <a:cxnLst/>
            <a:rect l="l" t="t" r="r" b="b"/>
            <a:pathLst>
              <a:path w="547135" h="547135">
                <a:moveTo>
                  <a:pt x="0" y="0"/>
                </a:moveTo>
                <a:lnTo>
                  <a:pt x="547135" y="0"/>
                </a:lnTo>
                <a:lnTo>
                  <a:pt x="547135" y="547135"/>
                </a:lnTo>
                <a:lnTo>
                  <a:pt x="0" y="5471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4ecdc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2995" y="382995"/>
            <a:ext cx="547135" cy="547135"/>
          </a:xfrm>
          <a:custGeom>
            <a:avLst/>
            <a:gdLst/>
            <a:ahLst/>
            <a:cxnLst/>
            <a:rect l="l" t="t" r="r" b="b"/>
            <a:pathLst>
              <a:path w="547135" h="547135">
                <a:moveTo>
                  <a:pt x="0" y="0"/>
                </a:moveTo>
                <a:lnTo>
                  <a:pt x="547135" y="0"/>
                </a:lnTo>
                <a:lnTo>
                  <a:pt x="547135" y="547135"/>
                </a:lnTo>
                <a:lnTo>
                  <a:pt x="0" y="5471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4ecdc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862" y="519779"/>
            <a:ext cx="341960" cy="273568"/>
          </a:xfrm>
          <a:custGeom>
            <a:avLst/>
            <a:gdLst/>
            <a:ahLst/>
            <a:cxnLst/>
            <a:rect l="l" t="t" r="r" b="b"/>
            <a:pathLst>
              <a:path w="341960" h="273568">
                <a:moveTo>
                  <a:pt x="72666" y="68392"/>
                </a:moveTo>
                <a:cubicBezTo>
                  <a:pt x="72666" y="33005"/>
                  <a:pt x="101396" y="4274"/>
                  <a:pt x="136784" y="4274"/>
                </a:cubicBezTo>
                <a:cubicBezTo>
                  <a:pt x="172171" y="4274"/>
                  <a:pt x="200901" y="33005"/>
                  <a:pt x="200901" y="68392"/>
                </a:cubicBezTo>
                <a:cubicBezTo>
                  <a:pt x="200901" y="103779"/>
                  <a:pt x="172171" y="132509"/>
                  <a:pt x="136784" y="132509"/>
                </a:cubicBezTo>
                <a:cubicBezTo>
                  <a:pt x="101396" y="132509"/>
                  <a:pt x="72666" y="103779"/>
                  <a:pt x="72666" y="68392"/>
                </a:cubicBezTo>
                <a:close/>
                <a:moveTo>
                  <a:pt x="25647" y="257699"/>
                </a:moveTo>
                <a:cubicBezTo>
                  <a:pt x="25647" y="205069"/>
                  <a:pt x="68285" y="162431"/>
                  <a:pt x="120915" y="162431"/>
                </a:cubicBezTo>
                <a:lnTo>
                  <a:pt x="152653" y="162431"/>
                </a:lnTo>
                <a:cubicBezTo>
                  <a:pt x="205283" y="162431"/>
                  <a:pt x="247921" y="205069"/>
                  <a:pt x="247921" y="257699"/>
                </a:cubicBezTo>
                <a:cubicBezTo>
                  <a:pt x="247921" y="266461"/>
                  <a:pt x="240814" y="273568"/>
                  <a:pt x="232052" y="273568"/>
                </a:cubicBezTo>
                <a:lnTo>
                  <a:pt x="41516" y="273568"/>
                </a:lnTo>
                <a:cubicBezTo>
                  <a:pt x="32753" y="273568"/>
                  <a:pt x="25647" y="266461"/>
                  <a:pt x="25647" y="257699"/>
                </a:cubicBezTo>
                <a:close/>
                <a:moveTo>
                  <a:pt x="290666" y="51294"/>
                </a:moveTo>
                <a:cubicBezTo>
                  <a:pt x="297772" y="51294"/>
                  <a:pt x="303489" y="57011"/>
                  <a:pt x="303489" y="64117"/>
                </a:cubicBezTo>
                <a:lnTo>
                  <a:pt x="303489" y="89764"/>
                </a:lnTo>
                <a:lnTo>
                  <a:pt x="329136" y="89764"/>
                </a:lnTo>
                <a:cubicBezTo>
                  <a:pt x="336242" y="89764"/>
                  <a:pt x="341960" y="95482"/>
                  <a:pt x="341960" y="102588"/>
                </a:cubicBezTo>
                <a:cubicBezTo>
                  <a:pt x="341960" y="109694"/>
                  <a:pt x="336242" y="115411"/>
                  <a:pt x="329136" y="115411"/>
                </a:cubicBezTo>
                <a:lnTo>
                  <a:pt x="303489" y="115411"/>
                </a:lnTo>
                <a:lnTo>
                  <a:pt x="303489" y="141058"/>
                </a:lnTo>
                <a:cubicBezTo>
                  <a:pt x="303489" y="148165"/>
                  <a:pt x="297772" y="153882"/>
                  <a:pt x="290666" y="153882"/>
                </a:cubicBezTo>
                <a:cubicBezTo>
                  <a:pt x="283559" y="153882"/>
                  <a:pt x="277842" y="148165"/>
                  <a:pt x="277842" y="141058"/>
                </a:cubicBezTo>
                <a:lnTo>
                  <a:pt x="277842" y="115411"/>
                </a:lnTo>
                <a:lnTo>
                  <a:pt x="252195" y="115411"/>
                </a:lnTo>
                <a:cubicBezTo>
                  <a:pt x="245089" y="115411"/>
                  <a:pt x="239372" y="109694"/>
                  <a:pt x="239372" y="102588"/>
                </a:cubicBezTo>
                <a:cubicBezTo>
                  <a:pt x="239372" y="95482"/>
                  <a:pt x="245089" y="89764"/>
                  <a:pt x="252195" y="89764"/>
                </a:cubicBezTo>
                <a:lnTo>
                  <a:pt x="277842" y="89764"/>
                </a:lnTo>
                <a:lnTo>
                  <a:pt x="277842" y="64117"/>
                </a:lnTo>
                <a:cubicBezTo>
                  <a:pt x="277842" y="57011"/>
                  <a:pt x="283559" y="51294"/>
                  <a:pt x="290666" y="512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94271" y="437708"/>
            <a:ext cx="4331488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Recruitment Process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2995" y="1331363"/>
            <a:ext cx="693038" cy="693038"/>
          </a:xfrm>
          <a:custGeom>
            <a:avLst/>
            <a:gdLst/>
            <a:ahLst/>
            <a:cxnLst/>
            <a:rect l="l" t="t" r="r" b="b"/>
            <a:pathLst>
              <a:path w="693038" h="693038">
                <a:moveTo>
                  <a:pt x="0" y="0"/>
                </a:moveTo>
                <a:lnTo>
                  <a:pt x="693038" y="0"/>
                </a:lnTo>
                <a:lnTo>
                  <a:pt x="693038" y="693038"/>
                </a:lnTo>
                <a:lnTo>
                  <a:pt x="0" y="69303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4ecdc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2637" y="1495503"/>
            <a:ext cx="255330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94887" y="1185460"/>
            <a:ext cx="10514118" cy="984844"/>
          </a:xfrm>
          <a:custGeom>
            <a:avLst/>
            <a:gdLst/>
            <a:ahLst/>
            <a:cxnLst/>
            <a:rect l="l" t="t" r="r" b="b"/>
            <a:pathLst>
              <a:path w="10514118" h="984844">
                <a:moveTo>
                  <a:pt x="0" y="0"/>
                </a:moveTo>
                <a:lnTo>
                  <a:pt x="10514118" y="0"/>
                </a:lnTo>
                <a:lnTo>
                  <a:pt x="10514118" y="984844"/>
                </a:lnTo>
                <a:lnTo>
                  <a:pt x="0" y="9848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ff6b6b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09182" y="1399755"/>
            <a:ext cx="556254" cy="556254"/>
          </a:xfrm>
          <a:custGeom>
            <a:avLst/>
            <a:gdLst/>
            <a:ahLst/>
            <a:cxnLst/>
            <a:rect l="l" t="t" r="r" b="b"/>
            <a:pathLst>
              <a:path w="556254" h="556254">
                <a:moveTo>
                  <a:pt x="0" y="0"/>
                </a:moveTo>
                <a:lnTo>
                  <a:pt x="556254" y="0"/>
                </a:lnTo>
                <a:lnTo>
                  <a:pt x="556254" y="556254"/>
                </a:lnTo>
                <a:lnTo>
                  <a:pt x="0" y="55625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5239" y="1568455"/>
            <a:ext cx="164141" cy="218854"/>
          </a:xfrm>
          <a:custGeom>
            <a:avLst/>
            <a:gdLst/>
            <a:ahLst/>
            <a:cxnLst/>
            <a:rect l="l" t="t" r="r" b="b"/>
            <a:pathLst>
              <a:path w="164141" h="218854">
                <a:moveTo>
                  <a:pt x="0" y="27357"/>
                </a:moveTo>
                <a:cubicBezTo>
                  <a:pt x="0" y="12268"/>
                  <a:pt x="12268" y="0"/>
                  <a:pt x="27357" y="0"/>
                </a:cubicBezTo>
                <a:lnTo>
                  <a:pt x="91260" y="0"/>
                </a:lnTo>
                <a:cubicBezTo>
                  <a:pt x="98527" y="0"/>
                  <a:pt x="105495" y="2864"/>
                  <a:pt x="110624" y="7993"/>
                </a:cubicBezTo>
                <a:lnTo>
                  <a:pt x="156147" y="53559"/>
                </a:lnTo>
                <a:cubicBezTo>
                  <a:pt x="161277" y="58689"/>
                  <a:pt x="164141" y="65656"/>
                  <a:pt x="164141" y="72923"/>
                </a:cubicBezTo>
                <a:lnTo>
                  <a:pt x="164141" y="191497"/>
                </a:lnTo>
                <a:cubicBezTo>
                  <a:pt x="164141" y="206586"/>
                  <a:pt x="151873" y="218854"/>
                  <a:pt x="136784" y="218854"/>
                </a:cubicBezTo>
                <a:lnTo>
                  <a:pt x="27357" y="218854"/>
                </a:lnTo>
                <a:cubicBezTo>
                  <a:pt x="12268" y="218854"/>
                  <a:pt x="0" y="206586"/>
                  <a:pt x="0" y="191497"/>
                </a:cubicBezTo>
                <a:lnTo>
                  <a:pt x="0" y="27357"/>
                </a:lnTo>
                <a:close/>
                <a:moveTo>
                  <a:pt x="88909" y="25006"/>
                </a:moveTo>
                <a:lnTo>
                  <a:pt x="88909" y="64972"/>
                </a:lnTo>
                <a:cubicBezTo>
                  <a:pt x="88909" y="70657"/>
                  <a:pt x="93483" y="75231"/>
                  <a:pt x="99168" y="75231"/>
                </a:cubicBezTo>
                <a:lnTo>
                  <a:pt x="139135" y="75231"/>
                </a:lnTo>
                <a:lnTo>
                  <a:pt x="88909" y="25006"/>
                </a:lnTo>
                <a:close/>
                <a:moveTo>
                  <a:pt x="51294" y="109427"/>
                </a:moveTo>
                <a:cubicBezTo>
                  <a:pt x="45609" y="109427"/>
                  <a:pt x="41035" y="114001"/>
                  <a:pt x="41035" y="119686"/>
                </a:cubicBezTo>
                <a:cubicBezTo>
                  <a:pt x="41035" y="125371"/>
                  <a:pt x="45609" y="129945"/>
                  <a:pt x="51294" y="129945"/>
                </a:cubicBezTo>
                <a:lnTo>
                  <a:pt x="112847" y="129945"/>
                </a:lnTo>
                <a:cubicBezTo>
                  <a:pt x="118532" y="129945"/>
                  <a:pt x="123105" y="125371"/>
                  <a:pt x="123105" y="119686"/>
                </a:cubicBezTo>
                <a:cubicBezTo>
                  <a:pt x="123105" y="114001"/>
                  <a:pt x="118532" y="109427"/>
                  <a:pt x="112847" y="109427"/>
                </a:cubicBezTo>
                <a:lnTo>
                  <a:pt x="51294" y="109427"/>
                </a:lnTo>
                <a:close/>
                <a:moveTo>
                  <a:pt x="51294" y="150462"/>
                </a:moveTo>
                <a:cubicBezTo>
                  <a:pt x="45609" y="150462"/>
                  <a:pt x="41035" y="155036"/>
                  <a:pt x="41035" y="160721"/>
                </a:cubicBezTo>
                <a:cubicBezTo>
                  <a:pt x="41035" y="166406"/>
                  <a:pt x="45609" y="170980"/>
                  <a:pt x="51294" y="170980"/>
                </a:cubicBezTo>
                <a:lnTo>
                  <a:pt x="112847" y="170980"/>
                </a:lnTo>
                <a:cubicBezTo>
                  <a:pt x="118532" y="170980"/>
                  <a:pt x="123105" y="166406"/>
                  <a:pt x="123105" y="160721"/>
                </a:cubicBezTo>
                <a:cubicBezTo>
                  <a:pt x="123105" y="155036"/>
                  <a:pt x="118532" y="150462"/>
                  <a:pt x="112847" y="150462"/>
                </a:cubicBezTo>
                <a:lnTo>
                  <a:pt x="51294" y="1504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261493" y="1386076"/>
            <a:ext cx="395761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61493" y="1714358"/>
            <a:ext cx="393025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Apply via careers portal with your resume and details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995" y="2498585"/>
            <a:ext cx="693038" cy="693038"/>
          </a:xfrm>
          <a:custGeom>
            <a:avLst/>
            <a:gdLst/>
            <a:ahLst/>
            <a:cxnLst/>
            <a:rect l="l" t="t" r="r" b="b"/>
            <a:pathLst>
              <a:path w="693038" h="693038">
                <a:moveTo>
                  <a:pt x="0" y="0"/>
                </a:moveTo>
                <a:lnTo>
                  <a:pt x="693038" y="0"/>
                </a:lnTo>
                <a:lnTo>
                  <a:pt x="693038" y="693038"/>
                </a:lnTo>
                <a:lnTo>
                  <a:pt x="0" y="69303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ffe66d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744" y="2662726"/>
            <a:ext cx="337400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94887" y="2352682"/>
            <a:ext cx="10514118" cy="984844"/>
          </a:xfrm>
          <a:custGeom>
            <a:avLst/>
            <a:gdLst/>
            <a:ahLst/>
            <a:cxnLst/>
            <a:rect l="l" t="t" r="r" b="b"/>
            <a:pathLst>
              <a:path w="10514118" h="984844">
                <a:moveTo>
                  <a:pt x="0" y="0"/>
                </a:moveTo>
                <a:lnTo>
                  <a:pt x="10514118" y="0"/>
                </a:lnTo>
                <a:lnTo>
                  <a:pt x="10514118" y="984844"/>
                </a:lnTo>
                <a:lnTo>
                  <a:pt x="0" y="9848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4ecdc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09182" y="2566977"/>
            <a:ext cx="556254" cy="556254"/>
          </a:xfrm>
          <a:custGeom>
            <a:avLst/>
            <a:gdLst/>
            <a:ahLst/>
            <a:cxnLst/>
            <a:rect l="l" t="t" r="r" b="b"/>
            <a:pathLst>
              <a:path w="556254" h="556254">
                <a:moveTo>
                  <a:pt x="0" y="0"/>
                </a:moveTo>
                <a:lnTo>
                  <a:pt x="556254" y="0"/>
                </a:lnTo>
                <a:lnTo>
                  <a:pt x="556254" y="556254"/>
                </a:lnTo>
                <a:lnTo>
                  <a:pt x="0" y="55625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7882" y="2735677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177819" y="88909"/>
                </a:moveTo>
                <a:cubicBezTo>
                  <a:pt x="177819" y="108529"/>
                  <a:pt x="171450" y="126653"/>
                  <a:pt x="160721" y="141358"/>
                </a:cubicBezTo>
                <a:lnTo>
                  <a:pt x="214836" y="195515"/>
                </a:lnTo>
                <a:cubicBezTo>
                  <a:pt x="220179" y="200859"/>
                  <a:pt x="220179" y="209536"/>
                  <a:pt x="214836" y="214879"/>
                </a:cubicBezTo>
                <a:cubicBezTo>
                  <a:pt x="209493" y="220222"/>
                  <a:pt x="200816" y="220222"/>
                  <a:pt x="195473" y="214879"/>
                </a:cubicBezTo>
                <a:lnTo>
                  <a:pt x="141358" y="160721"/>
                </a:lnTo>
                <a:cubicBezTo>
                  <a:pt x="126653" y="171450"/>
                  <a:pt x="108529" y="177819"/>
                  <a:pt x="88909" y="177819"/>
                </a:cubicBezTo>
                <a:cubicBezTo>
                  <a:pt x="39796" y="177819"/>
                  <a:pt x="0" y="138023"/>
                  <a:pt x="0" y="88909"/>
                </a:cubicBezTo>
                <a:cubicBezTo>
                  <a:pt x="0" y="39796"/>
                  <a:pt x="39796" y="0"/>
                  <a:pt x="88909" y="0"/>
                </a:cubicBezTo>
                <a:cubicBezTo>
                  <a:pt x="138023" y="0"/>
                  <a:pt x="177819" y="39796"/>
                  <a:pt x="177819" y="88909"/>
                </a:cubicBezTo>
                <a:close/>
                <a:moveTo>
                  <a:pt x="88909" y="150462"/>
                </a:moveTo>
                <a:cubicBezTo>
                  <a:pt x="122881" y="150462"/>
                  <a:pt x="150462" y="122881"/>
                  <a:pt x="150462" y="88909"/>
                </a:cubicBezTo>
                <a:cubicBezTo>
                  <a:pt x="150462" y="54938"/>
                  <a:pt x="122881" y="27357"/>
                  <a:pt x="88909" y="27357"/>
                </a:cubicBezTo>
                <a:cubicBezTo>
                  <a:pt x="54938" y="27357"/>
                  <a:pt x="27357" y="54938"/>
                  <a:pt x="27357" y="88909"/>
                </a:cubicBezTo>
                <a:cubicBezTo>
                  <a:pt x="27357" y="122881"/>
                  <a:pt x="54938" y="150462"/>
                  <a:pt x="88909" y="1504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261493" y="2553298"/>
            <a:ext cx="358373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Screening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61493" y="2881580"/>
            <a:ext cx="3556380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Profile review by recruiter for initial assessment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2995" y="3665807"/>
            <a:ext cx="693038" cy="693038"/>
          </a:xfrm>
          <a:custGeom>
            <a:avLst/>
            <a:gdLst/>
            <a:ahLst/>
            <a:cxnLst/>
            <a:rect l="l" t="t" r="r" b="b"/>
            <a:pathLst>
              <a:path w="693038" h="693038">
                <a:moveTo>
                  <a:pt x="0" y="0"/>
                </a:moveTo>
                <a:lnTo>
                  <a:pt x="693038" y="0"/>
                </a:lnTo>
                <a:lnTo>
                  <a:pt x="693038" y="693038"/>
                </a:lnTo>
                <a:lnTo>
                  <a:pt x="0" y="693038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ff6b6b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9322" y="3829948"/>
            <a:ext cx="346519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94887" y="3519904"/>
            <a:ext cx="10514118" cy="984844"/>
          </a:xfrm>
          <a:custGeom>
            <a:avLst/>
            <a:gdLst/>
            <a:ahLst/>
            <a:cxnLst/>
            <a:rect l="l" t="t" r="r" b="b"/>
            <a:pathLst>
              <a:path w="10514118" h="984844">
                <a:moveTo>
                  <a:pt x="0" y="0"/>
                </a:moveTo>
                <a:lnTo>
                  <a:pt x="10514118" y="0"/>
                </a:lnTo>
                <a:lnTo>
                  <a:pt x="10514118" y="984844"/>
                </a:lnTo>
                <a:lnTo>
                  <a:pt x="0" y="9848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ffe66d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09182" y="3734199"/>
            <a:ext cx="556254" cy="556254"/>
          </a:xfrm>
          <a:custGeom>
            <a:avLst/>
            <a:gdLst/>
            <a:ahLst/>
            <a:cxnLst/>
            <a:rect l="l" t="t" r="r" b="b"/>
            <a:pathLst>
              <a:path w="556254" h="556254">
                <a:moveTo>
                  <a:pt x="0" y="0"/>
                </a:moveTo>
                <a:lnTo>
                  <a:pt x="556254" y="0"/>
                </a:lnTo>
                <a:lnTo>
                  <a:pt x="556254" y="556254"/>
                </a:lnTo>
                <a:lnTo>
                  <a:pt x="0" y="55625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4203" y="3902899"/>
            <a:ext cx="246211" cy="218854"/>
          </a:xfrm>
          <a:custGeom>
            <a:avLst/>
            <a:gdLst/>
            <a:ahLst/>
            <a:cxnLst/>
            <a:rect l="l" t="t" r="r" b="b"/>
            <a:pathLst>
              <a:path w="246211" h="218854">
                <a:moveTo>
                  <a:pt x="164141" y="61553"/>
                </a:moveTo>
                <a:cubicBezTo>
                  <a:pt x="164141" y="103101"/>
                  <a:pt x="127380" y="136784"/>
                  <a:pt x="82070" y="136784"/>
                </a:cubicBezTo>
                <a:cubicBezTo>
                  <a:pt x="70657" y="136784"/>
                  <a:pt x="59800" y="134647"/>
                  <a:pt x="49926" y="130800"/>
                </a:cubicBezTo>
                <a:lnTo>
                  <a:pt x="15046" y="149265"/>
                </a:lnTo>
                <a:cubicBezTo>
                  <a:pt x="11071" y="151360"/>
                  <a:pt x="6198" y="150633"/>
                  <a:pt x="2992" y="147470"/>
                </a:cubicBezTo>
                <a:cubicBezTo>
                  <a:pt x="-214" y="144307"/>
                  <a:pt x="-940" y="139391"/>
                  <a:pt x="1197" y="135416"/>
                </a:cubicBezTo>
                <a:lnTo>
                  <a:pt x="16414" y="106691"/>
                </a:lnTo>
                <a:cubicBezTo>
                  <a:pt x="6113" y="94124"/>
                  <a:pt x="0" y="78480"/>
                  <a:pt x="0" y="61553"/>
                </a:cubicBezTo>
                <a:cubicBezTo>
                  <a:pt x="0" y="20005"/>
                  <a:pt x="36761" y="-13678"/>
                  <a:pt x="82070" y="-13678"/>
                </a:cubicBezTo>
                <a:cubicBezTo>
                  <a:pt x="127380" y="-13678"/>
                  <a:pt x="164141" y="20005"/>
                  <a:pt x="164141" y="61553"/>
                </a:cubicBezTo>
                <a:close/>
                <a:moveTo>
                  <a:pt x="164141" y="218854"/>
                </a:moveTo>
                <a:cubicBezTo>
                  <a:pt x="123918" y="218854"/>
                  <a:pt x="90448" y="192310"/>
                  <a:pt x="83438" y="157301"/>
                </a:cubicBezTo>
                <a:cubicBezTo>
                  <a:pt x="134732" y="156660"/>
                  <a:pt x="179315" y="120156"/>
                  <a:pt x="184231" y="70657"/>
                </a:cubicBezTo>
                <a:cubicBezTo>
                  <a:pt x="219837" y="78864"/>
                  <a:pt x="246211" y="108401"/>
                  <a:pt x="246211" y="143623"/>
                </a:cubicBezTo>
                <a:cubicBezTo>
                  <a:pt x="246211" y="160550"/>
                  <a:pt x="240098" y="176195"/>
                  <a:pt x="229797" y="188762"/>
                </a:cubicBezTo>
                <a:lnTo>
                  <a:pt x="245014" y="217486"/>
                </a:lnTo>
                <a:cubicBezTo>
                  <a:pt x="247109" y="221462"/>
                  <a:pt x="246382" y="226335"/>
                  <a:pt x="243219" y="229540"/>
                </a:cubicBezTo>
                <a:cubicBezTo>
                  <a:pt x="240056" y="232746"/>
                  <a:pt x="235140" y="233473"/>
                  <a:pt x="231165" y="231336"/>
                </a:cubicBezTo>
                <a:lnTo>
                  <a:pt x="196285" y="212870"/>
                </a:lnTo>
                <a:cubicBezTo>
                  <a:pt x="186411" y="216717"/>
                  <a:pt x="175554" y="218854"/>
                  <a:pt x="164141" y="218854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6" name="Text 24"/>
          <p:cNvSpPr/>
          <p:nvPr/>
        </p:nvSpPr>
        <p:spPr>
          <a:xfrm>
            <a:off x="2261493" y="3720521"/>
            <a:ext cx="3820829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61493" y="4048802"/>
            <a:ext cx="3793472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Technical and business interviews with hiring team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2995" y="4833029"/>
            <a:ext cx="693038" cy="693038"/>
          </a:xfrm>
          <a:custGeom>
            <a:avLst/>
            <a:gdLst/>
            <a:ahLst/>
            <a:cxnLst/>
            <a:rect l="l" t="t" r="r" b="b"/>
            <a:pathLst>
              <a:path w="693038" h="693038">
                <a:moveTo>
                  <a:pt x="0" y="0"/>
                </a:moveTo>
                <a:lnTo>
                  <a:pt x="693038" y="0"/>
                </a:lnTo>
                <a:lnTo>
                  <a:pt x="693038" y="693038"/>
                </a:lnTo>
                <a:lnTo>
                  <a:pt x="0" y="69303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4ecdc4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451" y="4997170"/>
            <a:ext cx="337400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94887" y="4687126"/>
            <a:ext cx="10514118" cy="984844"/>
          </a:xfrm>
          <a:custGeom>
            <a:avLst/>
            <a:gdLst/>
            <a:ahLst/>
            <a:cxnLst/>
            <a:rect l="l" t="t" r="r" b="b"/>
            <a:pathLst>
              <a:path w="10514118" h="984844">
                <a:moveTo>
                  <a:pt x="0" y="0"/>
                </a:moveTo>
                <a:lnTo>
                  <a:pt x="10514118" y="0"/>
                </a:lnTo>
                <a:lnTo>
                  <a:pt x="10514118" y="984844"/>
                </a:lnTo>
                <a:lnTo>
                  <a:pt x="0" y="9848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ff6b6b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509182" y="4901421"/>
            <a:ext cx="556254" cy="556254"/>
          </a:xfrm>
          <a:custGeom>
            <a:avLst/>
            <a:gdLst/>
            <a:ahLst/>
            <a:cxnLst/>
            <a:rect l="l" t="t" r="r" b="b"/>
            <a:pathLst>
              <a:path w="556254" h="556254">
                <a:moveTo>
                  <a:pt x="0" y="0"/>
                </a:moveTo>
                <a:lnTo>
                  <a:pt x="556254" y="0"/>
                </a:lnTo>
                <a:lnTo>
                  <a:pt x="556254" y="556254"/>
                </a:lnTo>
                <a:lnTo>
                  <a:pt x="0" y="55625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77882" y="5070121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20518" y="27357"/>
                </a:moveTo>
                <a:cubicBezTo>
                  <a:pt x="9190" y="27357"/>
                  <a:pt x="0" y="36547"/>
                  <a:pt x="0" y="47874"/>
                </a:cubicBezTo>
                <a:cubicBezTo>
                  <a:pt x="0" y="54329"/>
                  <a:pt x="3035" y="60399"/>
                  <a:pt x="8207" y="64288"/>
                </a:cubicBezTo>
                <a:lnTo>
                  <a:pt x="97117" y="130971"/>
                </a:lnTo>
                <a:cubicBezTo>
                  <a:pt x="104426" y="136442"/>
                  <a:pt x="114428" y="136442"/>
                  <a:pt x="121738" y="130971"/>
                </a:cubicBezTo>
                <a:lnTo>
                  <a:pt x="210647" y="64288"/>
                </a:lnTo>
                <a:cubicBezTo>
                  <a:pt x="215819" y="60399"/>
                  <a:pt x="218854" y="54329"/>
                  <a:pt x="218854" y="47874"/>
                </a:cubicBezTo>
                <a:cubicBezTo>
                  <a:pt x="218854" y="36547"/>
                  <a:pt x="209664" y="27357"/>
                  <a:pt x="198337" y="27357"/>
                </a:cubicBezTo>
                <a:lnTo>
                  <a:pt x="20518" y="27357"/>
                </a:lnTo>
                <a:close/>
                <a:moveTo>
                  <a:pt x="0" y="83780"/>
                </a:moveTo>
                <a:lnTo>
                  <a:pt x="0" y="164141"/>
                </a:lnTo>
                <a:cubicBezTo>
                  <a:pt x="0" y="179230"/>
                  <a:pt x="12268" y="191497"/>
                  <a:pt x="27357" y="191497"/>
                </a:cubicBezTo>
                <a:lnTo>
                  <a:pt x="191497" y="191497"/>
                </a:lnTo>
                <a:cubicBezTo>
                  <a:pt x="206586" y="191497"/>
                  <a:pt x="218854" y="179230"/>
                  <a:pt x="218854" y="164141"/>
                </a:cubicBezTo>
                <a:lnTo>
                  <a:pt x="218854" y="83780"/>
                </a:lnTo>
                <a:lnTo>
                  <a:pt x="134048" y="147385"/>
                </a:lnTo>
                <a:cubicBezTo>
                  <a:pt x="119472" y="158327"/>
                  <a:pt x="99382" y="158327"/>
                  <a:pt x="84806" y="147385"/>
                </a:cubicBezTo>
                <a:lnTo>
                  <a:pt x="0" y="837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261493" y="4887743"/>
            <a:ext cx="2972769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Offer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261493" y="5216024"/>
            <a:ext cx="2945412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Final selection and offer letter issuance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2995" y="6000251"/>
            <a:ext cx="693038" cy="693038"/>
          </a:xfrm>
          <a:custGeom>
            <a:avLst/>
            <a:gdLst/>
            <a:ahLst/>
            <a:cxnLst/>
            <a:rect l="l" t="t" r="r" b="b"/>
            <a:pathLst>
              <a:path w="693038" h="693038">
                <a:moveTo>
                  <a:pt x="0" y="0"/>
                </a:moveTo>
                <a:lnTo>
                  <a:pt x="693038" y="0"/>
                </a:lnTo>
                <a:lnTo>
                  <a:pt x="693038" y="693038"/>
                </a:lnTo>
                <a:lnTo>
                  <a:pt x="0" y="69303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ffe66d">
                <a:alpha val="10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3480" y="6164392"/>
            <a:ext cx="35563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94887" y="5854349"/>
            <a:ext cx="10514118" cy="984844"/>
          </a:xfrm>
          <a:custGeom>
            <a:avLst/>
            <a:gdLst/>
            <a:ahLst/>
            <a:cxnLst/>
            <a:rect l="l" t="t" r="r" b="b"/>
            <a:pathLst>
              <a:path w="10514118" h="984844">
                <a:moveTo>
                  <a:pt x="0" y="0"/>
                </a:moveTo>
                <a:lnTo>
                  <a:pt x="10514118" y="0"/>
                </a:lnTo>
                <a:lnTo>
                  <a:pt x="10514118" y="984844"/>
                </a:lnTo>
                <a:lnTo>
                  <a:pt x="0" y="9848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4714" dir="2700000">
              <a:srgbClr val="4ecdc4">
                <a:alpha val="1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509182" y="6068643"/>
            <a:ext cx="556254" cy="556254"/>
          </a:xfrm>
          <a:custGeom>
            <a:avLst/>
            <a:gdLst/>
            <a:ahLst/>
            <a:cxnLst/>
            <a:rect l="l" t="t" r="r" b="b"/>
            <a:pathLst>
              <a:path w="556254" h="556254">
                <a:moveTo>
                  <a:pt x="0" y="0"/>
                </a:moveTo>
                <a:lnTo>
                  <a:pt x="556254" y="0"/>
                </a:lnTo>
                <a:lnTo>
                  <a:pt x="556254" y="556254"/>
                </a:lnTo>
                <a:lnTo>
                  <a:pt x="0" y="55625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77882" y="6237343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54714" y="136784"/>
                </a:moveTo>
                <a:lnTo>
                  <a:pt x="10473" y="136784"/>
                </a:lnTo>
                <a:cubicBezTo>
                  <a:pt x="-171" y="136784"/>
                  <a:pt x="-6711" y="125200"/>
                  <a:pt x="-1240" y="116053"/>
                </a:cubicBezTo>
                <a:lnTo>
                  <a:pt x="21372" y="78351"/>
                </a:lnTo>
                <a:cubicBezTo>
                  <a:pt x="25091" y="72153"/>
                  <a:pt x="31759" y="68392"/>
                  <a:pt x="38983" y="68392"/>
                </a:cubicBezTo>
                <a:lnTo>
                  <a:pt x="79591" y="68392"/>
                </a:lnTo>
                <a:cubicBezTo>
                  <a:pt x="112120" y="13294"/>
                  <a:pt x="160636" y="10515"/>
                  <a:pt x="193079" y="15260"/>
                </a:cubicBezTo>
                <a:cubicBezTo>
                  <a:pt x="198550" y="16072"/>
                  <a:pt x="202825" y="20347"/>
                  <a:pt x="203594" y="25775"/>
                </a:cubicBezTo>
                <a:cubicBezTo>
                  <a:pt x="208339" y="58219"/>
                  <a:pt x="205560" y="106734"/>
                  <a:pt x="150462" y="139263"/>
                </a:cubicBezTo>
                <a:lnTo>
                  <a:pt x="150462" y="179871"/>
                </a:lnTo>
                <a:cubicBezTo>
                  <a:pt x="150462" y="187095"/>
                  <a:pt x="146701" y="193763"/>
                  <a:pt x="140503" y="197482"/>
                </a:cubicBezTo>
                <a:lnTo>
                  <a:pt x="102802" y="220094"/>
                </a:lnTo>
                <a:cubicBezTo>
                  <a:pt x="93697" y="225565"/>
                  <a:pt x="82070" y="218982"/>
                  <a:pt x="82070" y="208382"/>
                </a:cubicBezTo>
                <a:lnTo>
                  <a:pt x="82070" y="164141"/>
                </a:lnTo>
                <a:cubicBezTo>
                  <a:pt x="82070" y="149052"/>
                  <a:pt x="69803" y="136784"/>
                  <a:pt x="54714" y="136784"/>
                </a:cubicBezTo>
                <a:lnTo>
                  <a:pt x="54671" y="136784"/>
                </a:lnTo>
                <a:close/>
                <a:moveTo>
                  <a:pt x="170980" y="68392"/>
                </a:moveTo>
                <a:cubicBezTo>
                  <a:pt x="170980" y="57068"/>
                  <a:pt x="161786" y="47874"/>
                  <a:pt x="150462" y="47874"/>
                </a:cubicBezTo>
                <a:cubicBezTo>
                  <a:pt x="139138" y="47874"/>
                  <a:pt x="129945" y="57068"/>
                  <a:pt x="129945" y="68392"/>
                </a:cubicBezTo>
                <a:cubicBezTo>
                  <a:pt x="129945" y="79716"/>
                  <a:pt x="139138" y="88909"/>
                  <a:pt x="150462" y="88909"/>
                </a:cubicBezTo>
                <a:cubicBezTo>
                  <a:pt x="161786" y="88909"/>
                  <a:pt x="170980" y="79716"/>
                  <a:pt x="170980" y="6839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261493" y="6054965"/>
            <a:ext cx="327369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261493" y="6383246"/>
            <a:ext cx="324633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Joining and orientation to start your journey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0997161" y="329161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09550" y="60769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00050" y="400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7447" y="54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5720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Skills &amp; Careers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238250"/>
            <a:ext cx="7505700" cy="3867150"/>
          </a:xfrm>
          <a:custGeom>
            <a:avLst/>
            <a:gdLst/>
            <a:ahLst/>
            <a:cxnLst/>
            <a:rect l="l" t="t" r="r" b="b"/>
            <a:pathLst>
              <a:path w="7505700" h="3867150">
                <a:moveTo>
                  <a:pt x="0" y="0"/>
                </a:moveTo>
                <a:lnTo>
                  <a:pt x="7505700" y="0"/>
                </a:lnTo>
                <a:lnTo>
                  <a:pt x="75057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2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4859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Career Opportunities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988" y="1957388"/>
            <a:ext cx="6981825" cy="866775"/>
          </a:xfrm>
          <a:custGeom>
            <a:avLst/>
            <a:gdLst/>
            <a:ahLst/>
            <a:cxnLst/>
            <a:rect l="l" t="t" r="r" b="b"/>
            <a:pathLst>
              <a:path w="6981825" h="866775">
                <a:moveTo>
                  <a:pt x="0" y="0"/>
                </a:moveTo>
                <a:lnTo>
                  <a:pt x="6981825" y="0"/>
                </a:lnTo>
                <a:lnTo>
                  <a:pt x="6981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963" y="2138363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8219" y="22955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514475" y="2143125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Software Development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4475" y="2409825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Full-stack engineering roles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1988" y="2967038"/>
            <a:ext cx="6981825" cy="866775"/>
          </a:xfrm>
          <a:custGeom>
            <a:avLst/>
            <a:gdLst/>
            <a:ahLst/>
            <a:cxnLst/>
            <a:rect l="l" t="t" r="r" b="b"/>
            <a:pathLst>
              <a:path w="6981825" h="866775">
                <a:moveTo>
                  <a:pt x="0" y="0"/>
                </a:moveTo>
                <a:lnTo>
                  <a:pt x="6981825" y="0"/>
                </a:lnTo>
                <a:lnTo>
                  <a:pt x="6981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963" y="3148013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8219" y="33051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514475" y="3152775"/>
            <a:ext cx="232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&amp;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4475" y="3419475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architecture &amp; AI solutions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1988" y="3976687"/>
            <a:ext cx="6981825" cy="866775"/>
          </a:xfrm>
          <a:custGeom>
            <a:avLst/>
            <a:gdLst/>
            <a:ahLst/>
            <a:cxnLst/>
            <a:rect l="l" t="t" r="r" b="b"/>
            <a:pathLst>
              <a:path w="6981825" h="866775">
                <a:moveTo>
                  <a:pt x="0" y="0"/>
                </a:moveTo>
                <a:lnTo>
                  <a:pt x="6981825" y="0"/>
                </a:lnTo>
                <a:lnTo>
                  <a:pt x="6981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2963" y="4157663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8219" y="43148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3" name="Text 21"/>
          <p:cNvSpPr/>
          <p:nvPr/>
        </p:nvSpPr>
        <p:spPr>
          <a:xfrm>
            <a:off x="1514475" y="416242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Consulting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4475" y="4429125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&amp; technology consulting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72450" y="1238250"/>
            <a:ext cx="3619500" cy="4743450"/>
          </a:xfrm>
          <a:custGeom>
            <a:avLst/>
            <a:gdLst/>
            <a:ahLst/>
            <a:cxnLst/>
            <a:rect l="l" t="t" r="r" b="b"/>
            <a:pathLst>
              <a:path w="3619500" h="4743450">
                <a:moveTo>
                  <a:pt x="0" y="0"/>
                </a:moveTo>
                <a:lnTo>
                  <a:pt x="3619500" y="0"/>
                </a:lnTo>
                <a:lnTo>
                  <a:pt x="3619500" y="4743450"/>
                </a:lnTo>
                <a:lnTo>
                  <a:pt x="0" y="4743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34388" y="1524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8763000" y="1485900"/>
            <a:ext cx="289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Skills Emphasis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34388" y="1957388"/>
            <a:ext cx="3095625" cy="1133475"/>
          </a:xfrm>
          <a:custGeom>
            <a:avLst/>
            <a:gdLst/>
            <a:ahLst/>
            <a:cxnLst/>
            <a:rect l="l" t="t" r="r" b="b"/>
            <a:pathLst>
              <a:path w="3095625" h="1133475">
                <a:moveTo>
                  <a:pt x="0" y="0"/>
                </a:moveTo>
                <a:lnTo>
                  <a:pt x="3095625" y="0"/>
                </a:lnTo>
                <a:lnTo>
                  <a:pt x="30956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6475" y="21240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553450" y="2428875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Problem-Solving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62975" y="269557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Analytical thinking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34388" y="3271838"/>
            <a:ext cx="3095625" cy="1133475"/>
          </a:xfrm>
          <a:custGeom>
            <a:avLst/>
            <a:gdLst/>
            <a:ahLst/>
            <a:cxnLst/>
            <a:rect l="l" t="t" r="r" b="b"/>
            <a:pathLst>
              <a:path w="3095625" h="1133475">
                <a:moveTo>
                  <a:pt x="0" y="0"/>
                </a:moveTo>
                <a:lnTo>
                  <a:pt x="3095625" y="0"/>
                </a:lnTo>
                <a:lnTo>
                  <a:pt x="30956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39325" y="34385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553450" y="3743325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62975" y="40100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Teamwork &amp; communication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34388" y="4586288"/>
            <a:ext cx="3095625" cy="1133475"/>
          </a:xfrm>
          <a:custGeom>
            <a:avLst/>
            <a:gdLst/>
            <a:ahLst/>
            <a:cxnLst/>
            <a:rect l="l" t="t" r="r" b="b"/>
            <a:pathLst>
              <a:path w="3095625" h="1133475">
                <a:moveTo>
                  <a:pt x="0" y="0"/>
                </a:moveTo>
                <a:lnTo>
                  <a:pt x="3095625" y="0"/>
                </a:lnTo>
                <a:lnTo>
                  <a:pt x="30956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67900" y="4752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7866"/>
                </a:moveTo>
                <a:cubicBezTo>
                  <a:pt x="135985" y="67866"/>
                  <a:pt x="153591" y="50260"/>
                  <a:pt x="153591" y="28575"/>
                </a:cubicBezTo>
                <a:cubicBezTo>
                  <a:pt x="153591" y="6890"/>
                  <a:pt x="135985" y="-10716"/>
                  <a:pt x="114300" y="-10716"/>
                </a:cubicBezTo>
                <a:cubicBezTo>
                  <a:pt x="92615" y="-10716"/>
                  <a:pt x="75009" y="6890"/>
                  <a:pt x="75009" y="28575"/>
                </a:cubicBezTo>
                <a:cubicBezTo>
                  <a:pt x="75009" y="50260"/>
                  <a:pt x="92615" y="67866"/>
                  <a:pt x="114300" y="67866"/>
                </a:cubicBezTo>
                <a:close/>
                <a:moveTo>
                  <a:pt x="114300" y="201231"/>
                </a:moveTo>
                <a:lnTo>
                  <a:pt x="114300" y="134570"/>
                </a:lnTo>
                <a:cubicBezTo>
                  <a:pt x="121578" y="131534"/>
                  <a:pt x="128989" y="128454"/>
                  <a:pt x="136490" y="125328"/>
                </a:cubicBezTo>
                <a:cubicBezTo>
                  <a:pt x="153903" y="118095"/>
                  <a:pt x="172566" y="114345"/>
                  <a:pt x="191452" y="114345"/>
                </a:cubicBezTo>
                <a:lnTo>
                  <a:pt x="200025" y="114345"/>
                </a:lnTo>
                <a:lnTo>
                  <a:pt x="200025" y="185782"/>
                </a:lnTo>
                <a:lnTo>
                  <a:pt x="191452" y="185782"/>
                </a:lnTo>
                <a:cubicBezTo>
                  <a:pt x="165065" y="185782"/>
                  <a:pt x="138901" y="191006"/>
                  <a:pt x="114523" y="201186"/>
                </a:cubicBezTo>
                <a:lnTo>
                  <a:pt x="114300" y="201275"/>
                </a:lnTo>
                <a:close/>
                <a:moveTo>
                  <a:pt x="114300" y="103584"/>
                </a:moveTo>
                <a:lnTo>
                  <a:pt x="103093" y="98896"/>
                </a:lnTo>
                <a:cubicBezTo>
                  <a:pt x="82198" y="90190"/>
                  <a:pt x="59784" y="85725"/>
                  <a:pt x="37148" y="85725"/>
                </a:cubicBez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37148" y="214313"/>
                </a:lnTo>
                <a:cubicBezTo>
                  <a:pt x="59784" y="214313"/>
                  <a:pt x="82198" y="218777"/>
                  <a:pt x="103093" y="227484"/>
                </a:cubicBezTo>
                <a:lnTo>
                  <a:pt x="108808" y="229850"/>
                </a:lnTo>
                <a:cubicBezTo>
                  <a:pt x="112335" y="231324"/>
                  <a:pt x="116265" y="231324"/>
                  <a:pt x="119792" y="229850"/>
                </a:cubicBezTo>
                <a:lnTo>
                  <a:pt x="125507" y="227484"/>
                </a:lnTo>
                <a:cubicBezTo>
                  <a:pt x="146402" y="218777"/>
                  <a:pt x="168816" y="214312"/>
                  <a:pt x="191453" y="214312"/>
                </a:cubicBezTo>
                <a:lnTo>
                  <a:pt x="207169" y="214312"/>
                </a:lnTo>
                <a:cubicBezTo>
                  <a:pt x="219001" y="214312"/>
                  <a:pt x="228600" y="204713"/>
                  <a:pt x="228600" y="192881"/>
                </a:cubicBezTo>
                <a:lnTo>
                  <a:pt x="228600" y="107156"/>
                </a:lnTo>
                <a:cubicBezTo>
                  <a:pt x="228600" y="95324"/>
                  <a:pt x="219001" y="85725"/>
                  <a:pt x="207169" y="85725"/>
                </a:cubicBezTo>
                <a:lnTo>
                  <a:pt x="191453" y="85725"/>
                </a:lnTo>
                <a:cubicBezTo>
                  <a:pt x="168816" y="85725"/>
                  <a:pt x="146402" y="90190"/>
                  <a:pt x="125507" y="98896"/>
                </a:cubicBezTo>
                <a:lnTo>
                  <a:pt x="114300" y="103584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8" name="Text 36"/>
          <p:cNvSpPr/>
          <p:nvPr/>
        </p:nvSpPr>
        <p:spPr>
          <a:xfrm>
            <a:off x="8553450" y="5057775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Continuous Learning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62975" y="532447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Skill development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5288" y="61674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57376" y="6362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09625" y="6334125"/>
            <a:ext cx="1086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Strong Focus on Technology &amp; Innovation • Growth-Oriented Culture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45665" y="6941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4ecdc4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255375" y="5921375"/>
            <a:ext cx="603250" cy="603250"/>
          </a:xfrm>
          <a:custGeom>
            <a:avLst/>
            <a:gdLst/>
            <a:ahLst/>
            <a:cxnLst/>
            <a:rect l="l" t="t" r="r" b="b"/>
            <a:pathLst>
              <a:path w="603250" h="603250">
                <a:moveTo>
                  <a:pt x="301625" y="0"/>
                </a:moveTo>
                <a:lnTo>
                  <a:pt x="301625" y="0"/>
                </a:lnTo>
                <a:cubicBezTo>
                  <a:pt x="468096" y="0"/>
                  <a:pt x="603250" y="135154"/>
                  <a:pt x="603250" y="301625"/>
                </a:cubicBezTo>
                <a:lnTo>
                  <a:pt x="603250" y="301625"/>
                </a:lnTo>
                <a:cubicBezTo>
                  <a:pt x="603250" y="468096"/>
                  <a:pt x="468096" y="603250"/>
                  <a:pt x="301625" y="603250"/>
                </a:cubicBezTo>
                <a:lnTo>
                  <a:pt x="301625" y="603250"/>
                </a:lnTo>
                <a:cubicBezTo>
                  <a:pt x="135154" y="603250"/>
                  <a:pt x="0" y="468096"/>
                  <a:pt x="0" y="301625"/>
                </a:cubicBezTo>
                <a:lnTo>
                  <a:pt x="0" y="301625"/>
                </a:lnTo>
                <a:cubicBezTo>
                  <a:pt x="0" y="135154"/>
                  <a:pt x="135154" y="0"/>
                  <a:pt x="301625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ffe66d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4625" y="3444875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349250" h="349250">
                <a:moveTo>
                  <a:pt x="0" y="0"/>
                </a:moveTo>
                <a:lnTo>
                  <a:pt x="349250" y="0"/>
                </a:lnTo>
                <a:lnTo>
                  <a:pt x="34925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ff6b6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375" y="333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ff6b6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4422" y="452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67112" y="0"/>
                </a:moveTo>
                <a:lnTo>
                  <a:pt x="171292" y="0"/>
                </a:lnTo>
                <a:cubicBezTo>
                  <a:pt x="183617" y="0"/>
                  <a:pt x="193663" y="10139"/>
                  <a:pt x="193198" y="22417"/>
                </a:cubicBezTo>
                <a:cubicBezTo>
                  <a:pt x="193104" y="24882"/>
                  <a:pt x="193011" y="27347"/>
                  <a:pt x="192872" y="29766"/>
                </a:cubicBezTo>
                <a:lnTo>
                  <a:pt x="215940" y="29766"/>
                </a:lnTo>
                <a:cubicBezTo>
                  <a:pt x="228079" y="29766"/>
                  <a:pt x="238776" y="39812"/>
                  <a:pt x="237846" y="52927"/>
                </a:cubicBezTo>
                <a:cubicBezTo>
                  <a:pt x="234358" y="101157"/>
                  <a:pt x="209708" y="127667"/>
                  <a:pt x="182966" y="141526"/>
                </a:cubicBezTo>
                <a:cubicBezTo>
                  <a:pt x="175617" y="145340"/>
                  <a:pt x="168129" y="148177"/>
                  <a:pt x="161013" y="150270"/>
                </a:cubicBezTo>
                <a:cubicBezTo>
                  <a:pt x="151619" y="163571"/>
                  <a:pt x="141852" y="170594"/>
                  <a:pt x="134085" y="174361"/>
                </a:cubicBezTo>
                <a:lnTo>
                  <a:pt x="134085" y="208359"/>
                </a:lnTo>
                <a:lnTo>
                  <a:pt x="163850" y="208359"/>
                </a:lnTo>
                <a:cubicBezTo>
                  <a:pt x="172083" y="208359"/>
                  <a:pt x="178733" y="215010"/>
                  <a:pt x="178733" y="223242"/>
                </a:cubicBezTo>
                <a:cubicBezTo>
                  <a:pt x="178733" y="231474"/>
                  <a:pt x="172083" y="238125"/>
                  <a:pt x="163850" y="238125"/>
                </a:cubicBezTo>
                <a:lnTo>
                  <a:pt x="74554" y="238125"/>
                </a:lnTo>
                <a:cubicBezTo>
                  <a:pt x="66322" y="238125"/>
                  <a:pt x="59671" y="231474"/>
                  <a:pt x="59671" y="223242"/>
                </a:cubicBezTo>
                <a:cubicBezTo>
                  <a:pt x="59671" y="215010"/>
                  <a:pt x="66322" y="208359"/>
                  <a:pt x="74554" y="208359"/>
                </a:cubicBezTo>
                <a:lnTo>
                  <a:pt x="104319" y="208359"/>
                </a:lnTo>
                <a:lnTo>
                  <a:pt x="104319" y="174361"/>
                </a:lnTo>
                <a:cubicBezTo>
                  <a:pt x="96878" y="170780"/>
                  <a:pt x="87623" y="164130"/>
                  <a:pt x="78600" y="151898"/>
                </a:cubicBezTo>
                <a:cubicBezTo>
                  <a:pt x="70042" y="149665"/>
                  <a:pt x="60740" y="146270"/>
                  <a:pt x="51671" y="141154"/>
                </a:cubicBezTo>
                <a:cubicBezTo>
                  <a:pt x="26510" y="127062"/>
                  <a:pt x="3814" y="100505"/>
                  <a:pt x="558" y="52834"/>
                </a:cubicBezTo>
                <a:cubicBezTo>
                  <a:pt x="-326" y="39765"/>
                  <a:pt x="10325" y="29719"/>
                  <a:pt x="22464" y="29719"/>
                </a:cubicBezTo>
                <a:lnTo>
                  <a:pt x="45532" y="29719"/>
                </a:lnTo>
                <a:cubicBezTo>
                  <a:pt x="45393" y="27301"/>
                  <a:pt x="45300" y="24882"/>
                  <a:pt x="45207" y="22371"/>
                </a:cubicBezTo>
                <a:cubicBezTo>
                  <a:pt x="44741" y="10046"/>
                  <a:pt x="54787" y="-47"/>
                  <a:pt x="67112" y="-47"/>
                </a:cubicBezTo>
                <a:close/>
                <a:moveTo>
                  <a:pt x="47206" y="52090"/>
                </a:moveTo>
                <a:lnTo>
                  <a:pt x="22836" y="52090"/>
                </a:lnTo>
                <a:cubicBezTo>
                  <a:pt x="25719" y="91483"/>
                  <a:pt x="43811" y="111203"/>
                  <a:pt x="62461" y="121667"/>
                </a:cubicBezTo>
                <a:cubicBezTo>
                  <a:pt x="55764" y="104319"/>
                  <a:pt x="50229" y="81669"/>
                  <a:pt x="47206" y="52090"/>
                </a:cubicBezTo>
                <a:close/>
                <a:moveTo>
                  <a:pt x="176733" y="119435"/>
                </a:moveTo>
                <a:cubicBezTo>
                  <a:pt x="195569" y="108365"/>
                  <a:pt x="212592" y="88692"/>
                  <a:pt x="215475" y="52090"/>
                </a:cubicBezTo>
                <a:lnTo>
                  <a:pt x="191151" y="52090"/>
                </a:lnTo>
                <a:cubicBezTo>
                  <a:pt x="188268" y="80414"/>
                  <a:pt x="183059" y="102412"/>
                  <a:pt x="176733" y="119435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81000"/>
            <a:ext cx="511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Recent Achievements (2026)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375" y="1031875"/>
            <a:ext cx="5651500" cy="2460625"/>
          </a:xfrm>
          <a:custGeom>
            <a:avLst/>
            <a:gdLst/>
            <a:ahLst/>
            <a:cxn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4ecdc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90031" y="1313656"/>
            <a:ext cx="738188" cy="738188"/>
          </a:xfrm>
          <a:custGeom>
            <a:avLst/>
            <a:gdLst/>
            <a:ahLst/>
            <a:cxnLst/>
            <a:rect l="l" t="t" r="r" b="b"/>
            <a:pathLst>
              <a:path w="738188" h="738188">
                <a:moveTo>
                  <a:pt x="0" y="0"/>
                </a:moveTo>
                <a:lnTo>
                  <a:pt x="738188" y="0"/>
                </a:lnTo>
                <a:lnTo>
                  <a:pt x="738188" y="738188"/>
                </a:lnTo>
                <a:lnTo>
                  <a:pt x="0" y="7381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4109" y="15398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183" y="71438"/>
                </a:moveTo>
                <a:lnTo>
                  <a:pt x="77967" y="-7200"/>
                </a:lnTo>
                <a:cubicBezTo>
                  <a:pt x="74340" y="-13227"/>
                  <a:pt x="66749" y="-15404"/>
                  <a:pt x="60499" y="-12278"/>
                </a:cubicBezTo>
                <a:lnTo>
                  <a:pt x="12167" y="11888"/>
                </a:lnTo>
                <a:cubicBezTo>
                  <a:pt x="5525" y="15180"/>
                  <a:pt x="2846" y="23217"/>
                  <a:pt x="6139" y="29859"/>
                </a:cubicBezTo>
                <a:lnTo>
                  <a:pt x="44983" y="107491"/>
                </a:lnTo>
                <a:cubicBezTo>
                  <a:pt x="28184" y="126411"/>
                  <a:pt x="18027" y="151302"/>
                  <a:pt x="18027" y="178594"/>
                </a:cubicBezTo>
                <a:cubicBezTo>
                  <a:pt x="18027" y="237753"/>
                  <a:pt x="66024" y="285750"/>
                  <a:pt x="125183" y="285750"/>
                </a:cubicBezTo>
                <a:cubicBezTo>
                  <a:pt x="184342" y="285750"/>
                  <a:pt x="232339" y="237753"/>
                  <a:pt x="232339" y="178594"/>
                </a:cubicBezTo>
                <a:cubicBezTo>
                  <a:pt x="232339" y="151302"/>
                  <a:pt x="222126" y="126411"/>
                  <a:pt x="205383" y="107491"/>
                </a:cubicBezTo>
                <a:lnTo>
                  <a:pt x="244227" y="29859"/>
                </a:lnTo>
                <a:cubicBezTo>
                  <a:pt x="247520" y="23217"/>
                  <a:pt x="244841" y="15180"/>
                  <a:pt x="238255" y="11888"/>
                </a:cubicBezTo>
                <a:lnTo>
                  <a:pt x="189867" y="-12334"/>
                </a:lnTo>
                <a:cubicBezTo>
                  <a:pt x="183617" y="-15460"/>
                  <a:pt x="175971" y="-13227"/>
                  <a:pt x="172399" y="-7255"/>
                </a:cubicBezTo>
                <a:lnTo>
                  <a:pt x="125183" y="71438"/>
                </a:lnTo>
                <a:close/>
                <a:moveTo>
                  <a:pt x="142373" y="150968"/>
                </a:moveTo>
                <a:cubicBezTo>
                  <a:pt x="143154" y="152530"/>
                  <a:pt x="144605" y="153591"/>
                  <a:pt x="146279" y="153814"/>
                </a:cubicBezTo>
                <a:lnTo>
                  <a:pt x="174241" y="157888"/>
                </a:lnTo>
                <a:cubicBezTo>
                  <a:pt x="178538" y="158502"/>
                  <a:pt x="180212" y="163748"/>
                  <a:pt x="177143" y="166818"/>
                </a:cubicBezTo>
                <a:lnTo>
                  <a:pt x="156883" y="186575"/>
                </a:lnTo>
                <a:cubicBezTo>
                  <a:pt x="155656" y="187802"/>
                  <a:pt x="155098" y="189477"/>
                  <a:pt x="155377" y="191207"/>
                </a:cubicBezTo>
                <a:lnTo>
                  <a:pt x="160176" y="219056"/>
                </a:lnTo>
                <a:cubicBezTo>
                  <a:pt x="160902" y="223298"/>
                  <a:pt x="156437" y="226591"/>
                  <a:pt x="152586" y="224582"/>
                </a:cubicBezTo>
                <a:lnTo>
                  <a:pt x="127583" y="211410"/>
                </a:lnTo>
                <a:cubicBezTo>
                  <a:pt x="126076" y="210629"/>
                  <a:pt x="124234" y="210629"/>
                  <a:pt x="122727" y="211410"/>
                </a:cubicBezTo>
                <a:lnTo>
                  <a:pt x="97724" y="224582"/>
                </a:lnTo>
                <a:cubicBezTo>
                  <a:pt x="93873" y="226591"/>
                  <a:pt x="89408" y="223354"/>
                  <a:pt x="90134" y="219056"/>
                </a:cubicBezTo>
                <a:lnTo>
                  <a:pt x="94934" y="191207"/>
                </a:lnTo>
                <a:cubicBezTo>
                  <a:pt x="95213" y="189533"/>
                  <a:pt x="94655" y="187802"/>
                  <a:pt x="93427" y="186575"/>
                </a:cubicBezTo>
                <a:lnTo>
                  <a:pt x="73168" y="166818"/>
                </a:lnTo>
                <a:cubicBezTo>
                  <a:pt x="70042" y="163804"/>
                  <a:pt x="71772" y="158558"/>
                  <a:pt x="76070" y="157888"/>
                </a:cubicBezTo>
                <a:lnTo>
                  <a:pt x="104031" y="153814"/>
                </a:lnTo>
                <a:cubicBezTo>
                  <a:pt x="105705" y="153591"/>
                  <a:pt x="107212" y="152474"/>
                  <a:pt x="107938" y="150968"/>
                </a:cubicBezTo>
                <a:lnTo>
                  <a:pt x="120439" y="125630"/>
                </a:lnTo>
                <a:cubicBezTo>
                  <a:pt x="122337" y="121723"/>
                  <a:pt x="127862" y="121723"/>
                  <a:pt x="129815" y="125630"/>
                </a:cubicBezTo>
                <a:lnTo>
                  <a:pt x="142317" y="150968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785441" y="2222500"/>
            <a:ext cx="2746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America's Greatest Workplaces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75062" y="2571750"/>
            <a:ext cx="96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for Entry Level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23716" y="2869406"/>
            <a:ext cx="1071563" cy="341313"/>
          </a:xfrm>
          <a:custGeom>
            <a:avLst/>
            <a:gdLst/>
            <a:ahLst/>
            <a:cxnLst/>
            <a:rect l="l" t="t" r="r" b="b"/>
            <a:pathLst>
              <a:path w="1071563" h="341313">
                <a:moveTo>
                  <a:pt x="0" y="0"/>
                </a:moveTo>
                <a:lnTo>
                  <a:pt x="1071563" y="0"/>
                </a:lnTo>
                <a:lnTo>
                  <a:pt x="1071563" y="341313"/>
                </a:lnTo>
                <a:lnTo>
                  <a:pt x="0" y="34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0872" y="2944813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By Newsweek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7125" y="1031875"/>
            <a:ext cx="5651500" cy="2460625"/>
          </a:xfrm>
          <a:custGeom>
            <a:avLst/>
            <a:gdLst/>
            <a:ahLst/>
            <a:cxn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ffe66d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63781" y="1313656"/>
            <a:ext cx="738188" cy="738188"/>
          </a:xfrm>
          <a:custGeom>
            <a:avLst/>
            <a:gdLst/>
            <a:ahLst/>
            <a:cxnLst/>
            <a:rect l="l" t="t" r="r" b="b"/>
            <a:pathLst>
              <a:path w="738188" h="738188">
                <a:moveTo>
                  <a:pt x="0" y="0"/>
                </a:moveTo>
                <a:lnTo>
                  <a:pt x="738188" y="0"/>
                </a:lnTo>
                <a:lnTo>
                  <a:pt x="738188" y="738188"/>
                </a:lnTo>
                <a:lnTo>
                  <a:pt x="0" y="7381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07859" y="15398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7238" y="-14455"/>
                </a:moveTo>
                <a:cubicBezTo>
                  <a:pt x="129760" y="-19031"/>
                  <a:pt x="120328" y="-19031"/>
                  <a:pt x="112849" y="-14455"/>
                </a:cubicBezTo>
                <a:cubicBezTo>
                  <a:pt x="99231" y="-6139"/>
                  <a:pt x="90804" y="-3907"/>
                  <a:pt x="74842" y="-4242"/>
                </a:cubicBezTo>
                <a:cubicBezTo>
                  <a:pt x="66080" y="-4465"/>
                  <a:pt x="57931" y="279"/>
                  <a:pt x="53690" y="7981"/>
                </a:cubicBezTo>
                <a:cubicBezTo>
                  <a:pt x="46044" y="21989"/>
                  <a:pt x="39849" y="28184"/>
                  <a:pt x="25840" y="35830"/>
                </a:cubicBezTo>
                <a:cubicBezTo>
                  <a:pt x="18138" y="40016"/>
                  <a:pt x="13450" y="48220"/>
                  <a:pt x="13618" y="56983"/>
                </a:cubicBezTo>
                <a:cubicBezTo>
                  <a:pt x="14008" y="72944"/>
                  <a:pt x="11720" y="81372"/>
                  <a:pt x="3404" y="94990"/>
                </a:cubicBezTo>
                <a:cubicBezTo>
                  <a:pt x="-1172" y="102468"/>
                  <a:pt x="-1172" y="111900"/>
                  <a:pt x="3404" y="119379"/>
                </a:cubicBezTo>
                <a:cubicBezTo>
                  <a:pt x="11720" y="132997"/>
                  <a:pt x="13953" y="141424"/>
                  <a:pt x="13618" y="157386"/>
                </a:cubicBezTo>
                <a:cubicBezTo>
                  <a:pt x="13395" y="166148"/>
                  <a:pt x="18138" y="174296"/>
                  <a:pt x="25840" y="178538"/>
                </a:cubicBezTo>
                <a:cubicBezTo>
                  <a:pt x="38174" y="185291"/>
                  <a:pt x="44425" y="190872"/>
                  <a:pt x="51011" y="201699"/>
                </a:cubicBezTo>
                <a:lnTo>
                  <a:pt x="23831" y="255891"/>
                </a:lnTo>
                <a:cubicBezTo>
                  <a:pt x="20538" y="262533"/>
                  <a:pt x="23217" y="270570"/>
                  <a:pt x="29803" y="273862"/>
                </a:cubicBezTo>
                <a:lnTo>
                  <a:pt x="77800" y="297861"/>
                </a:lnTo>
                <a:cubicBezTo>
                  <a:pt x="84218" y="301042"/>
                  <a:pt x="92032" y="298642"/>
                  <a:pt x="95492" y="292391"/>
                </a:cubicBezTo>
                <a:lnTo>
                  <a:pt x="124960" y="239316"/>
                </a:lnTo>
                <a:lnTo>
                  <a:pt x="154428" y="292391"/>
                </a:lnTo>
                <a:cubicBezTo>
                  <a:pt x="157888" y="298642"/>
                  <a:pt x="165702" y="301098"/>
                  <a:pt x="172120" y="297861"/>
                </a:cubicBezTo>
                <a:lnTo>
                  <a:pt x="220117" y="273862"/>
                </a:lnTo>
                <a:cubicBezTo>
                  <a:pt x="226758" y="270570"/>
                  <a:pt x="229437" y="262533"/>
                  <a:pt x="226089" y="255891"/>
                </a:cubicBezTo>
                <a:lnTo>
                  <a:pt x="198965" y="201644"/>
                </a:lnTo>
                <a:cubicBezTo>
                  <a:pt x="205494" y="190816"/>
                  <a:pt x="211801" y="185235"/>
                  <a:pt x="224135" y="178482"/>
                </a:cubicBezTo>
                <a:cubicBezTo>
                  <a:pt x="231837" y="174296"/>
                  <a:pt x="236525" y="166092"/>
                  <a:pt x="236358" y="157330"/>
                </a:cubicBezTo>
                <a:cubicBezTo>
                  <a:pt x="235967" y="141368"/>
                  <a:pt x="238255" y="132941"/>
                  <a:pt x="246571" y="119323"/>
                </a:cubicBezTo>
                <a:cubicBezTo>
                  <a:pt x="251147" y="111844"/>
                  <a:pt x="251147" y="102412"/>
                  <a:pt x="246571" y="94934"/>
                </a:cubicBezTo>
                <a:cubicBezTo>
                  <a:pt x="238255" y="81316"/>
                  <a:pt x="236023" y="72889"/>
                  <a:pt x="236358" y="56927"/>
                </a:cubicBezTo>
                <a:cubicBezTo>
                  <a:pt x="236581" y="48165"/>
                  <a:pt x="231837" y="40016"/>
                  <a:pt x="224135" y="35775"/>
                </a:cubicBezTo>
                <a:cubicBezTo>
                  <a:pt x="210127" y="28129"/>
                  <a:pt x="203932" y="21934"/>
                  <a:pt x="196286" y="7925"/>
                </a:cubicBezTo>
                <a:cubicBezTo>
                  <a:pt x="192100" y="223"/>
                  <a:pt x="183896" y="-4465"/>
                  <a:pt x="175133" y="-4297"/>
                </a:cubicBezTo>
                <a:cubicBezTo>
                  <a:pt x="159172" y="-3907"/>
                  <a:pt x="150744" y="-6195"/>
                  <a:pt x="137127" y="-14511"/>
                </a:cubicBezTo>
                <a:close/>
                <a:moveTo>
                  <a:pt x="125016" y="53578"/>
                </a:moveTo>
                <a:cubicBezTo>
                  <a:pt x="154586" y="53578"/>
                  <a:pt x="178594" y="77586"/>
                  <a:pt x="178594" y="107156"/>
                </a:cubicBezTo>
                <a:cubicBezTo>
                  <a:pt x="178594" y="136727"/>
                  <a:pt x="154586" y="160734"/>
                  <a:pt x="125016" y="160734"/>
                </a:cubicBezTo>
                <a:cubicBezTo>
                  <a:pt x="95445" y="160734"/>
                  <a:pt x="71438" y="136727"/>
                  <a:pt x="71438" y="107156"/>
                </a:cubicBezTo>
                <a:cubicBezTo>
                  <a:pt x="71438" y="77586"/>
                  <a:pt x="95445" y="53578"/>
                  <a:pt x="125016" y="5357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7626945" y="2222500"/>
            <a:ext cx="2809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World's Most Ethical Companies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83600" y="2571750"/>
            <a:ext cx="189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Corporate ethics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2055" y="2869406"/>
            <a:ext cx="1063625" cy="341313"/>
          </a:xfrm>
          <a:custGeom>
            <a:avLst/>
            <a:gdLst/>
            <a:ahLst/>
            <a:cxnLst/>
            <a:rect l="l" t="t" r="r" b="b"/>
            <a:pathLst>
              <a:path w="1063625" h="341313">
                <a:moveTo>
                  <a:pt x="0" y="0"/>
                </a:moveTo>
                <a:lnTo>
                  <a:pt x="1063625" y="0"/>
                </a:lnTo>
                <a:lnTo>
                  <a:pt x="1063625" y="341313"/>
                </a:lnTo>
                <a:lnTo>
                  <a:pt x="0" y="34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09211" y="2944813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By Ethisphere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375" y="3714750"/>
            <a:ext cx="5651500" cy="2460625"/>
          </a:xfrm>
          <a:custGeom>
            <a:avLst/>
            <a:gdLst/>
            <a:ahLst/>
            <a:cxn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ff6b6b">
                <a:alpha val="1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90031" y="3996531"/>
            <a:ext cx="738188" cy="738188"/>
          </a:xfrm>
          <a:custGeom>
            <a:avLst/>
            <a:gdLst/>
            <a:ahLst/>
            <a:cxnLst/>
            <a:rect l="l" t="t" r="r" b="b"/>
            <a:pathLst>
              <a:path w="738188" h="738188">
                <a:moveTo>
                  <a:pt x="0" y="0"/>
                </a:moveTo>
                <a:lnTo>
                  <a:pt x="738188" y="0"/>
                </a:lnTo>
                <a:lnTo>
                  <a:pt x="738188" y="738188"/>
                </a:lnTo>
                <a:lnTo>
                  <a:pt x="0" y="7381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8391" y="42227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2424286" y="4905375"/>
            <a:ext cx="1468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Named a Leader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33042" y="5254625"/>
            <a:ext cx="184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Industry leadership position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536775" y="5552281"/>
            <a:ext cx="1246188" cy="341313"/>
          </a:xfrm>
          <a:custGeom>
            <a:avLst/>
            <a:gdLst/>
            <a:ahLst/>
            <a:cxnLst/>
            <a:rect l="l" t="t" r="r" b="b"/>
            <a:pathLst>
              <a:path w="1246188" h="341313">
                <a:moveTo>
                  <a:pt x="0" y="0"/>
                </a:moveTo>
                <a:lnTo>
                  <a:pt x="1246188" y="0"/>
                </a:lnTo>
                <a:lnTo>
                  <a:pt x="1246188" y="341313"/>
                </a:lnTo>
                <a:lnTo>
                  <a:pt x="0" y="34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3932" y="5627688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By Everest Group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7125" y="3714750"/>
            <a:ext cx="5651500" cy="2460625"/>
          </a:xfrm>
          <a:custGeom>
            <a:avLst/>
            <a:gdLst/>
            <a:ahLst/>
            <a:cxn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4ecdc4">
                <a:alpha val="1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63781" y="3996531"/>
            <a:ext cx="738188" cy="738188"/>
          </a:xfrm>
          <a:custGeom>
            <a:avLst/>
            <a:gdLst/>
            <a:ahLst/>
            <a:cxnLst/>
            <a:rect l="l" t="t" r="r" b="b"/>
            <a:pathLst>
              <a:path w="738188" h="738188">
                <a:moveTo>
                  <a:pt x="0" y="0"/>
                </a:moveTo>
                <a:lnTo>
                  <a:pt x="738188" y="0"/>
                </a:lnTo>
                <a:lnTo>
                  <a:pt x="738188" y="738188"/>
                </a:lnTo>
                <a:lnTo>
                  <a:pt x="0" y="73818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90000" y="42227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4503" y="48611"/>
                </a:moveTo>
                <a:lnTo>
                  <a:pt x="142875" y="60164"/>
                </a:lnTo>
                <a:lnTo>
                  <a:pt x="151247" y="48611"/>
                </a:lnTo>
                <a:cubicBezTo>
                  <a:pt x="165199" y="29301"/>
                  <a:pt x="187635" y="17859"/>
                  <a:pt x="211466" y="17859"/>
                </a:cubicBezTo>
                <a:cubicBezTo>
                  <a:pt x="252487" y="17859"/>
                  <a:pt x="285750" y="51122"/>
                  <a:pt x="285750" y="92143"/>
                </a:cubicBezTo>
                <a:lnTo>
                  <a:pt x="285750" y="93594"/>
                </a:lnTo>
                <a:cubicBezTo>
                  <a:pt x="285750" y="156214"/>
                  <a:pt x="207671" y="228935"/>
                  <a:pt x="166929" y="260021"/>
                </a:cubicBezTo>
                <a:cubicBezTo>
                  <a:pt x="160009" y="265268"/>
                  <a:pt x="151526" y="267891"/>
                  <a:pt x="142875" y="267891"/>
                </a:cubicBezTo>
                <a:cubicBezTo>
                  <a:pt x="134224" y="267891"/>
                  <a:pt x="125685" y="265323"/>
                  <a:pt x="118821" y="260021"/>
                </a:cubicBezTo>
                <a:cubicBezTo>
                  <a:pt x="78079" y="228935"/>
                  <a:pt x="0" y="156214"/>
                  <a:pt x="0" y="93594"/>
                </a:cubicBezTo>
                <a:lnTo>
                  <a:pt x="0" y="92143"/>
                </a:lnTo>
                <a:cubicBezTo>
                  <a:pt x="0" y="51122"/>
                  <a:pt x="33263" y="17859"/>
                  <a:pt x="74284" y="17859"/>
                </a:cubicBezTo>
                <a:cubicBezTo>
                  <a:pt x="98115" y="17859"/>
                  <a:pt x="120551" y="29301"/>
                  <a:pt x="134503" y="486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895828" y="4905375"/>
            <a:ext cx="2278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Strong Workplace Culture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5615" y="5254625"/>
            <a:ext cx="139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&amp; Ethics Recognition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94439" y="5552281"/>
            <a:ext cx="1476375" cy="341313"/>
          </a:xfrm>
          <a:custGeom>
            <a:avLst/>
            <a:gdLst/>
            <a:ahLst/>
            <a:cxnLst/>
            <a:rect l="l" t="t" r="r" b="b"/>
            <a:pathLst>
              <a:path w="1476375" h="341313">
                <a:moveTo>
                  <a:pt x="0" y="0"/>
                </a:moveTo>
                <a:lnTo>
                  <a:pt x="1476375" y="0"/>
                </a:lnTo>
                <a:lnTo>
                  <a:pt x="1476375" y="341313"/>
                </a:lnTo>
                <a:lnTo>
                  <a:pt x="0" y="34131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01596" y="5627688"/>
            <a:ext cx="126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Employee Excellence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9406" y="6361906"/>
            <a:ext cx="11533188" cy="500063"/>
          </a:xfrm>
          <a:custGeom>
            <a:avLst/>
            <a:gdLst/>
            <a:ahLst/>
            <a:cxnLst/>
            <a:rect l="l" t="t" r="r" b="b"/>
            <a:pathLst>
              <a:path w="11533188" h="500063">
                <a:moveTo>
                  <a:pt x="0" y="0"/>
                </a:moveTo>
                <a:lnTo>
                  <a:pt x="11533188" y="0"/>
                </a:lnTo>
                <a:lnTo>
                  <a:pt x="11533188" y="500063"/>
                </a:lnTo>
                <a:lnTo>
                  <a:pt x="0" y="50006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4600" y="6524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66750" y="6500813"/>
            <a:ext cx="1109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Multiple Industry Recognitions • Excellence in Workplace Culture &amp; Ethics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0616161" y="329161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00050" y="60769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00050" y="400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7447" y="54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57200"/>
            <a:ext cx="5400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Company Vision &amp; Values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238250"/>
            <a:ext cx="5562600" cy="2085975"/>
          </a:xfrm>
          <a:custGeom>
            <a:avLst/>
            <a:gdLst/>
            <a:ahLst/>
            <a:cxnLst/>
            <a:rect l="l" t="t" r="r" b="b"/>
            <a:pathLst>
              <a:path w="5562600" h="2085975">
                <a:moveTo>
                  <a:pt x="0" y="0"/>
                </a:moveTo>
                <a:lnTo>
                  <a:pt x="5562600" y="0"/>
                </a:lnTo>
                <a:lnTo>
                  <a:pt x="5562600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8188" y="1585913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925" y="17335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1704975"/>
            <a:ext cx="232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Innovation Focus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2371725"/>
            <a:ext cx="5010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Driving digital transformation through cutting-edge technology and creative solutions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552825"/>
            <a:ext cx="5562600" cy="2085975"/>
          </a:xfrm>
          <a:custGeom>
            <a:avLst/>
            <a:gdLst/>
            <a:ahLst/>
            <a:cxnLst/>
            <a:rect l="l" t="t" r="r" b="b"/>
            <a:pathLst>
              <a:path w="5562600" h="2085975">
                <a:moveTo>
                  <a:pt x="0" y="0"/>
                </a:moveTo>
                <a:lnTo>
                  <a:pt x="5562600" y="0"/>
                </a:lnTo>
                <a:lnTo>
                  <a:pt x="5562600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e66d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8188" y="3900488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488" y="40481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1485900" y="401955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Diversity &amp; Inclusion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4686300"/>
            <a:ext cx="5010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Promoting an inclusive workplace that values diverse perspectives and backgrounds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29350" y="1238250"/>
            <a:ext cx="5562600" cy="2085975"/>
          </a:xfrm>
          <a:custGeom>
            <a:avLst/>
            <a:gdLst/>
            <a:ahLst/>
            <a:cxnLst/>
            <a:rect l="l" t="t" r="r" b="b"/>
            <a:pathLst>
              <a:path w="5562600" h="2085975">
                <a:moveTo>
                  <a:pt x="0" y="0"/>
                </a:moveTo>
                <a:lnTo>
                  <a:pt x="5562600" y="0"/>
                </a:lnTo>
                <a:lnTo>
                  <a:pt x="5562600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7488" y="1585913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7506" y="1733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704975"/>
            <a:ext cx="2390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Employee Growth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53200" y="2371725"/>
            <a:ext cx="5010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Encouraging continuous learning and career development for impactful contributions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552825"/>
            <a:ext cx="5562600" cy="2085975"/>
          </a:xfrm>
          <a:custGeom>
            <a:avLst/>
            <a:gdLst/>
            <a:ahLst/>
            <a:cxnLst/>
            <a:rect l="l" t="t" r="r" b="b"/>
            <a:pathLst>
              <a:path w="5562600" h="2085975">
                <a:moveTo>
                  <a:pt x="0" y="0"/>
                </a:moveTo>
                <a:lnTo>
                  <a:pt x="5562600" y="0"/>
                </a:lnTo>
                <a:lnTo>
                  <a:pt x="5562600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67488" y="3900488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17506" y="4048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4019550"/>
            <a:ext cx="2781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Human + Technology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53200" y="4686300"/>
            <a:ext cx="5010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Combining human insight with advanced technology for optimal solutions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5288" y="58626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6366" y="6057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09625" y="6029325"/>
            <a:ext cx="1086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Values-Driven Organization • People-First Culture • Innovation Excellence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241480" y="51575"/>
            <a:ext cx="721645" cy="721645"/>
          </a:xfrm>
          <a:custGeom>
            <a:avLst/>
            <a:gdLst/>
            <a:ahLst/>
            <a:cxnLst/>
            <a:rect l="l" t="t" r="r" b="b"/>
            <a:pathLst>
              <a:path w="721645" h="721645">
                <a:moveTo>
                  <a:pt x="0" y="0"/>
                </a:moveTo>
                <a:lnTo>
                  <a:pt x="721645" y="0"/>
                </a:lnTo>
                <a:lnTo>
                  <a:pt x="721645" y="721645"/>
                </a:lnTo>
                <a:lnTo>
                  <a:pt x="0" y="72164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4ecdc4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219174" y="778617"/>
            <a:ext cx="569720" cy="569720"/>
          </a:xfrm>
          <a:custGeom>
            <a:avLst/>
            <a:gdLst/>
            <a:ahLst/>
            <a:cxnLst/>
            <a:rect l="l" t="t" r="r" b="b"/>
            <a:pathLst>
              <a:path w="569720" h="569720">
                <a:moveTo>
                  <a:pt x="284860" y="0"/>
                </a:moveTo>
                <a:lnTo>
                  <a:pt x="284860" y="0"/>
                </a:lnTo>
                <a:cubicBezTo>
                  <a:pt x="442184" y="0"/>
                  <a:pt x="569720" y="127536"/>
                  <a:pt x="569720" y="284860"/>
                </a:cubicBezTo>
                <a:lnTo>
                  <a:pt x="569720" y="284860"/>
                </a:lnTo>
                <a:cubicBezTo>
                  <a:pt x="569720" y="442184"/>
                  <a:pt x="442184" y="569720"/>
                  <a:pt x="284860" y="569720"/>
                </a:cubicBezTo>
                <a:lnTo>
                  <a:pt x="284860" y="569720"/>
                </a:lnTo>
                <a:cubicBezTo>
                  <a:pt x="127536" y="569720"/>
                  <a:pt x="0" y="442184"/>
                  <a:pt x="0" y="284860"/>
                </a:cubicBezTo>
                <a:lnTo>
                  <a:pt x="0" y="284860"/>
                </a:lnTo>
                <a:cubicBezTo>
                  <a:pt x="0" y="127536"/>
                  <a:pt x="127536" y="0"/>
                  <a:pt x="284860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ffe66d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8617" y="5583252"/>
            <a:ext cx="873570" cy="873570"/>
          </a:xfrm>
          <a:custGeom>
            <a:avLst/>
            <a:gdLst/>
            <a:ahLst/>
            <a:cxnLst/>
            <a:rect l="l" t="t" r="r" b="b"/>
            <a:pathLst>
              <a:path w="873570" h="873570">
                <a:moveTo>
                  <a:pt x="0" y="0"/>
                </a:moveTo>
                <a:lnTo>
                  <a:pt x="873570" y="0"/>
                </a:lnTo>
                <a:lnTo>
                  <a:pt x="873570" y="873570"/>
                </a:lnTo>
                <a:lnTo>
                  <a:pt x="0" y="87357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ff6b6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720000">
            <a:off x="10865856" y="5533782"/>
            <a:ext cx="493757" cy="493757"/>
          </a:xfrm>
          <a:custGeom>
            <a:avLst/>
            <a:gdLst/>
            <a:ahLst/>
            <a:cxnLst/>
            <a:rect l="l" t="t" r="r" b="b"/>
            <a:pathLst>
              <a:path w="493757" h="493757">
                <a:moveTo>
                  <a:pt x="0" y="0"/>
                </a:moveTo>
                <a:lnTo>
                  <a:pt x="493757" y="0"/>
                </a:lnTo>
                <a:lnTo>
                  <a:pt x="493757" y="493757"/>
                </a:lnTo>
                <a:lnTo>
                  <a:pt x="0" y="49375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4ecdc4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8897" y="3446804"/>
            <a:ext cx="417794" cy="417794"/>
          </a:xfrm>
          <a:custGeom>
            <a:avLst/>
            <a:gdLst/>
            <a:ahLst/>
            <a:cxnLst/>
            <a:rect l="l" t="t" r="r" b="b"/>
            <a:pathLst>
              <a:path w="417794" h="417794">
                <a:moveTo>
                  <a:pt x="0" y="0"/>
                </a:moveTo>
                <a:lnTo>
                  <a:pt x="417794" y="0"/>
                </a:lnTo>
                <a:lnTo>
                  <a:pt x="417794" y="417794"/>
                </a:lnTo>
                <a:lnTo>
                  <a:pt x="0" y="41779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ffe66d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636968" y="2304100"/>
            <a:ext cx="341832" cy="341832"/>
          </a:xfrm>
          <a:custGeom>
            <a:avLst/>
            <a:gdLst/>
            <a:ahLst/>
            <a:cxnLst/>
            <a:rect l="l" t="t" r="r" b="b"/>
            <a:pathLst>
              <a:path w="341832" h="341832">
                <a:moveTo>
                  <a:pt x="170916" y="0"/>
                </a:moveTo>
                <a:lnTo>
                  <a:pt x="170916" y="0"/>
                </a:lnTo>
                <a:cubicBezTo>
                  <a:pt x="265247" y="0"/>
                  <a:pt x="341832" y="76585"/>
                  <a:pt x="341832" y="170916"/>
                </a:cubicBezTo>
                <a:lnTo>
                  <a:pt x="341832" y="170916"/>
                </a:lnTo>
                <a:cubicBezTo>
                  <a:pt x="341832" y="265247"/>
                  <a:pt x="265247" y="341832"/>
                  <a:pt x="170916" y="341832"/>
                </a:cubicBezTo>
                <a:lnTo>
                  <a:pt x="170916" y="341832"/>
                </a:lnTo>
                <a:cubicBezTo>
                  <a:pt x="76585" y="341832"/>
                  <a:pt x="0" y="265247"/>
                  <a:pt x="0" y="170916"/>
                </a:cubicBezTo>
                <a:lnTo>
                  <a:pt x="0" y="170916"/>
                </a:lnTo>
                <a:cubicBezTo>
                  <a:pt x="0" y="76585"/>
                  <a:pt x="76585" y="0"/>
                  <a:pt x="170916" y="0"/>
                </a:cubicBez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ff6b6b">
                <a:alpha val="100000"/>
              </a:srgbClr>
            </a:outerShdw>
          </a:effectLst>
        </p:spPr>
      </p:sp>
      <p:pic>
        <p:nvPicPr>
          <p:cNvPr id="8" name="Image 0" descr="https://upload.wikimedia.org/wikipedia/commons/5/5a/Logo_Cognizant.png">    </p:cNvPr>
          <p:cNvPicPr>
            <a:picLocks noChangeAspect="1"/>
          </p:cNvPicPr>
          <p:nvPr/>
        </p:nvPicPr>
        <p:blipFill>
          <a:blip r:embed="rId1"/>
          <a:srcRect l="0" r="0" t="41667" b="41667"/>
          <a:stretch/>
        </p:blipFill>
        <p:spPr>
          <a:xfrm>
            <a:off x="5410111" y="-9495"/>
            <a:ext cx="1367327" cy="227888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4510874" y="446280"/>
            <a:ext cx="3161944" cy="56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51158" y="1338841"/>
            <a:ext cx="9685234" cy="949533"/>
          </a:xfrm>
          <a:custGeom>
            <a:avLst/>
            <a:gdLst/>
            <a:ahLst/>
            <a:cxnLst/>
            <a:rect l="l" t="t" r="r" b="b"/>
            <a:pathLst>
              <a:path w="9685234" h="949533">
                <a:moveTo>
                  <a:pt x="0" y="0"/>
                </a:moveTo>
                <a:lnTo>
                  <a:pt x="9685234" y="0"/>
                </a:lnTo>
                <a:lnTo>
                  <a:pt x="9685234" y="949533"/>
                </a:lnTo>
                <a:lnTo>
                  <a:pt x="0" y="9495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4ecdc4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474298" y="1561981"/>
            <a:ext cx="503252" cy="503252"/>
          </a:xfrm>
          <a:custGeom>
            <a:avLst/>
            <a:gdLst/>
            <a:ahLst/>
            <a:cxnLst/>
            <a:rect l="l" t="t" r="r" b="b"/>
            <a:pathLst>
              <a:path w="503252" h="503252">
                <a:moveTo>
                  <a:pt x="0" y="0"/>
                </a:moveTo>
                <a:lnTo>
                  <a:pt x="503252" y="0"/>
                </a:lnTo>
                <a:lnTo>
                  <a:pt x="503252" y="503252"/>
                </a:lnTo>
                <a:lnTo>
                  <a:pt x="0" y="50325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26223" y="1699664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193527" y="31201"/>
                </a:moveTo>
                <a:cubicBezTo>
                  <a:pt x="199891" y="35830"/>
                  <a:pt x="201316" y="44732"/>
                  <a:pt x="196687" y="51097"/>
                </a:cubicBezTo>
                <a:lnTo>
                  <a:pt x="82743" y="207770"/>
                </a:lnTo>
                <a:cubicBezTo>
                  <a:pt x="80295" y="211152"/>
                  <a:pt x="76512" y="213244"/>
                  <a:pt x="72328" y="213600"/>
                </a:cubicBezTo>
                <a:cubicBezTo>
                  <a:pt x="68144" y="213956"/>
                  <a:pt x="64093" y="212399"/>
                  <a:pt x="61156" y="209461"/>
                </a:cubicBezTo>
                <a:lnTo>
                  <a:pt x="4184" y="152489"/>
                </a:lnTo>
                <a:cubicBezTo>
                  <a:pt x="-1380" y="146925"/>
                  <a:pt x="-1380" y="137890"/>
                  <a:pt x="4184" y="132326"/>
                </a:cubicBezTo>
                <a:cubicBezTo>
                  <a:pt x="9748" y="126763"/>
                  <a:pt x="18783" y="126763"/>
                  <a:pt x="24347" y="132326"/>
                </a:cubicBezTo>
                <a:lnTo>
                  <a:pt x="69524" y="177503"/>
                </a:lnTo>
                <a:lnTo>
                  <a:pt x="173675" y="34317"/>
                </a:lnTo>
                <a:cubicBezTo>
                  <a:pt x="178304" y="27952"/>
                  <a:pt x="187206" y="26528"/>
                  <a:pt x="193571" y="311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2181700" y="1680673"/>
            <a:ext cx="744433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Leading global IT services company</a:t>
            </a:r>
            <a:pPr>
              <a:lnSpc>
                <a:spcPct val="120000"/>
              </a:lnSpc>
            </a:pPr>
            <a:r>
              <a:rPr lang="en-US" sz="149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strong presence across industries and regions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1158" y="2478280"/>
            <a:ext cx="9685234" cy="949533"/>
          </a:xfrm>
          <a:custGeom>
            <a:avLst/>
            <a:gdLst/>
            <a:ahLst/>
            <a:cxnLst/>
            <a:rect l="l" t="t" r="r" b="b"/>
            <a:pathLst>
              <a:path w="9685234" h="949533">
                <a:moveTo>
                  <a:pt x="0" y="0"/>
                </a:moveTo>
                <a:lnTo>
                  <a:pt x="9685234" y="0"/>
                </a:lnTo>
                <a:lnTo>
                  <a:pt x="9685234" y="949533"/>
                </a:lnTo>
                <a:lnTo>
                  <a:pt x="0" y="9495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ffe66d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474298" y="2701421"/>
            <a:ext cx="503252" cy="503252"/>
          </a:xfrm>
          <a:custGeom>
            <a:avLst/>
            <a:gdLst/>
            <a:ahLst/>
            <a:cxnLst/>
            <a:rect l="l" t="t" r="r" b="b"/>
            <a:pathLst>
              <a:path w="503252" h="503252">
                <a:moveTo>
                  <a:pt x="0" y="0"/>
                </a:moveTo>
                <a:lnTo>
                  <a:pt x="503252" y="0"/>
                </a:lnTo>
                <a:lnTo>
                  <a:pt x="503252" y="503252"/>
                </a:lnTo>
                <a:lnTo>
                  <a:pt x="0" y="50325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26223" y="2839103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193527" y="31201"/>
                </a:moveTo>
                <a:cubicBezTo>
                  <a:pt x="199891" y="35830"/>
                  <a:pt x="201316" y="44732"/>
                  <a:pt x="196687" y="51097"/>
                </a:cubicBezTo>
                <a:lnTo>
                  <a:pt x="82743" y="207770"/>
                </a:lnTo>
                <a:cubicBezTo>
                  <a:pt x="80295" y="211152"/>
                  <a:pt x="76512" y="213244"/>
                  <a:pt x="72328" y="213600"/>
                </a:cubicBezTo>
                <a:cubicBezTo>
                  <a:pt x="68144" y="213956"/>
                  <a:pt x="64093" y="212399"/>
                  <a:pt x="61156" y="209461"/>
                </a:cubicBezTo>
                <a:lnTo>
                  <a:pt x="4184" y="152489"/>
                </a:lnTo>
                <a:cubicBezTo>
                  <a:pt x="-1380" y="146925"/>
                  <a:pt x="-1380" y="137890"/>
                  <a:pt x="4184" y="132326"/>
                </a:cubicBezTo>
                <a:cubicBezTo>
                  <a:pt x="9748" y="126763"/>
                  <a:pt x="18783" y="126763"/>
                  <a:pt x="24347" y="132326"/>
                </a:cubicBezTo>
                <a:lnTo>
                  <a:pt x="69524" y="177503"/>
                </a:lnTo>
                <a:lnTo>
                  <a:pt x="173675" y="34317"/>
                </a:lnTo>
                <a:cubicBezTo>
                  <a:pt x="178304" y="27952"/>
                  <a:pt x="187206" y="26528"/>
                  <a:pt x="193571" y="311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2181700" y="2820112"/>
            <a:ext cx="626691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Focus on AI, cloud, and digital innovation</a:t>
            </a:r>
            <a:pPr>
              <a:lnSpc>
                <a:spcPct val="120000"/>
              </a:lnSpc>
            </a:pPr>
            <a:r>
              <a:rPr lang="en-US" sz="149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driving business transformation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51158" y="3617720"/>
            <a:ext cx="9685234" cy="949533"/>
          </a:xfrm>
          <a:custGeom>
            <a:avLst/>
            <a:gdLst/>
            <a:ahLst/>
            <a:cxnLst/>
            <a:rect l="l" t="t" r="r" b="b"/>
            <a:pathLst>
              <a:path w="9685234" h="949533">
                <a:moveTo>
                  <a:pt x="0" y="0"/>
                </a:moveTo>
                <a:lnTo>
                  <a:pt x="9685234" y="0"/>
                </a:lnTo>
                <a:lnTo>
                  <a:pt x="9685234" y="949533"/>
                </a:lnTo>
                <a:lnTo>
                  <a:pt x="0" y="9495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ff6b6b">
                <a:alpha val="10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474298" y="3840860"/>
            <a:ext cx="503252" cy="503252"/>
          </a:xfrm>
          <a:custGeom>
            <a:avLst/>
            <a:gdLst/>
            <a:ahLst/>
            <a:cxnLst/>
            <a:rect l="l" t="t" r="r" b="b"/>
            <a:pathLst>
              <a:path w="503252" h="503252">
                <a:moveTo>
                  <a:pt x="0" y="0"/>
                </a:moveTo>
                <a:lnTo>
                  <a:pt x="503252" y="0"/>
                </a:lnTo>
                <a:lnTo>
                  <a:pt x="503252" y="503252"/>
                </a:lnTo>
                <a:lnTo>
                  <a:pt x="0" y="50325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6223" y="3978542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193527" y="31201"/>
                </a:moveTo>
                <a:cubicBezTo>
                  <a:pt x="199891" y="35830"/>
                  <a:pt x="201316" y="44732"/>
                  <a:pt x="196687" y="51097"/>
                </a:cubicBezTo>
                <a:lnTo>
                  <a:pt x="82743" y="207770"/>
                </a:lnTo>
                <a:cubicBezTo>
                  <a:pt x="80295" y="211152"/>
                  <a:pt x="76512" y="213244"/>
                  <a:pt x="72328" y="213600"/>
                </a:cubicBezTo>
                <a:cubicBezTo>
                  <a:pt x="68144" y="213956"/>
                  <a:pt x="64093" y="212399"/>
                  <a:pt x="61156" y="209461"/>
                </a:cubicBezTo>
                <a:lnTo>
                  <a:pt x="4184" y="152489"/>
                </a:lnTo>
                <a:cubicBezTo>
                  <a:pt x="-1380" y="146925"/>
                  <a:pt x="-1380" y="137890"/>
                  <a:pt x="4184" y="132326"/>
                </a:cubicBezTo>
                <a:cubicBezTo>
                  <a:pt x="9748" y="126763"/>
                  <a:pt x="18783" y="126763"/>
                  <a:pt x="24347" y="132326"/>
                </a:cubicBezTo>
                <a:lnTo>
                  <a:pt x="69524" y="177503"/>
                </a:lnTo>
                <a:lnTo>
                  <a:pt x="173675" y="34317"/>
                </a:lnTo>
                <a:cubicBezTo>
                  <a:pt x="178304" y="27952"/>
                  <a:pt x="187206" y="26528"/>
                  <a:pt x="193571" y="31157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1" name="Text 18"/>
          <p:cNvSpPr/>
          <p:nvPr/>
        </p:nvSpPr>
        <p:spPr>
          <a:xfrm>
            <a:off x="2181700" y="3959551"/>
            <a:ext cx="6865121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Strong career opportunities for graduates</a:t>
            </a:r>
            <a:pPr>
              <a:lnSpc>
                <a:spcPct val="120000"/>
              </a:lnSpc>
            </a:pPr>
            <a:r>
              <a:rPr lang="en-US" sz="149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emphasis on learning and growth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51158" y="4757159"/>
            <a:ext cx="9685234" cy="949533"/>
          </a:xfrm>
          <a:custGeom>
            <a:avLst/>
            <a:gdLst/>
            <a:ahLst/>
            <a:cxnLst/>
            <a:rect l="l" t="t" r="r" b="b"/>
            <a:pathLst>
              <a:path w="9685234" h="949533">
                <a:moveTo>
                  <a:pt x="0" y="0"/>
                </a:moveTo>
                <a:lnTo>
                  <a:pt x="9685234" y="0"/>
                </a:lnTo>
                <a:lnTo>
                  <a:pt x="9685234" y="949533"/>
                </a:lnTo>
                <a:lnTo>
                  <a:pt x="0" y="9495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4ecdc4">
                <a:alpha val="10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474298" y="4980299"/>
            <a:ext cx="503252" cy="503252"/>
          </a:xfrm>
          <a:custGeom>
            <a:avLst/>
            <a:gdLst/>
            <a:ahLst/>
            <a:cxnLst/>
            <a:rect l="l" t="t" r="r" b="b"/>
            <a:pathLst>
              <a:path w="503252" h="503252">
                <a:moveTo>
                  <a:pt x="0" y="0"/>
                </a:moveTo>
                <a:lnTo>
                  <a:pt x="503252" y="0"/>
                </a:lnTo>
                <a:lnTo>
                  <a:pt x="503252" y="503252"/>
                </a:lnTo>
                <a:lnTo>
                  <a:pt x="0" y="50325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6223" y="5117981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193527" y="31201"/>
                </a:moveTo>
                <a:cubicBezTo>
                  <a:pt x="199891" y="35830"/>
                  <a:pt x="201316" y="44732"/>
                  <a:pt x="196687" y="51097"/>
                </a:cubicBezTo>
                <a:lnTo>
                  <a:pt x="82743" y="207770"/>
                </a:lnTo>
                <a:cubicBezTo>
                  <a:pt x="80295" y="211152"/>
                  <a:pt x="76512" y="213244"/>
                  <a:pt x="72328" y="213600"/>
                </a:cubicBezTo>
                <a:cubicBezTo>
                  <a:pt x="68144" y="213956"/>
                  <a:pt x="64093" y="212399"/>
                  <a:pt x="61156" y="209461"/>
                </a:cubicBezTo>
                <a:lnTo>
                  <a:pt x="4184" y="152489"/>
                </a:lnTo>
                <a:cubicBezTo>
                  <a:pt x="-1380" y="146925"/>
                  <a:pt x="-1380" y="137890"/>
                  <a:pt x="4184" y="132326"/>
                </a:cubicBezTo>
                <a:cubicBezTo>
                  <a:pt x="9748" y="126763"/>
                  <a:pt x="18783" y="126763"/>
                  <a:pt x="24347" y="132326"/>
                </a:cubicBezTo>
                <a:lnTo>
                  <a:pt x="69524" y="177503"/>
                </a:lnTo>
                <a:lnTo>
                  <a:pt x="173675" y="34317"/>
                </a:lnTo>
                <a:cubicBezTo>
                  <a:pt x="178304" y="27952"/>
                  <a:pt x="187206" y="26528"/>
                  <a:pt x="193571" y="311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2181700" y="5089495"/>
            <a:ext cx="4824071" cy="27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Continues to grow through technology and partnerships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98256" y="6048523"/>
            <a:ext cx="2592224" cy="797607"/>
          </a:xfrm>
          <a:custGeom>
            <a:avLst/>
            <a:gdLst/>
            <a:ahLst/>
            <a:cxnLst/>
            <a:rect l="l" t="t" r="r" b="b"/>
            <a:pathLst>
              <a:path w="2592224" h="797607">
                <a:moveTo>
                  <a:pt x="0" y="0"/>
                </a:moveTo>
                <a:lnTo>
                  <a:pt x="2592224" y="0"/>
                </a:lnTo>
                <a:lnTo>
                  <a:pt x="2592224" y="797607"/>
                </a:lnTo>
                <a:lnTo>
                  <a:pt x="0" y="79760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972" dir="2700000">
              <a:srgbClr val="ffe66d">
                <a:alpha val="10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273022" y="6257421"/>
            <a:ext cx="181360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Research on Cognizant</dc:title>
  <dc:subject>Market Research on Cognizant</dc:subject>
  <dc:creator>Kimi</dc:creator>
  <cp:lastModifiedBy>Kimi</cp:lastModifiedBy>
  <cp:revision>1</cp:revision>
  <dcterms:created xsi:type="dcterms:W3CDTF">2026-03-25T19:48:48Z</dcterms:created>
  <dcterms:modified xsi:type="dcterms:W3CDTF">2026-03-25T19:48:48Z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{"Label":"Market Research on Cognizant","ContentProducer":"001191110108MACG2KBH8F10000","ProduceID":"19d2689f-a802-8d1c-8000-000006aa3c61","ReservedCode1":"","ContentPropagator":"001191110108MACG2KBH8F20000","PropagateID":"19d2689f-a802-8d1c-8000-000006aa3c61","ReservedCode2":""}</vt:lpwstr>
  </property>
</Properties>
</file>