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League Spartan" charset="1" panose="00000800000000000000"/>
      <p:regular r:id="rId11"/>
    </p:embeddedFont>
    <p:embeddedFont>
      <p:font typeface="Open Sans" charset="1" panose="020B0606030504020204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svg" Type="http://schemas.openxmlformats.org/officeDocument/2006/relationships/image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21.png" Type="http://schemas.openxmlformats.org/officeDocument/2006/relationships/image"/><Relationship Id="rId8" Target="../media/image22.sv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34.svg" Type="http://schemas.openxmlformats.org/officeDocument/2006/relationships/image"/><Relationship Id="rId12" Target="../media/image35.png" Type="http://schemas.openxmlformats.org/officeDocument/2006/relationships/image"/><Relationship Id="rId13" Target="../media/image36.svg" Type="http://schemas.openxmlformats.org/officeDocument/2006/relationships/image"/><Relationship Id="rId14" Target="../media/image37.png" Type="http://schemas.openxmlformats.org/officeDocument/2006/relationships/image"/><Relationship Id="rId15" Target="../media/image38.svg" Type="http://schemas.openxmlformats.org/officeDocument/2006/relationships/image"/><Relationship Id="rId16" Target="../media/image39.png" Type="http://schemas.openxmlformats.org/officeDocument/2006/relationships/image"/><Relationship Id="rId17" Target="../media/image40.svg" Type="http://schemas.openxmlformats.org/officeDocument/2006/relationships/image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svg" Type="http://schemas.openxmlformats.org/officeDocument/2006/relationships/image"/><Relationship Id="rId11" Target="../media/image49.png" Type="http://schemas.openxmlformats.org/officeDocument/2006/relationships/image"/><Relationship Id="rId12" Target="../media/image50.svg" Type="http://schemas.openxmlformats.org/officeDocument/2006/relationships/image"/><Relationship Id="rId13" Target="../media/image51.png" Type="http://schemas.openxmlformats.org/officeDocument/2006/relationships/image"/><Relationship Id="rId14" Target="../media/image52.svg" Type="http://schemas.openxmlformats.org/officeDocument/2006/relationships/image"/><Relationship Id="rId2" Target="../media/image16.png" Type="http://schemas.openxmlformats.org/officeDocument/2006/relationships/image"/><Relationship Id="rId3" Target="../media/image41.png" Type="http://schemas.openxmlformats.org/officeDocument/2006/relationships/image"/><Relationship Id="rId4" Target="../media/image42.svg" Type="http://schemas.openxmlformats.org/officeDocument/2006/relationships/image"/><Relationship Id="rId5" Target="../media/image43.png" Type="http://schemas.openxmlformats.org/officeDocument/2006/relationships/image"/><Relationship Id="rId6" Target="../media/image44.svg" Type="http://schemas.openxmlformats.org/officeDocument/2006/relationships/image"/><Relationship Id="rId7" Target="../media/image45.png" Type="http://schemas.openxmlformats.org/officeDocument/2006/relationships/image"/><Relationship Id="rId8" Target="../media/image46.svg" Type="http://schemas.openxmlformats.org/officeDocument/2006/relationships/image"/><Relationship Id="rId9" Target="../media/image4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30878" y="3116663"/>
            <a:ext cx="8588715" cy="858871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9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59300" y="3961843"/>
            <a:ext cx="946436" cy="94643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900">
                <a:alpha val="69804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638484" y="1468506"/>
            <a:ext cx="595510" cy="59551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900">
                <a:alpha val="69804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-649918">
            <a:off x="10234116" y="7964239"/>
            <a:ext cx="3132344" cy="618638"/>
          </a:xfrm>
          <a:custGeom>
            <a:avLst/>
            <a:gdLst/>
            <a:ahLst/>
            <a:cxnLst/>
            <a:rect r="r" b="b" t="t" l="l"/>
            <a:pathLst>
              <a:path h="618638" w="3132344">
                <a:moveTo>
                  <a:pt x="0" y="0"/>
                </a:moveTo>
                <a:lnTo>
                  <a:pt x="3132345" y="0"/>
                </a:lnTo>
                <a:lnTo>
                  <a:pt x="3132345" y="618638"/>
                </a:lnTo>
                <a:lnTo>
                  <a:pt x="0" y="6186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594918">
            <a:off x="9027591" y="1036460"/>
            <a:ext cx="4577204" cy="7950683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 rot="-681945">
            <a:off x="10772720" y="7263512"/>
            <a:ext cx="2160425" cy="483208"/>
            <a:chOff x="0" y="0"/>
            <a:chExt cx="560881" cy="12544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60881" cy="125449"/>
            </a:xfrm>
            <a:custGeom>
              <a:avLst/>
              <a:gdLst/>
              <a:ahLst/>
              <a:cxnLst/>
              <a:rect r="r" b="b" t="t" l="l"/>
              <a:pathLst>
                <a:path h="125449" w="560881">
                  <a:moveTo>
                    <a:pt x="62724" y="0"/>
                  </a:moveTo>
                  <a:lnTo>
                    <a:pt x="498157" y="0"/>
                  </a:lnTo>
                  <a:cubicBezTo>
                    <a:pt x="532799" y="0"/>
                    <a:pt x="560881" y="28083"/>
                    <a:pt x="560881" y="62724"/>
                  </a:cubicBezTo>
                  <a:lnTo>
                    <a:pt x="560881" y="62724"/>
                  </a:lnTo>
                  <a:cubicBezTo>
                    <a:pt x="560881" y="79360"/>
                    <a:pt x="554273" y="95314"/>
                    <a:pt x="542510" y="107077"/>
                  </a:cubicBezTo>
                  <a:cubicBezTo>
                    <a:pt x="530747" y="118840"/>
                    <a:pt x="514793" y="125449"/>
                    <a:pt x="498157" y="125449"/>
                  </a:cubicBezTo>
                  <a:lnTo>
                    <a:pt x="62724" y="125449"/>
                  </a:lnTo>
                  <a:cubicBezTo>
                    <a:pt x="46089" y="125449"/>
                    <a:pt x="30135" y="118840"/>
                    <a:pt x="18372" y="107077"/>
                  </a:cubicBezTo>
                  <a:cubicBezTo>
                    <a:pt x="6608" y="95314"/>
                    <a:pt x="0" y="79360"/>
                    <a:pt x="0" y="62724"/>
                  </a:cubicBezTo>
                  <a:lnTo>
                    <a:pt x="0" y="62724"/>
                  </a:lnTo>
                  <a:cubicBezTo>
                    <a:pt x="0" y="46089"/>
                    <a:pt x="6608" y="30135"/>
                    <a:pt x="18372" y="18372"/>
                  </a:cubicBezTo>
                  <a:cubicBezTo>
                    <a:pt x="30135" y="6608"/>
                    <a:pt x="46089" y="0"/>
                    <a:pt x="62724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FF990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60881" cy="1635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-653451">
            <a:off x="10946675" y="7376480"/>
            <a:ext cx="2462576" cy="202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599"/>
              </a:lnSpc>
            </a:pPr>
            <a:r>
              <a:rPr lang="en-US" sz="1599">
                <a:solidFill>
                  <a:srgbClr val="FF9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ONLINE SHOPPING</a:t>
            </a:r>
          </a:p>
        </p:txBody>
      </p:sp>
      <p:sp>
        <p:nvSpPr>
          <p:cNvPr name="TextBox 17" id="17"/>
          <p:cNvSpPr txBox="true"/>
          <p:nvPr/>
        </p:nvSpPr>
        <p:spPr>
          <a:xfrm rot="-604390">
            <a:off x="10303393" y="5656373"/>
            <a:ext cx="2459956" cy="405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"/>
              </a:lnSpc>
            </a:pPr>
            <a:r>
              <a:rPr lang="en-US" sz="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Exploring innovative business models: strategies for sustainable growth and competitive advantage in the modern marketplace.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665974">
            <a:off x="11587348" y="9268267"/>
            <a:ext cx="4546936" cy="898020"/>
          </a:xfrm>
          <a:custGeom>
            <a:avLst/>
            <a:gdLst/>
            <a:ahLst/>
            <a:cxnLst/>
            <a:rect r="r" b="b" t="t" l="l"/>
            <a:pathLst>
              <a:path h="898020" w="4546936">
                <a:moveTo>
                  <a:pt x="0" y="0"/>
                </a:moveTo>
                <a:lnTo>
                  <a:pt x="4546935" y="0"/>
                </a:lnTo>
                <a:lnTo>
                  <a:pt x="4546935" y="898020"/>
                </a:lnTo>
                <a:lnTo>
                  <a:pt x="0" y="8980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624970">
            <a:off x="11736396" y="483265"/>
            <a:ext cx="5899733" cy="10247938"/>
          </a:xfrm>
          <a:prstGeom prst="rect">
            <a:avLst/>
          </a:prstGeom>
        </p:spPr>
      </p:pic>
      <p:grpSp>
        <p:nvGrpSpPr>
          <p:cNvPr name="Group 20" id="20"/>
          <p:cNvGrpSpPr/>
          <p:nvPr/>
        </p:nvGrpSpPr>
        <p:grpSpPr>
          <a:xfrm rot="688360">
            <a:off x="12394140" y="8545869"/>
            <a:ext cx="3335872" cy="624343"/>
            <a:chOff x="0" y="0"/>
            <a:chExt cx="866046" cy="16208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66046" cy="162089"/>
            </a:xfrm>
            <a:custGeom>
              <a:avLst/>
              <a:gdLst/>
              <a:ahLst/>
              <a:cxnLst/>
              <a:rect r="r" b="b" t="t" l="l"/>
              <a:pathLst>
                <a:path h="162089" w="866046">
                  <a:moveTo>
                    <a:pt x="81045" y="0"/>
                  </a:moveTo>
                  <a:lnTo>
                    <a:pt x="785002" y="0"/>
                  </a:lnTo>
                  <a:cubicBezTo>
                    <a:pt x="829761" y="0"/>
                    <a:pt x="866046" y="36285"/>
                    <a:pt x="866046" y="81045"/>
                  </a:cubicBezTo>
                  <a:lnTo>
                    <a:pt x="866046" y="81045"/>
                  </a:lnTo>
                  <a:cubicBezTo>
                    <a:pt x="866046" y="125804"/>
                    <a:pt x="829761" y="162089"/>
                    <a:pt x="785002" y="162089"/>
                  </a:cubicBezTo>
                  <a:lnTo>
                    <a:pt x="81045" y="162089"/>
                  </a:lnTo>
                  <a:cubicBezTo>
                    <a:pt x="36285" y="162089"/>
                    <a:pt x="0" y="125804"/>
                    <a:pt x="0" y="81045"/>
                  </a:cubicBezTo>
                  <a:lnTo>
                    <a:pt x="0" y="81045"/>
                  </a:lnTo>
                  <a:cubicBezTo>
                    <a:pt x="0" y="36285"/>
                    <a:pt x="36285" y="0"/>
                    <a:pt x="810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866046" cy="2001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3241644">
            <a:off x="13590028" y="4330410"/>
            <a:ext cx="2112185" cy="2356393"/>
          </a:xfrm>
          <a:custGeom>
            <a:avLst/>
            <a:gdLst/>
            <a:ahLst/>
            <a:cxnLst/>
            <a:rect r="r" b="b" t="t" l="l"/>
            <a:pathLst>
              <a:path h="2356393" w="2112185">
                <a:moveTo>
                  <a:pt x="0" y="0"/>
                </a:moveTo>
                <a:lnTo>
                  <a:pt x="2112186" y="0"/>
                </a:lnTo>
                <a:lnTo>
                  <a:pt x="2112186" y="2356393"/>
                </a:lnTo>
                <a:lnTo>
                  <a:pt x="0" y="23563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-672368">
            <a:off x="10030550" y="2997439"/>
            <a:ext cx="2380764" cy="2385100"/>
          </a:xfrm>
          <a:custGeom>
            <a:avLst/>
            <a:gdLst/>
            <a:ahLst/>
            <a:cxnLst/>
            <a:rect r="r" b="b" t="t" l="l"/>
            <a:pathLst>
              <a:path h="2385100" w="2380764">
                <a:moveTo>
                  <a:pt x="0" y="0"/>
                </a:moveTo>
                <a:lnTo>
                  <a:pt x="2380764" y="0"/>
                </a:lnTo>
                <a:lnTo>
                  <a:pt x="2380764" y="2385101"/>
                </a:lnTo>
                <a:lnTo>
                  <a:pt x="0" y="238510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2027822" y="4592314"/>
            <a:ext cx="5864831" cy="1962053"/>
          </a:xfrm>
          <a:custGeom>
            <a:avLst/>
            <a:gdLst/>
            <a:ahLst/>
            <a:cxnLst/>
            <a:rect r="r" b="b" t="t" l="l"/>
            <a:pathLst>
              <a:path h="1962053" w="5864831">
                <a:moveTo>
                  <a:pt x="0" y="0"/>
                </a:moveTo>
                <a:lnTo>
                  <a:pt x="5864831" y="0"/>
                </a:lnTo>
                <a:lnTo>
                  <a:pt x="5864831" y="1962052"/>
                </a:lnTo>
                <a:lnTo>
                  <a:pt x="0" y="196205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712081">
            <a:off x="12826870" y="8773095"/>
            <a:ext cx="2462576" cy="234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12"/>
              </a:lnSpc>
            </a:pPr>
            <a:r>
              <a:rPr lang="en-US" sz="1812">
                <a:solidFill>
                  <a:srgbClr val="232F3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ONLINE SHOPPING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469330"/>
            <a:ext cx="8115300" cy="967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288"/>
              </a:lnSpc>
              <a:spcBef>
                <a:spcPct val="0"/>
              </a:spcBef>
            </a:pPr>
            <a:r>
              <a:rPr lang="en-US" sz="7288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Introduction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771886"/>
            <a:ext cx="8885720" cy="7536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3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Amazon is a global technology company known for e-commerce, cloud computing, and artificial intelligence. It is one of the largest companies in the world and provides many opportunities for CSE graduates.</a:t>
            </a:r>
          </a:p>
          <a:p>
            <a:pPr algn="l">
              <a:lnSpc>
                <a:spcPts val="4619"/>
              </a:lnSpc>
            </a:pPr>
          </a:p>
          <a:p>
            <a:pPr algn="l" marL="712465" indent="-356233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Founded: 1994 by Jeff Bezos</a:t>
            </a:r>
          </a:p>
          <a:p>
            <a:pPr algn="l" marL="712465" indent="-356233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Headquarters: Seattle, USA</a:t>
            </a:r>
          </a:p>
          <a:p>
            <a:pPr algn="l" marL="712465" indent="-356233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Type: Product-based company</a:t>
            </a:r>
          </a:p>
          <a:p>
            <a:pPr algn="l" marL="712465" indent="-356233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One of the world’s largest tech + e-commerce companies</a:t>
            </a:r>
          </a:p>
          <a:p>
            <a:pPr algn="l" marL="712465" indent="-356233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Operates in 100+ countries</a:t>
            </a:r>
          </a:p>
          <a:p>
            <a:pPr algn="l" marL="0" indent="0" lvl="0">
              <a:lnSpc>
                <a:spcPts val="4619"/>
              </a:lnSpc>
              <a:spcBef>
                <a:spcPct val="0"/>
              </a:spcBef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6762330" y="549926"/>
            <a:ext cx="842740" cy="84274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900">
                <a:alpha val="69804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438295" y="3222958"/>
            <a:ext cx="7490885" cy="749088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9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5033768" y="7639075"/>
            <a:ext cx="3254232" cy="642711"/>
          </a:xfrm>
          <a:custGeom>
            <a:avLst/>
            <a:gdLst/>
            <a:ahLst/>
            <a:cxnLst/>
            <a:rect r="r" b="b" t="t" l="l"/>
            <a:pathLst>
              <a:path h="642711" w="3254232">
                <a:moveTo>
                  <a:pt x="0" y="0"/>
                </a:moveTo>
                <a:lnTo>
                  <a:pt x="3254232" y="0"/>
                </a:lnTo>
                <a:lnTo>
                  <a:pt x="3254232" y="642711"/>
                </a:lnTo>
                <a:lnTo>
                  <a:pt x="0" y="6427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372402" y="6751133"/>
            <a:ext cx="2933793" cy="579424"/>
          </a:xfrm>
          <a:custGeom>
            <a:avLst/>
            <a:gdLst/>
            <a:ahLst/>
            <a:cxnLst/>
            <a:rect r="r" b="b" t="t" l="l"/>
            <a:pathLst>
              <a:path h="579424" w="2933793">
                <a:moveTo>
                  <a:pt x="0" y="0"/>
                </a:moveTo>
                <a:lnTo>
                  <a:pt x="2933793" y="0"/>
                </a:lnTo>
                <a:lnTo>
                  <a:pt x="2933793" y="579424"/>
                </a:lnTo>
                <a:lnTo>
                  <a:pt x="0" y="5794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086429" y="1114924"/>
            <a:ext cx="7505738" cy="6543648"/>
          </a:xfrm>
          <a:prstGeom prst="rect">
            <a:avLst/>
          </a:prstGeom>
        </p:spPr>
      </p:pic>
      <p:sp>
        <p:nvSpPr>
          <p:cNvPr name="Freeform 13" id="13"/>
          <p:cNvSpPr/>
          <p:nvPr/>
        </p:nvSpPr>
        <p:spPr>
          <a:xfrm flipH="false" flipV="false" rot="0">
            <a:off x="11823207" y="2076394"/>
            <a:ext cx="3725016" cy="2932604"/>
          </a:xfrm>
          <a:custGeom>
            <a:avLst/>
            <a:gdLst/>
            <a:ahLst/>
            <a:cxnLst/>
            <a:rect r="r" b="b" t="t" l="l"/>
            <a:pathLst>
              <a:path h="2932604" w="3725016">
                <a:moveTo>
                  <a:pt x="0" y="0"/>
                </a:moveTo>
                <a:lnTo>
                  <a:pt x="3725017" y="0"/>
                </a:lnTo>
                <a:lnTo>
                  <a:pt x="3725017" y="2932604"/>
                </a:lnTo>
                <a:lnTo>
                  <a:pt x="0" y="29326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4370530" y="4421592"/>
            <a:ext cx="4612388" cy="3414576"/>
          </a:xfrm>
          <a:prstGeom prst="rect">
            <a:avLst/>
          </a:prstGeom>
        </p:spPr>
      </p:pic>
      <p:sp>
        <p:nvSpPr>
          <p:cNvPr name="Freeform 15" id="15"/>
          <p:cNvSpPr/>
          <p:nvPr/>
        </p:nvSpPr>
        <p:spPr>
          <a:xfrm flipH="false" flipV="false" rot="0">
            <a:off x="15687914" y="4745411"/>
            <a:ext cx="1841877" cy="1711271"/>
          </a:xfrm>
          <a:custGeom>
            <a:avLst/>
            <a:gdLst/>
            <a:ahLst/>
            <a:cxnLst/>
            <a:rect r="r" b="b" t="t" l="l"/>
            <a:pathLst>
              <a:path h="1711271" w="1841877">
                <a:moveTo>
                  <a:pt x="0" y="0"/>
                </a:moveTo>
                <a:lnTo>
                  <a:pt x="1841877" y="0"/>
                </a:lnTo>
                <a:lnTo>
                  <a:pt x="1841877" y="1711271"/>
                </a:lnTo>
                <a:lnTo>
                  <a:pt x="0" y="17112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24854">
            <a:off x="15734443" y="7337120"/>
            <a:ext cx="1816711" cy="290885"/>
            <a:chOff x="0" y="0"/>
            <a:chExt cx="479239" cy="767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79239" cy="76734"/>
            </a:xfrm>
            <a:custGeom>
              <a:avLst/>
              <a:gdLst/>
              <a:ahLst/>
              <a:cxnLst/>
              <a:rect r="r" b="b" t="t" l="l"/>
              <a:pathLst>
                <a:path h="76734" w="479239">
                  <a:moveTo>
                    <a:pt x="38367" y="0"/>
                  </a:moveTo>
                  <a:lnTo>
                    <a:pt x="440872" y="0"/>
                  </a:lnTo>
                  <a:cubicBezTo>
                    <a:pt x="451047" y="0"/>
                    <a:pt x="460806" y="4042"/>
                    <a:pt x="468001" y="11237"/>
                  </a:cubicBezTo>
                  <a:cubicBezTo>
                    <a:pt x="475197" y="18433"/>
                    <a:pt x="479239" y="28191"/>
                    <a:pt x="479239" y="38367"/>
                  </a:cubicBezTo>
                  <a:lnTo>
                    <a:pt x="479239" y="38367"/>
                  </a:lnTo>
                  <a:cubicBezTo>
                    <a:pt x="479239" y="59556"/>
                    <a:pt x="462061" y="76734"/>
                    <a:pt x="440872" y="76734"/>
                  </a:cubicBezTo>
                  <a:lnTo>
                    <a:pt x="38367" y="76734"/>
                  </a:lnTo>
                  <a:cubicBezTo>
                    <a:pt x="28191" y="76734"/>
                    <a:pt x="18433" y="72692"/>
                    <a:pt x="11237" y="65496"/>
                  </a:cubicBezTo>
                  <a:cubicBezTo>
                    <a:pt x="4042" y="58301"/>
                    <a:pt x="0" y="48542"/>
                    <a:pt x="0" y="38367"/>
                  </a:cubicBezTo>
                  <a:lnTo>
                    <a:pt x="0" y="38367"/>
                  </a:lnTo>
                  <a:cubicBezTo>
                    <a:pt x="0" y="28191"/>
                    <a:pt x="4042" y="18433"/>
                    <a:pt x="11237" y="11237"/>
                  </a:cubicBezTo>
                  <a:cubicBezTo>
                    <a:pt x="18433" y="4042"/>
                    <a:pt x="28191" y="0"/>
                    <a:pt x="38367" y="0"/>
                  </a:cubicBezTo>
                  <a:close/>
                </a:path>
              </a:pathLst>
            </a:custGeom>
            <a:solidFill>
              <a:srgbClr val="FF990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479239" cy="114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48574">
            <a:off x="15827079" y="7430519"/>
            <a:ext cx="2423568" cy="151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80"/>
              </a:lnSpc>
            </a:pPr>
            <a:r>
              <a:rPr lang="en-US" sz="118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ONLINE SHOPPING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687914" y="6741608"/>
            <a:ext cx="1945940" cy="294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6"/>
              </a:lnSpc>
            </a:pPr>
            <a:r>
              <a:rPr lang="en-US" sz="5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Exploring innovative business models: strategies for sustainable growth and competitive advantage in the modern marketplace.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616517" y="7960430"/>
            <a:ext cx="738436" cy="738436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>
                <a:alpha val="69804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1889955" y="1316066"/>
            <a:ext cx="14013490" cy="7654869"/>
          </a:xfrm>
          <a:custGeom>
            <a:avLst/>
            <a:gdLst/>
            <a:ahLst/>
            <a:cxnLst/>
            <a:rect r="r" b="b" t="t" l="l"/>
            <a:pathLst>
              <a:path h="7654869" w="14013490">
                <a:moveTo>
                  <a:pt x="0" y="0"/>
                </a:moveTo>
                <a:lnTo>
                  <a:pt x="14013490" y="0"/>
                </a:lnTo>
                <a:lnTo>
                  <a:pt x="14013490" y="7654868"/>
                </a:lnTo>
                <a:lnTo>
                  <a:pt x="0" y="76548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5400000">
            <a:off x="5951457" y="1316066"/>
            <a:ext cx="14013490" cy="7654869"/>
          </a:xfrm>
          <a:custGeom>
            <a:avLst/>
            <a:gdLst/>
            <a:ahLst/>
            <a:cxnLst/>
            <a:rect r="r" b="b" t="t" l="l"/>
            <a:pathLst>
              <a:path h="7654869" w="14013490">
                <a:moveTo>
                  <a:pt x="0" y="0"/>
                </a:moveTo>
                <a:lnTo>
                  <a:pt x="14013489" y="0"/>
                </a:lnTo>
                <a:lnTo>
                  <a:pt x="14013489" y="7654868"/>
                </a:lnTo>
                <a:lnTo>
                  <a:pt x="0" y="76548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2727463" y="1813396"/>
            <a:ext cx="5748784" cy="1667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15"/>
              </a:lnSpc>
            </a:pPr>
            <a:r>
              <a:rPr lang="en-US" sz="641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Products</a:t>
            </a:r>
          </a:p>
          <a:p>
            <a:pPr algn="l" marL="0" indent="0" lvl="0">
              <a:lnSpc>
                <a:spcPts val="6415"/>
              </a:lnSpc>
              <a:spcBef>
                <a:spcPct val="0"/>
              </a:spcBef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484535" y="8449627"/>
            <a:ext cx="1088330" cy="108833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900">
                <a:alpha val="69804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961545" y="1441519"/>
            <a:ext cx="853087" cy="85308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900">
                <a:alpha val="69804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012908" y="3084720"/>
            <a:ext cx="2207763" cy="2115334"/>
          </a:xfrm>
          <a:custGeom>
            <a:avLst/>
            <a:gdLst/>
            <a:ahLst/>
            <a:cxnLst/>
            <a:rect r="r" b="b" t="t" l="l"/>
            <a:pathLst>
              <a:path h="2115334" w="2207763">
                <a:moveTo>
                  <a:pt x="0" y="0"/>
                </a:moveTo>
                <a:lnTo>
                  <a:pt x="2207763" y="0"/>
                </a:lnTo>
                <a:lnTo>
                  <a:pt x="2207763" y="2115333"/>
                </a:lnTo>
                <a:lnTo>
                  <a:pt x="0" y="21153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030631" y="2961507"/>
            <a:ext cx="1658315" cy="2181993"/>
          </a:xfrm>
          <a:custGeom>
            <a:avLst/>
            <a:gdLst/>
            <a:ahLst/>
            <a:cxnLst/>
            <a:rect r="r" b="b" t="t" l="l"/>
            <a:pathLst>
              <a:path h="2181993" w="1658315">
                <a:moveTo>
                  <a:pt x="0" y="0"/>
                </a:moveTo>
                <a:lnTo>
                  <a:pt x="1658315" y="0"/>
                </a:lnTo>
                <a:lnTo>
                  <a:pt x="1658315" y="2181993"/>
                </a:lnTo>
                <a:lnTo>
                  <a:pt x="0" y="21819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116790" y="9537957"/>
            <a:ext cx="2978741" cy="438687"/>
          </a:xfrm>
          <a:custGeom>
            <a:avLst/>
            <a:gdLst/>
            <a:ahLst/>
            <a:cxnLst/>
            <a:rect r="r" b="b" t="t" l="l"/>
            <a:pathLst>
              <a:path h="438687" w="2978741">
                <a:moveTo>
                  <a:pt x="0" y="0"/>
                </a:moveTo>
                <a:lnTo>
                  <a:pt x="2978741" y="0"/>
                </a:lnTo>
                <a:lnTo>
                  <a:pt x="2978741" y="438688"/>
                </a:lnTo>
                <a:lnTo>
                  <a:pt x="0" y="4386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944254" y="9537957"/>
            <a:ext cx="2528487" cy="491906"/>
          </a:xfrm>
          <a:custGeom>
            <a:avLst/>
            <a:gdLst/>
            <a:ahLst/>
            <a:cxnLst/>
            <a:rect r="r" b="b" t="t" l="l"/>
            <a:pathLst>
              <a:path h="491906" w="2528487">
                <a:moveTo>
                  <a:pt x="0" y="0"/>
                </a:moveTo>
                <a:lnTo>
                  <a:pt x="2528488" y="0"/>
                </a:lnTo>
                <a:lnTo>
                  <a:pt x="2528488" y="491906"/>
                </a:lnTo>
                <a:lnTo>
                  <a:pt x="0" y="4919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42951" y="1803871"/>
            <a:ext cx="5908740" cy="737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46"/>
              </a:lnSpc>
              <a:spcBef>
                <a:spcPct val="0"/>
              </a:spcBef>
            </a:pPr>
            <a:r>
              <a:rPr lang="en-US" sz="554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Technologies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67267" y="5998409"/>
            <a:ext cx="7074108" cy="2995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8439" indent="-369220" lvl="1">
              <a:lnSpc>
                <a:spcPts val="4788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Amazon Shopping</a:t>
            </a:r>
          </a:p>
          <a:p>
            <a:pPr algn="l" marL="738439" indent="-369220" lvl="1">
              <a:lnSpc>
                <a:spcPts val="4788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AWS (Cloud Platform)</a:t>
            </a:r>
          </a:p>
          <a:p>
            <a:pPr algn="l" marL="738439" indent="-369220" lvl="1">
              <a:lnSpc>
                <a:spcPts val="4788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Alexa (AI Assistant)</a:t>
            </a:r>
          </a:p>
          <a:p>
            <a:pPr algn="l" marL="738439" indent="-369220" lvl="1">
              <a:lnSpc>
                <a:spcPts val="4788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Prime Video</a:t>
            </a:r>
          </a:p>
          <a:p>
            <a:pPr algn="l" marL="0" indent="0" lvl="0">
              <a:lnSpc>
                <a:spcPts val="4788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0718861" y="5856364"/>
            <a:ext cx="5940170" cy="2593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7378" indent="-318689" lvl="1">
              <a:lnSpc>
                <a:spcPts val="4133"/>
              </a:lnSpc>
              <a:buFont typeface="Arial"/>
              <a:buChar char="•"/>
            </a:pPr>
            <a:r>
              <a:rPr lang="en-US" sz="295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Cloud Computing (AWS)</a:t>
            </a:r>
          </a:p>
          <a:p>
            <a:pPr algn="l" marL="637378" indent="-318689" lvl="1">
              <a:lnSpc>
                <a:spcPts val="4133"/>
              </a:lnSpc>
              <a:buFont typeface="Arial"/>
              <a:buChar char="•"/>
            </a:pPr>
            <a:r>
              <a:rPr lang="en-US" sz="295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Artificial Intelligence</a:t>
            </a:r>
          </a:p>
          <a:p>
            <a:pPr algn="l" marL="637378" indent="-318689" lvl="1">
              <a:lnSpc>
                <a:spcPts val="4133"/>
              </a:lnSpc>
              <a:buFont typeface="Arial"/>
              <a:buChar char="•"/>
            </a:pPr>
            <a:r>
              <a:rPr lang="en-US" sz="295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Machine Learning</a:t>
            </a:r>
          </a:p>
          <a:p>
            <a:pPr algn="l" marL="637378" indent="-318689" lvl="1">
              <a:lnSpc>
                <a:spcPts val="4133"/>
              </a:lnSpc>
              <a:buFont typeface="Arial"/>
              <a:buChar char="•"/>
            </a:pPr>
            <a:r>
              <a:rPr lang="en-US" sz="295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Big Data</a:t>
            </a:r>
          </a:p>
          <a:p>
            <a:pPr algn="l" marL="0" indent="0" lvl="0">
              <a:lnSpc>
                <a:spcPts val="413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6023" y="2334583"/>
            <a:ext cx="2034444" cy="203444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9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23751" y="5313471"/>
            <a:ext cx="2034444" cy="203444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9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23751" y="4032238"/>
            <a:ext cx="2034444" cy="203444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9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23751" y="6972960"/>
            <a:ext cx="2034444" cy="203444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9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629078" y="5726525"/>
            <a:ext cx="1208334" cy="1208334"/>
          </a:xfrm>
          <a:custGeom>
            <a:avLst/>
            <a:gdLst/>
            <a:ahLst/>
            <a:cxnLst/>
            <a:rect r="r" b="b" t="t" l="l"/>
            <a:pathLst>
              <a:path h="1208334" w="1208334">
                <a:moveTo>
                  <a:pt x="0" y="0"/>
                </a:moveTo>
                <a:lnTo>
                  <a:pt x="1208334" y="0"/>
                </a:lnTo>
                <a:lnTo>
                  <a:pt x="1208334" y="1208335"/>
                </a:lnTo>
                <a:lnTo>
                  <a:pt x="0" y="12083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20182" y="7399428"/>
            <a:ext cx="1041582" cy="1133448"/>
          </a:xfrm>
          <a:custGeom>
            <a:avLst/>
            <a:gdLst/>
            <a:ahLst/>
            <a:cxnLst/>
            <a:rect r="r" b="b" t="t" l="l"/>
            <a:pathLst>
              <a:path h="1133448" w="1041582">
                <a:moveTo>
                  <a:pt x="0" y="0"/>
                </a:moveTo>
                <a:lnTo>
                  <a:pt x="1041582" y="0"/>
                </a:lnTo>
                <a:lnTo>
                  <a:pt x="1041582" y="1133448"/>
                </a:lnTo>
                <a:lnTo>
                  <a:pt x="0" y="11334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338525" y="1144510"/>
            <a:ext cx="7526654" cy="93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99"/>
              </a:lnSpc>
              <a:spcBef>
                <a:spcPct val="0"/>
              </a:spcBef>
            </a:pPr>
            <a:r>
              <a:rPr lang="en-US" sz="69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Job </a:t>
            </a:r>
            <a:r>
              <a:rPr lang="en-US" sz="6999">
                <a:solidFill>
                  <a:srgbClr val="FF9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Roles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694018" y="2864125"/>
            <a:ext cx="3870752" cy="97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Software Engineer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555630" y="5726525"/>
            <a:ext cx="4032753" cy="1463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Cloud Engineer</a:t>
            </a:r>
          </a:p>
          <a:p>
            <a:pPr algn="l">
              <a:lnSpc>
                <a:spcPts val="3840"/>
              </a:lnSpc>
            </a:pPr>
          </a:p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3579243" y="4540089"/>
            <a:ext cx="3985527" cy="1506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3"/>
              </a:lnSpc>
            </a:pPr>
            <a:r>
              <a:rPr lang="en-US" sz="329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 Scientist</a:t>
            </a:r>
          </a:p>
          <a:p>
            <a:pPr algn="l">
              <a:lnSpc>
                <a:spcPts val="3953"/>
              </a:lnSpc>
            </a:pPr>
          </a:p>
          <a:p>
            <a:pPr algn="l" marL="0" indent="0" lvl="0">
              <a:lnSpc>
                <a:spcPts val="3953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3694018" y="7502502"/>
            <a:ext cx="4032753" cy="487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ML Engineer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5997549" y="8174404"/>
            <a:ext cx="2523502" cy="2167791"/>
            <a:chOff x="0" y="0"/>
            <a:chExt cx="1242488" cy="106734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42488" cy="1067348"/>
            </a:xfrm>
            <a:custGeom>
              <a:avLst/>
              <a:gdLst/>
              <a:ahLst/>
              <a:cxnLst/>
              <a:rect r="r" b="b" t="t" l="l"/>
              <a:pathLst>
                <a:path h="1067348" w="1242488">
                  <a:moveTo>
                    <a:pt x="621244" y="0"/>
                  </a:moveTo>
                  <a:cubicBezTo>
                    <a:pt x="278140" y="0"/>
                    <a:pt x="0" y="238934"/>
                    <a:pt x="0" y="533674"/>
                  </a:cubicBezTo>
                  <a:cubicBezTo>
                    <a:pt x="0" y="828414"/>
                    <a:pt x="278140" y="1067348"/>
                    <a:pt x="621244" y="1067348"/>
                  </a:cubicBezTo>
                  <a:cubicBezTo>
                    <a:pt x="964347" y="1067348"/>
                    <a:pt x="1242488" y="828414"/>
                    <a:pt x="1242488" y="533674"/>
                  </a:cubicBezTo>
                  <a:cubicBezTo>
                    <a:pt x="1242488" y="238934"/>
                    <a:pt x="964347" y="0"/>
                    <a:pt x="621244" y="0"/>
                  </a:cubicBezTo>
                  <a:close/>
                </a:path>
              </a:pathLst>
            </a:custGeom>
            <a:solidFill>
              <a:srgbClr val="FF9900">
                <a:alpha val="69804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16483" y="61964"/>
              <a:ext cx="1009521" cy="9053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9732646" y="1162050"/>
            <a:ext cx="7526654" cy="93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99"/>
              </a:lnSpc>
              <a:spcBef>
                <a:spcPct val="0"/>
              </a:spcBef>
            </a:pPr>
            <a:r>
              <a:rPr lang="en-US" sz="69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Skills </a:t>
            </a:r>
            <a:r>
              <a:rPr lang="en-US" sz="6999">
                <a:solidFill>
                  <a:srgbClr val="FF99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Required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496423" y="2334583"/>
            <a:ext cx="2034444" cy="2034444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900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504151" y="5313471"/>
            <a:ext cx="2034444" cy="2034444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900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504151" y="4032238"/>
            <a:ext cx="2034444" cy="2034444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900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504151" y="6972960"/>
            <a:ext cx="2034444" cy="2034444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900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9968642" y="4369027"/>
            <a:ext cx="1105461" cy="1151522"/>
          </a:xfrm>
          <a:custGeom>
            <a:avLst/>
            <a:gdLst/>
            <a:ahLst/>
            <a:cxnLst/>
            <a:rect r="r" b="b" t="t" l="l"/>
            <a:pathLst>
              <a:path h="1151522" w="1105461">
                <a:moveTo>
                  <a:pt x="0" y="0"/>
                </a:moveTo>
                <a:lnTo>
                  <a:pt x="1105461" y="0"/>
                </a:lnTo>
                <a:lnTo>
                  <a:pt x="1105461" y="1151522"/>
                </a:lnTo>
                <a:lnTo>
                  <a:pt x="0" y="11515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2045797" y="2678777"/>
            <a:ext cx="4786583" cy="97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Programming: Java, Python, C++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045797" y="6214205"/>
            <a:ext cx="4032753" cy="97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DBMS &amp; OS</a:t>
            </a:r>
          </a:p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</a:p>
        </p:txBody>
      </p:sp>
      <p:sp>
        <p:nvSpPr>
          <p:cNvPr name="TextBox 40" id="40"/>
          <p:cNvSpPr txBox="true"/>
          <p:nvPr/>
        </p:nvSpPr>
        <p:spPr>
          <a:xfrm rot="0">
            <a:off x="12045797" y="4404327"/>
            <a:ext cx="5409279" cy="1506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3"/>
              </a:lnSpc>
            </a:pPr>
            <a:r>
              <a:rPr lang="en-US" sz="329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 Structures &amp; Algorithms</a:t>
            </a:r>
          </a:p>
          <a:p>
            <a:pPr algn="l" marL="0" indent="0" lvl="0">
              <a:lnSpc>
                <a:spcPts val="3953"/>
              </a:lnSpc>
              <a:spcBef>
                <a:spcPct val="0"/>
              </a:spcBef>
            </a:pPr>
          </a:p>
        </p:txBody>
      </p:sp>
      <p:sp>
        <p:nvSpPr>
          <p:cNvPr name="TextBox 41" id="41"/>
          <p:cNvSpPr txBox="true"/>
          <p:nvPr/>
        </p:nvSpPr>
        <p:spPr>
          <a:xfrm rot="0">
            <a:off x="12045797" y="7399428"/>
            <a:ext cx="4032753" cy="97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Problem-solving skills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1642201" y="2677826"/>
            <a:ext cx="1119563" cy="1259222"/>
          </a:xfrm>
          <a:custGeom>
            <a:avLst/>
            <a:gdLst/>
            <a:ahLst/>
            <a:cxnLst/>
            <a:rect r="r" b="b" t="t" l="l"/>
            <a:pathLst>
              <a:path h="1259222" w="1119563">
                <a:moveTo>
                  <a:pt x="0" y="0"/>
                </a:moveTo>
                <a:lnTo>
                  <a:pt x="1119563" y="0"/>
                </a:lnTo>
                <a:lnTo>
                  <a:pt x="1119563" y="1259222"/>
                </a:lnTo>
                <a:lnTo>
                  <a:pt x="0" y="12592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817823" y="4369027"/>
            <a:ext cx="846300" cy="1116223"/>
          </a:xfrm>
          <a:custGeom>
            <a:avLst/>
            <a:gdLst/>
            <a:ahLst/>
            <a:cxnLst/>
            <a:rect r="r" b="b" t="t" l="l"/>
            <a:pathLst>
              <a:path h="1116223" w="846300">
                <a:moveTo>
                  <a:pt x="0" y="0"/>
                </a:moveTo>
                <a:lnTo>
                  <a:pt x="846300" y="0"/>
                </a:lnTo>
                <a:lnTo>
                  <a:pt x="846300" y="1116223"/>
                </a:lnTo>
                <a:lnTo>
                  <a:pt x="0" y="11162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0021175" y="2808868"/>
            <a:ext cx="1000396" cy="997137"/>
          </a:xfrm>
          <a:custGeom>
            <a:avLst/>
            <a:gdLst/>
            <a:ahLst/>
            <a:cxnLst/>
            <a:rect r="r" b="b" t="t" l="l"/>
            <a:pathLst>
              <a:path h="997137" w="1000396">
                <a:moveTo>
                  <a:pt x="0" y="0"/>
                </a:moveTo>
                <a:lnTo>
                  <a:pt x="1000396" y="0"/>
                </a:lnTo>
                <a:lnTo>
                  <a:pt x="1000396" y="997137"/>
                </a:lnTo>
                <a:lnTo>
                  <a:pt x="0" y="99713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0021175" y="7502502"/>
            <a:ext cx="1129809" cy="1129809"/>
          </a:xfrm>
          <a:custGeom>
            <a:avLst/>
            <a:gdLst/>
            <a:ahLst/>
            <a:cxnLst/>
            <a:rect r="r" b="b" t="t" l="l"/>
            <a:pathLst>
              <a:path h="1129809" w="1129809">
                <a:moveTo>
                  <a:pt x="0" y="0"/>
                </a:moveTo>
                <a:lnTo>
                  <a:pt x="1129809" y="0"/>
                </a:lnTo>
                <a:lnTo>
                  <a:pt x="1129809" y="1129809"/>
                </a:lnTo>
                <a:lnTo>
                  <a:pt x="0" y="112980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0127600" y="5758674"/>
            <a:ext cx="916958" cy="1123223"/>
          </a:xfrm>
          <a:custGeom>
            <a:avLst/>
            <a:gdLst/>
            <a:ahLst/>
            <a:cxnLst/>
            <a:rect r="r" b="b" t="t" l="l"/>
            <a:pathLst>
              <a:path h="1123223" w="916958">
                <a:moveTo>
                  <a:pt x="0" y="0"/>
                </a:moveTo>
                <a:lnTo>
                  <a:pt x="916958" y="0"/>
                </a:lnTo>
                <a:lnTo>
                  <a:pt x="916958" y="1123223"/>
                </a:lnTo>
                <a:lnTo>
                  <a:pt x="0" y="112322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150074" y="4285900"/>
            <a:ext cx="12090432" cy="0"/>
          </a:xfrm>
          <a:prstGeom prst="line">
            <a:avLst/>
          </a:prstGeom>
          <a:ln cap="flat" w="57150">
            <a:solidFill>
              <a:srgbClr val="FF91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835894" y="3428299"/>
            <a:ext cx="3139955" cy="1715201"/>
          </a:xfrm>
          <a:custGeom>
            <a:avLst/>
            <a:gdLst/>
            <a:ahLst/>
            <a:cxnLst/>
            <a:rect r="r" b="b" t="t" l="l"/>
            <a:pathLst>
              <a:path h="1715201" w="3139955">
                <a:moveTo>
                  <a:pt x="0" y="0"/>
                </a:moveTo>
                <a:lnTo>
                  <a:pt x="3139956" y="0"/>
                </a:lnTo>
                <a:lnTo>
                  <a:pt x="3139956" y="1715201"/>
                </a:lnTo>
                <a:lnTo>
                  <a:pt x="0" y="17152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5751386" y="3428299"/>
            <a:ext cx="3139955" cy="1715201"/>
          </a:xfrm>
          <a:custGeom>
            <a:avLst/>
            <a:gdLst/>
            <a:ahLst/>
            <a:cxnLst/>
            <a:rect r="r" b="b" t="t" l="l"/>
            <a:pathLst>
              <a:path h="1715201" w="3139955">
                <a:moveTo>
                  <a:pt x="0" y="0"/>
                </a:moveTo>
                <a:lnTo>
                  <a:pt x="3139956" y="0"/>
                </a:lnTo>
                <a:lnTo>
                  <a:pt x="3139956" y="1715201"/>
                </a:lnTo>
                <a:lnTo>
                  <a:pt x="0" y="17152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668296" y="3428299"/>
            <a:ext cx="3139955" cy="1715201"/>
          </a:xfrm>
          <a:custGeom>
            <a:avLst/>
            <a:gdLst/>
            <a:ahLst/>
            <a:cxnLst/>
            <a:rect r="r" b="b" t="t" l="l"/>
            <a:pathLst>
              <a:path h="1715201" w="3139955">
                <a:moveTo>
                  <a:pt x="0" y="0"/>
                </a:moveTo>
                <a:lnTo>
                  <a:pt x="3139956" y="0"/>
                </a:lnTo>
                <a:lnTo>
                  <a:pt x="3139956" y="1715201"/>
                </a:lnTo>
                <a:lnTo>
                  <a:pt x="0" y="17152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0233295" y="3719246"/>
            <a:ext cx="1765778" cy="1133308"/>
          </a:xfrm>
          <a:custGeom>
            <a:avLst/>
            <a:gdLst/>
            <a:ahLst/>
            <a:cxnLst/>
            <a:rect r="r" b="b" t="t" l="l"/>
            <a:pathLst>
              <a:path h="1133308" w="1765778">
                <a:moveTo>
                  <a:pt x="0" y="0"/>
                </a:moveTo>
                <a:lnTo>
                  <a:pt x="1765778" y="0"/>
                </a:lnTo>
                <a:lnTo>
                  <a:pt x="1765778" y="1133308"/>
                </a:lnTo>
                <a:lnTo>
                  <a:pt x="0" y="11333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443449" y="3719246"/>
            <a:ext cx="1755830" cy="1133308"/>
          </a:xfrm>
          <a:custGeom>
            <a:avLst/>
            <a:gdLst/>
            <a:ahLst/>
            <a:cxnLst/>
            <a:rect r="r" b="b" t="t" l="l"/>
            <a:pathLst>
              <a:path h="1133308" w="1755830">
                <a:moveTo>
                  <a:pt x="0" y="0"/>
                </a:moveTo>
                <a:lnTo>
                  <a:pt x="1755830" y="0"/>
                </a:lnTo>
                <a:lnTo>
                  <a:pt x="1755830" y="1133308"/>
                </a:lnTo>
                <a:lnTo>
                  <a:pt x="0" y="11333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2705513" y="3719246"/>
            <a:ext cx="1400718" cy="1133308"/>
          </a:xfrm>
          <a:custGeom>
            <a:avLst/>
            <a:gdLst/>
            <a:ahLst/>
            <a:cxnLst/>
            <a:rect r="r" b="b" t="t" l="l"/>
            <a:pathLst>
              <a:path h="1133308" w="1400718">
                <a:moveTo>
                  <a:pt x="1400718" y="0"/>
                </a:moveTo>
                <a:lnTo>
                  <a:pt x="0" y="0"/>
                </a:lnTo>
                <a:lnTo>
                  <a:pt x="0" y="1133308"/>
                </a:lnTo>
                <a:lnTo>
                  <a:pt x="1400718" y="1133308"/>
                </a:lnTo>
                <a:lnTo>
                  <a:pt x="1400718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579777" y="3428299"/>
            <a:ext cx="3139955" cy="1715201"/>
          </a:xfrm>
          <a:custGeom>
            <a:avLst/>
            <a:gdLst/>
            <a:ahLst/>
            <a:cxnLst/>
            <a:rect r="r" b="b" t="t" l="l"/>
            <a:pathLst>
              <a:path h="1715201" w="3139955">
                <a:moveTo>
                  <a:pt x="0" y="0"/>
                </a:moveTo>
                <a:lnTo>
                  <a:pt x="3139955" y="0"/>
                </a:lnTo>
                <a:lnTo>
                  <a:pt x="3139955" y="1715201"/>
                </a:lnTo>
                <a:lnTo>
                  <a:pt x="0" y="17152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4240507" y="3859133"/>
            <a:ext cx="1729868" cy="993420"/>
          </a:xfrm>
          <a:custGeom>
            <a:avLst/>
            <a:gdLst/>
            <a:ahLst/>
            <a:cxnLst/>
            <a:rect r="r" b="b" t="t" l="l"/>
            <a:pathLst>
              <a:path h="993420" w="1729868">
                <a:moveTo>
                  <a:pt x="0" y="0"/>
                </a:moveTo>
                <a:lnTo>
                  <a:pt x="1729867" y="0"/>
                </a:lnTo>
                <a:lnTo>
                  <a:pt x="1729867" y="993421"/>
                </a:lnTo>
                <a:lnTo>
                  <a:pt x="0" y="99342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525880">
            <a:off x="14625352" y="6470421"/>
            <a:ext cx="3189480" cy="3291209"/>
          </a:xfrm>
          <a:custGeom>
            <a:avLst/>
            <a:gdLst/>
            <a:ahLst/>
            <a:cxnLst/>
            <a:rect r="r" b="b" t="t" l="l"/>
            <a:pathLst>
              <a:path h="3291209" w="3189480">
                <a:moveTo>
                  <a:pt x="0" y="0"/>
                </a:moveTo>
                <a:lnTo>
                  <a:pt x="3189480" y="0"/>
                </a:lnTo>
                <a:lnTo>
                  <a:pt x="3189480" y="3291209"/>
                </a:lnTo>
                <a:lnTo>
                  <a:pt x="0" y="329120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98206" y="967207"/>
            <a:ext cx="4975780" cy="1664625"/>
          </a:xfrm>
          <a:custGeom>
            <a:avLst/>
            <a:gdLst/>
            <a:ahLst/>
            <a:cxnLst/>
            <a:rect r="r" b="b" t="t" l="l"/>
            <a:pathLst>
              <a:path h="1664625" w="4975780">
                <a:moveTo>
                  <a:pt x="0" y="0"/>
                </a:moveTo>
                <a:lnTo>
                  <a:pt x="4975780" y="0"/>
                </a:lnTo>
                <a:lnTo>
                  <a:pt x="4975780" y="1664625"/>
                </a:lnTo>
                <a:lnTo>
                  <a:pt x="0" y="166462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75606" y="1100557"/>
            <a:ext cx="7621799" cy="93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99"/>
              </a:lnSpc>
              <a:spcBef>
                <a:spcPct val="0"/>
              </a:spcBef>
            </a:pPr>
            <a:r>
              <a:rPr lang="en-US" sz="69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Recruitment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00113" y="5459277"/>
            <a:ext cx="4572786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91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ONLINE </a:t>
            </a:r>
          </a:p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3200">
                <a:solidFill>
                  <a:srgbClr val="FF91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TEST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373986" y="5459277"/>
            <a:ext cx="1825293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91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CODING</a:t>
            </a:r>
          </a:p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3200">
                <a:solidFill>
                  <a:srgbClr val="FF91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ROUND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25798" y="5459277"/>
            <a:ext cx="4572786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3200">
                <a:solidFill>
                  <a:srgbClr val="FF91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TECHNICAL INTERVIEW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715214" y="5459277"/>
            <a:ext cx="4572786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91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HR</a:t>
            </a:r>
          </a:p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3200">
                <a:solidFill>
                  <a:srgbClr val="FF91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INTERVIEW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DAHE3WOW1bA</dc:identifier>
  <dcterms:modified xsi:type="dcterms:W3CDTF">2011-08-01T06:04:30Z</dcterms:modified>
  <cp:revision>1</cp:revision>
  <dc:title>Copy of Amazon Business Model Slides   </dc:title>
</cp:coreProperties>
</file>