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Jersey 15" charset="-122" pitchFamily="3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6576f2c407b381b2bdaa25c1fed762ee8805a352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A1C2C">
              <a:alpha val="7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00050" y="1533525"/>
            <a:ext cx="2714625" cy="45720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7700" y="1628775"/>
            <a:ext cx="2314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spc="75" kern="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FULL-STACK WEB APPLICATION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38375"/>
            <a:ext cx="120967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0500" b="1" spc="525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AssetFlow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800475"/>
            <a:ext cx="1219200" cy="76200"/>
          </a:xfrm>
          <a:prstGeom prst="roundRect">
            <a:avLst>
              <a:gd name="adj" fmla="val 0"/>
            </a:avLst>
          </a:prstGeom>
          <a:solidFill>
            <a:srgbClr val="A7F070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181475"/>
            <a:ext cx="87058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spc="13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Freelance Operations &amp;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700" spc="13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Digital Asset Management System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6959" y="61817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50031" y="114858"/>
                </a:moveTo>
                <a:cubicBezTo>
                  <a:pt x="241771" y="120328"/>
                  <a:pt x="232283" y="124737"/>
                  <a:pt x="222405" y="128253"/>
                </a:cubicBezTo>
                <a:cubicBezTo>
                  <a:pt x="196174" y="137629"/>
                  <a:pt x="161739" y="142875"/>
                  <a:pt x="125016" y="142875"/>
                </a:cubicBezTo>
                <a:cubicBezTo>
                  <a:pt x="88292" y="142875"/>
                  <a:pt x="53801" y="137573"/>
                  <a:pt x="27626" y="128253"/>
                </a:cubicBezTo>
                <a:cubicBezTo>
                  <a:pt x="17804" y="124737"/>
                  <a:pt x="8260" y="120328"/>
                  <a:pt x="0" y="114858"/>
                </a:cubicBezTo>
                <a:lnTo>
                  <a:pt x="0" y="160734"/>
                </a:lnTo>
                <a:cubicBezTo>
                  <a:pt x="0" y="185403"/>
                  <a:pt x="55978" y="205383"/>
                  <a:pt x="125016" y="205383"/>
                </a:cubicBezTo>
                <a:cubicBezTo>
                  <a:pt x="194053" y="205383"/>
                  <a:pt x="250031" y="185403"/>
                  <a:pt x="250031" y="160734"/>
                </a:cubicBezTo>
                <a:lnTo>
                  <a:pt x="250031" y="114858"/>
                </a:lnTo>
                <a:close/>
                <a:moveTo>
                  <a:pt x="250031" y="71438"/>
                </a:moveTo>
                <a:lnTo>
                  <a:pt x="250031" y="44648"/>
                </a:lnTo>
                <a:cubicBezTo>
                  <a:pt x="250031" y="19980"/>
                  <a:pt x="194053" y="0"/>
                  <a:pt x="125016" y="0"/>
                </a:cubicBezTo>
                <a:cubicBezTo>
                  <a:pt x="55978" y="0"/>
                  <a:pt x="0" y="19980"/>
                  <a:pt x="0" y="44648"/>
                </a:cubicBezTo>
                <a:lnTo>
                  <a:pt x="0" y="71438"/>
                </a:lnTo>
                <a:cubicBezTo>
                  <a:pt x="0" y="96106"/>
                  <a:pt x="55978" y="116086"/>
                  <a:pt x="125016" y="116086"/>
                </a:cubicBezTo>
                <a:cubicBezTo>
                  <a:pt x="194053" y="116086"/>
                  <a:pt x="250031" y="96106"/>
                  <a:pt x="250031" y="71438"/>
                </a:cubicBezTo>
                <a:close/>
                <a:moveTo>
                  <a:pt x="222405" y="217550"/>
                </a:moveTo>
                <a:cubicBezTo>
                  <a:pt x="196230" y="226870"/>
                  <a:pt x="161795" y="232172"/>
                  <a:pt x="125016" y="232172"/>
                </a:cubicBezTo>
                <a:cubicBezTo>
                  <a:pt x="88236" y="232172"/>
                  <a:pt x="53801" y="226870"/>
                  <a:pt x="27626" y="217550"/>
                </a:cubicBezTo>
                <a:cubicBezTo>
                  <a:pt x="17804" y="214033"/>
                  <a:pt x="8260" y="209624"/>
                  <a:pt x="0" y="204155"/>
                </a:cubicBezTo>
                <a:lnTo>
                  <a:pt x="0" y="241102"/>
                </a:lnTo>
                <a:cubicBezTo>
                  <a:pt x="0" y="265770"/>
                  <a:pt x="55978" y="285750"/>
                  <a:pt x="125016" y="285750"/>
                </a:cubicBezTo>
                <a:cubicBezTo>
                  <a:pt x="194053" y="285750"/>
                  <a:pt x="250031" y="265770"/>
                  <a:pt x="250031" y="241102"/>
                </a:cubicBezTo>
                <a:lnTo>
                  <a:pt x="250031" y="204155"/>
                </a:lnTo>
                <a:cubicBezTo>
                  <a:pt x="241771" y="209624"/>
                  <a:pt x="232283" y="214033"/>
                  <a:pt x="222405" y="217550"/>
                </a:cubicBez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10" name="Text 7"/>
          <p:cNvSpPr/>
          <p:nvPr/>
        </p:nvSpPr>
        <p:spPr>
          <a:xfrm>
            <a:off x="852488" y="6172200"/>
            <a:ext cx="1790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spc="90" kern="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SQLite + MongoDB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850654" y="618172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01364" y="670"/>
                </a:moveTo>
                <a:cubicBezTo>
                  <a:pt x="191877" y="-2065"/>
                  <a:pt x="181998" y="3460"/>
                  <a:pt x="179263" y="12948"/>
                </a:cubicBezTo>
                <a:lnTo>
                  <a:pt x="107826" y="262979"/>
                </a:lnTo>
                <a:cubicBezTo>
                  <a:pt x="105091" y="272467"/>
                  <a:pt x="110617" y="282346"/>
                  <a:pt x="120104" y="285080"/>
                </a:cubicBezTo>
                <a:cubicBezTo>
                  <a:pt x="129592" y="287815"/>
                  <a:pt x="139471" y="282290"/>
                  <a:pt x="142205" y="272802"/>
                </a:cubicBezTo>
                <a:lnTo>
                  <a:pt x="213643" y="22771"/>
                </a:lnTo>
                <a:cubicBezTo>
                  <a:pt x="216377" y="13283"/>
                  <a:pt x="210852" y="3404"/>
                  <a:pt x="201364" y="670"/>
                </a:cubicBezTo>
                <a:close/>
                <a:moveTo>
                  <a:pt x="237418" y="76628"/>
                </a:moveTo>
                <a:cubicBezTo>
                  <a:pt x="230442" y="83604"/>
                  <a:pt x="230442" y="94934"/>
                  <a:pt x="237418" y="101910"/>
                </a:cubicBezTo>
                <a:lnTo>
                  <a:pt x="278383" y="142875"/>
                </a:lnTo>
                <a:lnTo>
                  <a:pt x="237418" y="183840"/>
                </a:lnTo>
                <a:cubicBezTo>
                  <a:pt x="230442" y="190816"/>
                  <a:pt x="230442" y="202146"/>
                  <a:pt x="237418" y="209122"/>
                </a:cubicBezTo>
                <a:cubicBezTo>
                  <a:pt x="244394" y="216098"/>
                  <a:pt x="255724" y="216098"/>
                  <a:pt x="262700" y="209122"/>
                </a:cubicBezTo>
                <a:lnTo>
                  <a:pt x="316278" y="155544"/>
                </a:lnTo>
                <a:cubicBezTo>
                  <a:pt x="323255" y="148568"/>
                  <a:pt x="323255" y="137238"/>
                  <a:pt x="316278" y="130262"/>
                </a:cubicBezTo>
                <a:lnTo>
                  <a:pt x="262700" y="76684"/>
                </a:lnTo>
                <a:cubicBezTo>
                  <a:pt x="255724" y="69707"/>
                  <a:pt x="244394" y="69707"/>
                  <a:pt x="237418" y="76684"/>
                </a:cubicBezTo>
                <a:close/>
                <a:moveTo>
                  <a:pt x="84106" y="76628"/>
                </a:moveTo>
                <a:cubicBezTo>
                  <a:pt x="77130" y="69652"/>
                  <a:pt x="65801" y="69652"/>
                  <a:pt x="58824" y="76628"/>
                </a:cubicBezTo>
                <a:lnTo>
                  <a:pt x="5246" y="130206"/>
                </a:lnTo>
                <a:cubicBezTo>
                  <a:pt x="-1730" y="137182"/>
                  <a:pt x="-1730" y="148512"/>
                  <a:pt x="5246" y="155488"/>
                </a:cubicBezTo>
                <a:lnTo>
                  <a:pt x="58824" y="209066"/>
                </a:lnTo>
                <a:cubicBezTo>
                  <a:pt x="65801" y="216043"/>
                  <a:pt x="77130" y="216043"/>
                  <a:pt x="84106" y="209066"/>
                </a:cubicBezTo>
                <a:cubicBezTo>
                  <a:pt x="91083" y="202090"/>
                  <a:pt x="91083" y="190760"/>
                  <a:pt x="84106" y="183784"/>
                </a:cubicBezTo>
                <a:lnTo>
                  <a:pt x="43142" y="142875"/>
                </a:lnTo>
                <a:lnTo>
                  <a:pt x="84051" y="101910"/>
                </a:lnTo>
                <a:cubicBezTo>
                  <a:pt x="91027" y="94934"/>
                  <a:pt x="91027" y="83604"/>
                  <a:pt x="84051" y="76628"/>
                </a:cubicBez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12" name="Text 9"/>
          <p:cNvSpPr/>
          <p:nvPr/>
        </p:nvSpPr>
        <p:spPr>
          <a:xfrm>
            <a:off x="3301901" y="6172200"/>
            <a:ext cx="904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spc="90" kern="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REST API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430613" y="61817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196453"/>
                </a:lnTo>
                <a:cubicBezTo>
                  <a:pt x="0" y="216154"/>
                  <a:pt x="16018" y="232172"/>
                  <a:pt x="35719" y="232172"/>
                </a:cubicBezTo>
                <a:lnTo>
                  <a:pt x="116086" y="232172"/>
                </a:lnTo>
                <a:lnTo>
                  <a:pt x="107156" y="258961"/>
                </a:lnTo>
                <a:lnTo>
                  <a:pt x="66973" y="258961"/>
                </a:lnTo>
                <a:cubicBezTo>
                  <a:pt x="59550" y="258961"/>
                  <a:pt x="53578" y="264933"/>
                  <a:pt x="53578" y="272355"/>
                </a:cubicBezTo>
                <a:cubicBezTo>
                  <a:pt x="53578" y="279778"/>
                  <a:pt x="59550" y="285750"/>
                  <a:pt x="66973" y="285750"/>
                </a:cubicBezTo>
                <a:lnTo>
                  <a:pt x="218777" y="285750"/>
                </a:lnTo>
                <a:cubicBezTo>
                  <a:pt x="226200" y="285750"/>
                  <a:pt x="232172" y="279778"/>
                  <a:pt x="232172" y="272355"/>
                </a:cubicBezTo>
                <a:cubicBezTo>
                  <a:pt x="232172" y="264933"/>
                  <a:pt x="226200" y="258961"/>
                  <a:pt x="218777" y="258961"/>
                </a:cubicBezTo>
                <a:lnTo>
                  <a:pt x="178594" y="258961"/>
                </a:lnTo>
                <a:lnTo>
                  <a:pt x="169664" y="232172"/>
                </a:lnTo>
                <a:lnTo>
                  <a:pt x="250031" y="232172"/>
                </a:lnTo>
                <a:cubicBezTo>
                  <a:pt x="269732" y="232172"/>
                  <a:pt x="285750" y="216154"/>
                  <a:pt x="285750" y="196453"/>
                </a:cubicBezTo>
                <a:lnTo>
                  <a:pt x="285750" y="53578"/>
                </a:lnTo>
                <a:cubicBezTo>
                  <a:pt x="285750" y="33877"/>
                  <a:pt x="269732" y="17859"/>
                  <a:pt x="250031" y="17859"/>
                </a:cubicBezTo>
                <a:lnTo>
                  <a:pt x="35719" y="17859"/>
                </a:lnTo>
                <a:close/>
                <a:moveTo>
                  <a:pt x="53578" y="53578"/>
                </a:moveTo>
                <a:lnTo>
                  <a:pt x="232172" y="53578"/>
                </a:lnTo>
                <a:cubicBezTo>
                  <a:pt x="242050" y="53578"/>
                  <a:pt x="250031" y="61559"/>
                  <a:pt x="250031" y="71438"/>
                </a:cubicBezTo>
                <a:lnTo>
                  <a:pt x="250031" y="160734"/>
                </a:lnTo>
                <a:cubicBezTo>
                  <a:pt x="250031" y="170613"/>
                  <a:pt x="242050" y="178594"/>
                  <a:pt x="232172" y="178594"/>
                </a:cubicBezTo>
                <a:lnTo>
                  <a:pt x="53578" y="178594"/>
                </a:lnTo>
                <a:cubicBezTo>
                  <a:pt x="43700" y="178594"/>
                  <a:pt x="35719" y="170613"/>
                  <a:pt x="35719" y="160734"/>
                </a:cubicBezTo>
                <a:lnTo>
                  <a:pt x="35719" y="71438"/>
                </a:lnTo>
                <a:cubicBezTo>
                  <a:pt x="35719" y="61559"/>
                  <a:pt x="43700" y="53578"/>
                  <a:pt x="53578" y="53578"/>
                </a:cubicBez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14" name="Text 11"/>
          <p:cNvSpPr/>
          <p:nvPr/>
        </p:nvSpPr>
        <p:spPr>
          <a:xfrm>
            <a:off x="4864001" y="6172200"/>
            <a:ext cx="1343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spc="90" kern="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Dashboard UI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261378" y="6172200"/>
            <a:ext cx="552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spc="90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2025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14300" cy="609600"/>
          </a:xfrm>
          <a:prstGeom prst="roundRect">
            <a:avLst>
              <a:gd name="adj" fmla="val 0"/>
            </a:avLst>
          </a:prstGeom>
          <a:solidFill>
            <a:srgbClr val="FFCD75"/>
          </a:solidFill>
          <a:ln/>
        </p:spPr>
      </p:sp>
      <p:sp>
        <p:nvSpPr>
          <p:cNvPr id="3" name="Text 1"/>
          <p:cNvSpPr/>
          <p:nvPr/>
        </p:nvSpPr>
        <p:spPr>
          <a:xfrm>
            <a:off x="647700" y="400050"/>
            <a:ext cx="44386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spc="225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SYSTEM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04900"/>
            <a:ext cx="11430000" cy="38100"/>
          </a:xfrm>
          <a:prstGeom prst="roundRect">
            <a:avLst>
              <a:gd name="adj" fmla="val 0"/>
            </a:avLst>
          </a:prstGeom>
          <a:solidFill>
            <a:srgbClr val="29ADFF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390650"/>
            <a:ext cx="3648075" cy="1685925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00" y="1600200"/>
            <a:ext cx="533400" cy="533400"/>
          </a:xfrm>
          <a:prstGeom prst="roundRect">
            <a:avLst>
              <a:gd name="adj" fmla="val 0"/>
            </a:avLst>
          </a:prstGeom>
          <a:solidFill>
            <a:srgbClr val="29ADFF"/>
          </a:solidFill>
          <a:ln/>
        </p:spPr>
      </p:sp>
      <p:sp>
        <p:nvSpPr>
          <p:cNvPr id="7" name="Text 5"/>
          <p:cNvSpPr/>
          <p:nvPr/>
        </p:nvSpPr>
        <p:spPr>
          <a:xfrm>
            <a:off x="766614" y="1695450"/>
            <a:ext cx="361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spc="113" kern="0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95400" y="1695450"/>
            <a:ext cx="1628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spc="113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247900"/>
            <a:ext cx="332422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spc="7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Full-stack web application for freelancers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73451" y="1390650"/>
            <a:ext cx="3648075" cy="1685925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3001" y="1754981"/>
            <a:ext cx="533400" cy="533400"/>
          </a:xfrm>
          <a:prstGeom prst="roundRect">
            <a:avLst>
              <a:gd name="adj" fmla="val 0"/>
            </a:avLst>
          </a:prstGeom>
          <a:solidFill>
            <a:srgbClr val="A7F070"/>
          </a:solidFill>
          <a:ln/>
        </p:spPr>
      </p:sp>
      <p:sp>
        <p:nvSpPr>
          <p:cNvPr id="12" name="Text 10"/>
          <p:cNvSpPr/>
          <p:nvPr/>
        </p:nvSpPr>
        <p:spPr>
          <a:xfrm>
            <a:off x="4613672" y="1850231"/>
            <a:ext cx="419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spc="113" kern="0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68801" y="1850231"/>
            <a:ext cx="2305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spc="113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Problem Definition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83001" y="2402681"/>
            <a:ext cx="33242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spc="7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Challenges in project tracking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47000" y="1390650"/>
            <a:ext cx="3648075" cy="1685925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56550" y="1754981"/>
            <a:ext cx="533400" cy="533400"/>
          </a:xfrm>
          <a:prstGeom prst="roundRect">
            <a:avLst>
              <a:gd name="adj" fmla="val 0"/>
            </a:avLst>
          </a:prstGeom>
          <a:solidFill>
            <a:srgbClr val="FFCD75"/>
          </a:solidFill>
          <a:ln/>
        </p:spPr>
      </p:sp>
      <p:sp>
        <p:nvSpPr>
          <p:cNvPr id="17" name="Text 15"/>
          <p:cNvSpPr/>
          <p:nvPr/>
        </p:nvSpPr>
        <p:spPr>
          <a:xfrm>
            <a:off x="8487221" y="1850231"/>
            <a:ext cx="419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spc="113" kern="0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42350" y="1850231"/>
            <a:ext cx="21050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spc="113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Database Design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56550" y="2402681"/>
            <a:ext cx="33242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spc="7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Hybrid SQL + NoSQL architecture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00050" y="3305175"/>
            <a:ext cx="3648075" cy="1533525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9600" y="3590925"/>
            <a:ext cx="504825" cy="533400"/>
          </a:xfrm>
          <a:prstGeom prst="roundRect">
            <a:avLst>
              <a:gd name="adj" fmla="val 0"/>
            </a:avLst>
          </a:prstGeom>
          <a:solidFill>
            <a:srgbClr val="29ADFF"/>
          </a:solidFill>
          <a:ln/>
        </p:spPr>
      </p:sp>
      <p:sp>
        <p:nvSpPr>
          <p:cNvPr id="22" name="Text 20"/>
          <p:cNvSpPr/>
          <p:nvPr/>
        </p:nvSpPr>
        <p:spPr>
          <a:xfrm>
            <a:off x="731788" y="3686175"/>
            <a:ext cx="400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spc="113" kern="0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68016" y="3514725"/>
            <a:ext cx="27146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spc="113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Tables &amp; Relationships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9600" y="4314825"/>
            <a:ext cx="33242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spc="7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Data structure and connections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73451" y="3305175"/>
            <a:ext cx="3648075" cy="1533525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3001" y="3590925"/>
            <a:ext cx="533400" cy="533400"/>
          </a:xfrm>
          <a:prstGeom prst="roundRect">
            <a:avLst>
              <a:gd name="adj" fmla="val 0"/>
            </a:avLst>
          </a:prstGeom>
          <a:solidFill>
            <a:srgbClr val="A7F070"/>
          </a:solidFill>
          <a:ln/>
        </p:spPr>
      </p:sp>
      <p:sp>
        <p:nvSpPr>
          <p:cNvPr id="27" name="Text 25"/>
          <p:cNvSpPr/>
          <p:nvPr/>
        </p:nvSpPr>
        <p:spPr>
          <a:xfrm>
            <a:off x="4618881" y="3686175"/>
            <a:ext cx="400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spc="113" kern="0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68801" y="3686175"/>
            <a:ext cx="2085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spc="113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CRUD Operations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83001" y="4238625"/>
            <a:ext cx="33242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spc="7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Core database functionality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47000" y="3305175"/>
            <a:ext cx="3648075" cy="1533525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56550" y="3590925"/>
            <a:ext cx="533400" cy="533400"/>
          </a:xfrm>
          <a:prstGeom prst="roundRect">
            <a:avLst>
              <a:gd name="adj" fmla="val 0"/>
            </a:avLst>
          </a:prstGeom>
          <a:solidFill>
            <a:srgbClr val="FFCD75"/>
          </a:solidFill>
          <a:ln/>
        </p:spPr>
      </p:sp>
      <p:sp>
        <p:nvSpPr>
          <p:cNvPr id="32" name="Text 30"/>
          <p:cNvSpPr/>
          <p:nvPr/>
        </p:nvSpPr>
        <p:spPr>
          <a:xfrm>
            <a:off x="8487221" y="3686175"/>
            <a:ext cx="419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spc="113" kern="0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042350" y="3686175"/>
            <a:ext cx="2409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spc="113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Frontend Interface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56550" y="4238625"/>
            <a:ext cx="33242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spc="7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Dashboard and user experience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00050" y="5062538"/>
            <a:ext cx="3648075" cy="1533525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9600" y="5348288"/>
            <a:ext cx="514350" cy="533400"/>
          </a:xfrm>
          <a:prstGeom prst="roundRect">
            <a:avLst>
              <a:gd name="adj" fmla="val 0"/>
            </a:avLst>
          </a:prstGeom>
          <a:solidFill>
            <a:srgbClr val="29ADFF"/>
          </a:solidFill>
          <a:ln/>
        </p:spPr>
      </p:sp>
      <p:sp>
        <p:nvSpPr>
          <p:cNvPr id="37" name="Text 35"/>
          <p:cNvSpPr/>
          <p:nvPr/>
        </p:nvSpPr>
        <p:spPr>
          <a:xfrm>
            <a:off x="735509" y="5443538"/>
            <a:ext cx="400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spc="113" kern="0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275308" y="5272088"/>
            <a:ext cx="2705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spc="113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Innovation &amp; Features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09600" y="6072188"/>
            <a:ext cx="33242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spc="7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System capabilities and output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273451" y="5062538"/>
            <a:ext cx="3648075" cy="1533525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83001" y="5348288"/>
            <a:ext cx="457200" cy="533400"/>
          </a:xfrm>
          <a:prstGeom prst="roundRect">
            <a:avLst>
              <a:gd name="adj" fmla="val 0"/>
            </a:avLst>
          </a:prstGeom>
          <a:solidFill>
            <a:srgbClr val="A7F070"/>
          </a:solidFill>
          <a:ln/>
        </p:spPr>
      </p:sp>
      <p:sp>
        <p:nvSpPr>
          <p:cNvPr id="42" name="Text 40"/>
          <p:cNvSpPr/>
          <p:nvPr/>
        </p:nvSpPr>
        <p:spPr>
          <a:xfrm>
            <a:off x="4574828" y="5443538"/>
            <a:ext cx="419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spc="113" kern="0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091261" y="5272088"/>
            <a:ext cx="2762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spc="113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Advantages &amp; Limitations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483001" y="6072188"/>
            <a:ext cx="33242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spc="7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Balanced system evaluation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47000" y="5062538"/>
            <a:ext cx="3648075" cy="1533525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56550" y="5348288"/>
            <a:ext cx="533400" cy="533400"/>
          </a:xfrm>
          <a:prstGeom prst="roundRect">
            <a:avLst>
              <a:gd name="adj" fmla="val 0"/>
            </a:avLst>
          </a:prstGeom>
          <a:solidFill>
            <a:srgbClr val="FFCD75"/>
          </a:solidFill>
          <a:ln/>
        </p:spPr>
      </p:sp>
      <p:sp>
        <p:nvSpPr>
          <p:cNvPr id="47" name="Text 45"/>
          <p:cNvSpPr/>
          <p:nvPr/>
        </p:nvSpPr>
        <p:spPr>
          <a:xfrm>
            <a:off x="8487221" y="5443538"/>
            <a:ext cx="419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spc="113" kern="0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09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042350" y="5443538"/>
            <a:ext cx="25431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spc="113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Conclusion &amp; Future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356550" y="5995988"/>
            <a:ext cx="33242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spc="7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Summary and roadmap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6364" y="346364"/>
            <a:ext cx="103909" cy="554182"/>
          </a:xfrm>
          <a:prstGeom prst="roundRect">
            <a:avLst>
              <a:gd name="adj" fmla="val 0"/>
            </a:avLst>
          </a:prstGeom>
          <a:solidFill>
            <a:srgbClr val="29ADFF"/>
          </a:solidFill>
          <a:ln/>
        </p:spPr>
      </p:sp>
      <p:sp>
        <p:nvSpPr>
          <p:cNvPr id="3" name="Text 1"/>
          <p:cNvSpPr/>
          <p:nvPr/>
        </p:nvSpPr>
        <p:spPr>
          <a:xfrm>
            <a:off x="588818" y="363682"/>
            <a:ext cx="3073977" cy="519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91" b="1" spc="205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6364" y="1004455"/>
            <a:ext cx="11499273" cy="34636"/>
          </a:xfrm>
          <a:prstGeom prst="roundRect">
            <a:avLst>
              <a:gd name="adj" fmla="val 0"/>
            </a:avLst>
          </a:prstGeom>
          <a:solidFill>
            <a:srgbClr val="29ADFF"/>
          </a:solidFill>
          <a:ln/>
        </p:spPr>
      </p:sp>
      <p:sp>
        <p:nvSpPr>
          <p:cNvPr id="5" name="Text 3"/>
          <p:cNvSpPr/>
          <p:nvPr/>
        </p:nvSpPr>
        <p:spPr>
          <a:xfrm>
            <a:off x="346364" y="1433080"/>
            <a:ext cx="5766955" cy="34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55" b="1" spc="123" kern="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What is AssetFlow?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6364" y="1917989"/>
            <a:ext cx="5715000" cy="1013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36" spc="82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AssetFlow is a </a:t>
            </a:r>
            <a:pPr>
              <a:lnSpc>
                <a:spcPct val="140000"/>
              </a:lnSpc>
            </a:pPr>
            <a:r>
              <a:rPr lang="en-US" sz="1636" b="1" spc="82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full-stack web application</a:t>
            </a:r>
            <a:pPr>
              <a:lnSpc>
                <a:spcPct val="140000"/>
              </a:lnSpc>
            </a:pPr>
            <a:r>
              <a:rPr lang="en-US" sz="1636" spc="82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designed specifically for freelancers and small agencies to manage their entire workflow.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6364" y="3138920"/>
            <a:ext cx="5715000" cy="1013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36" spc="82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system provides a </a:t>
            </a:r>
            <a:pPr>
              <a:lnSpc>
                <a:spcPct val="140000"/>
              </a:lnSpc>
            </a:pPr>
            <a:r>
              <a:rPr lang="en-US" sz="1636" b="1" spc="82" kern="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centralized dashboard</a:t>
            </a:r>
            <a:pPr>
              <a:lnSpc>
                <a:spcPct val="140000"/>
              </a:lnSpc>
            </a:pPr>
            <a:r>
              <a:rPr lang="en-US" sz="1636" spc="82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for handling clients, projects, digital assets, and invoices in one unified platform.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3682" y="4377170"/>
            <a:ext cx="5576455" cy="1939636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A7F0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8818" y="4602307"/>
            <a:ext cx="5256068" cy="311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45" b="1" spc="102" kern="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Target Audience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7784" y="5087216"/>
            <a:ext cx="181841" cy="207818"/>
          </a:xfrm>
          <a:custGeom>
            <a:avLst/>
            <a:gdLst/>
            <a:ahLst/>
            <a:cxnLst/>
            <a:rect l="l" t="t" r="r" b="b"/>
            <a:pathLst>
              <a:path w="181841" h="207818">
                <a:moveTo>
                  <a:pt x="90920" y="100662"/>
                </a:moveTo>
                <a:cubicBezTo>
                  <a:pt x="117803" y="100662"/>
                  <a:pt x="139628" y="78837"/>
                  <a:pt x="139628" y="51955"/>
                </a:cubicBezTo>
                <a:cubicBezTo>
                  <a:pt x="139628" y="25072"/>
                  <a:pt x="117803" y="3247"/>
                  <a:pt x="90920" y="3247"/>
                </a:cubicBezTo>
                <a:cubicBezTo>
                  <a:pt x="64038" y="3247"/>
                  <a:pt x="42213" y="25072"/>
                  <a:pt x="42213" y="51955"/>
                </a:cubicBezTo>
                <a:cubicBezTo>
                  <a:pt x="42213" y="78837"/>
                  <a:pt x="64038" y="100662"/>
                  <a:pt x="90920" y="100662"/>
                </a:cubicBezTo>
                <a:close/>
                <a:moveTo>
                  <a:pt x="78865" y="123392"/>
                </a:moveTo>
                <a:cubicBezTo>
                  <a:pt x="38885" y="123392"/>
                  <a:pt x="6494" y="155782"/>
                  <a:pt x="6494" y="195763"/>
                </a:cubicBezTo>
                <a:cubicBezTo>
                  <a:pt x="6494" y="202420"/>
                  <a:pt x="11893" y="207818"/>
                  <a:pt x="18549" y="207818"/>
                </a:cubicBezTo>
                <a:lnTo>
                  <a:pt x="163292" y="207818"/>
                </a:lnTo>
                <a:cubicBezTo>
                  <a:pt x="169948" y="207818"/>
                  <a:pt x="175347" y="202420"/>
                  <a:pt x="175347" y="195763"/>
                </a:cubicBezTo>
                <a:cubicBezTo>
                  <a:pt x="175347" y="155782"/>
                  <a:pt x="142956" y="123392"/>
                  <a:pt x="102976" y="123392"/>
                </a:cubicBezTo>
                <a:lnTo>
                  <a:pt x="78865" y="123392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5052580"/>
            <a:ext cx="1134341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6" spc="82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Freelancers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8818" y="5468216"/>
            <a:ext cx="259773" cy="207818"/>
          </a:xfrm>
          <a:custGeom>
            <a:avLst/>
            <a:gdLst/>
            <a:ahLst/>
            <a:cxnLst/>
            <a:rect l="l" t="t" r="r" b="b"/>
            <a:pathLst>
              <a:path w="259773" h="207818">
                <a:moveTo>
                  <a:pt x="129886" y="6494"/>
                </a:moveTo>
                <a:cubicBezTo>
                  <a:pt x="153184" y="6494"/>
                  <a:pt x="172099" y="25409"/>
                  <a:pt x="172099" y="48707"/>
                </a:cubicBezTo>
                <a:cubicBezTo>
                  <a:pt x="172099" y="72005"/>
                  <a:pt x="153184" y="90920"/>
                  <a:pt x="129886" y="90920"/>
                </a:cubicBezTo>
                <a:cubicBezTo>
                  <a:pt x="106588" y="90920"/>
                  <a:pt x="87673" y="72005"/>
                  <a:pt x="87673" y="48707"/>
                </a:cubicBezTo>
                <a:cubicBezTo>
                  <a:pt x="87673" y="25409"/>
                  <a:pt x="106588" y="6494"/>
                  <a:pt x="129886" y="6494"/>
                </a:cubicBezTo>
                <a:close/>
                <a:moveTo>
                  <a:pt x="38966" y="35719"/>
                </a:moveTo>
                <a:cubicBezTo>
                  <a:pt x="55095" y="35719"/>
                  <a:pt x="68190" y="48814"/>
                  <a:pt x="68190" y="64943"/>
                </a:cubicBezTo>
                <a:cubicBezTo>
                  <a:pt x="68190" y="81073"/>
                  <a:pt x="55095" y="94168"/>
                  <a:pt x="38966" y="94168"/>
                </a:cubicBezTo>
                <a:cubicBezTo>
                  <a:pt x="22837" y="94168"/>
                  <a:pt x="9741" y="81073"/>
                  <a:pt x="9741" y="64943"/>
                </a:cubicBezTo>
                <a:cubicBezTo>
                  <a:pt x="9741" y="48814"/>
                  <a:pt x="22837" y="35719"/>
                  <a:pt x="38966" y="35719"/>
                </a:cubicBezTo>
                <a:close/>
                <a:moveTo>
                  <a:pt x="0" y="168852"/>
                </a:moveTo>
                <a:cubicBezTo>
                  <a:pt x="0" y="140156"/>
                  <a:pt x="23258" y="116898"/>
                  <a:pt x="51955" y="116898"/>
                </a:cubicBezTo>
                <a:cubicBezTo>
                  <a:pt x="57150" y="116898"/>
                  <a:pt x="62183" y="117669"/>
                  <a:pt x="66932" y="119090"/>
                </a:cubicBezTo>
                <a:cubicBezTo>
                  <a:pt x="53578" y="134026"/>
                  <a:pt x="45460" y="153753"/>
                  <a:pt x="45460" y="175347"/>
                </a:cubicBezTo>
                <a:lnTo>
                  <a:pt x="45460" y="181841"/>
                </a:lnTo>
                <a:cubicBezTo>
                  <a:pt x="45460" y="186468"/>
                  <a:pt x="46434" y="190852"/>
                  <a:pt x="48180" y="194830"/>
                </a:cubicBezTo>
                <a:lnTo>
                  <a:pt x="12989" y="194830"/>
                </a:lnTo>
                <a:cubicBezTo>
                  <a:pt x="5804" y="194830"/>
                  <a:pt x="0" y="189025"/>
                  <a:pt x="0" y="181841"/>
                </a:cubicBezTo>
                <a:lnTo>
                  <a:pt x="0" y="168852"/>
                </a:lnTo>
                <a:close/>
                <a:moveTo>
                  <a:pt x="211593" y="194830"/>
                </a:moveTo>
                <a:cubicBezTo>
                  <a:pt x="213338" y="190852"/>
                  <a:pt x="214312" y="186468"/>
                  <a:pt x="214312" y="181841"/>
                </a:cubicBezTo>
                <a:lnTo>
                  <a:pt x="214312" y="175347"/>
                </a:lnTo>
                <a:cubicBezTo>
                  <a:pt x="214312" y="153753"/>
                  <a:pt x="206195" y="134026"/>
                  <a:pt x="192841" y="119090"/>
                </a:cubicBezTo>
                <a:cubicBezTo>
                  <a:pt x="197590" y="117669"/>
                  <a:pt x="202623" y="116898"/>
                  <a:pt x="207818" y="116898"/>
                </a:cubicBezTo>
                <a:cubicBezTo>
                  <a:pt x="236515" y="116898"/>
                  <a:pt x="259773" y="140156"/>
                  <a:pt x="259773" y="168852"/>
                </a:cubicBezTo>
                <a:lnTo>
                  <a:pt x="259773" y="181841"/>
                </a:lnTo>
                <a:cubicBezTo>
                  <a:pt x="259773" y="189025"/>
                  <a:pt x="253968" y="194830"/>
                  <a:pt x="246784" y="194830"/>
                </a:cubicBezTo>
                <a:lnTo>
                  <a:pt x="211593" y="194830"/>
                </a:lnTo>
                <a:close/>
                <a:moveTo>
                  <a:pt x="191582" y="64943"/>
                </a:moveTo>
                <a:cubicBezTo>
                  <a:pt x="191582" y="48814"/>
                  <a:pt x="204677" y="35719"/>
                  <a:pt x="220807" y="35719"/>
                </a:cubicBezTo>
                <a:cubicBezTo>
                  <a:pt x="236936" y="35719"/>
                  <a:pt x="250031" y="48814"/>
                  <a:pt x="250031" y="64943"/>
                </a:cubicBezTo>
                <a:cubicBezTo>
                  <a:pt x="250031" y="81073"/>
                  <a:pt x="236936" y="94168"/>
                  <a:pt x="220807" y="94168"/>
                </a:cubicBezTo>
                <a:cubicBezTo>
                  <a:pt x="204677" y="94168"/>
                  <a:pt x="191582" y="81073"/>
                  <a:pt x="191582" y="64943"/>
                </a:cubicBezTo>
                <a:close/>
                <a:moveTo>
                  <a:pt x="64943" y="175347"/>
                </a:moveTo>
                <a:cubicBezTo>
                  <a:pt x="64943" y="139465"/>
                  <a:pt x="94005" y="110403"/>
                  <a:pt x="129886" y="110403"/>
                </a:cubicBezTo>
                <a:cubicBezTo>
                  <a:pt x="165767" y="110403"/>
                  <a:pt x="194830" y="139465"/>
                  <a:pt x="194830" y="175347"/>
                </a:cubicBezTo>
                <a:lnTo>
                  <a:pt x="194830" y="181841"/>
                </a:lnTo>
                <a:cubicBezTo>
                  <a:pt x="194830" y="189025"/>
                  <a:pt x="189025" y="194830"/>
                  <a:pt x="181841" y="194830"/>
                </a:cubicBezTo>
                <a:lnTo>
                  <a:pt x="77932" y="194830"/>
                </a:lnTo>
                <a:cubicBezTo>
                  <a:pt x="70747" y="194830"/>
                  <a:pt x="64943" y="189025"/>
                  <a:pt x="64943" y="181841"/>
                </a:cubicBezTo>
                <a:lnTo>
                  <a:pt x="64943" y="175347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5433580"/>
            <a:ext cx="1376795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6" spc="82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Small Agencies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4795" y="5849216"/>
            <a:ext cx="207818" cy="207818"/>
          </a:xfrm>
          <a:custGeom>
            <a:avLst/>
            <a:gdLst/>
            <a:ahLst/>
            <a:cxnLst/>
            <a:rect l="l" t="t" r="r" b="b"/>
            <a:pathLst>
              <a:path w="207818" h="207818">
                <a:moveTo>
                  <a:pt x="81179" y="19483"/>
                </a:moveTo>
                <a:lnTo>
                  <a:pt x="126639" y="19483"/>
                </a:lnTo>
                <a:cubicBezTo>
                  <a:pt x="128425" y="19483"/>
                  <a:pt x="129886" y="20944"/>
                  <a:pt x="129886" y="22730"/>
                </a:cubicBezTo>
                <a:lnTo>
                  <a:pt x="129886" y="38966"/>
                </a:lnTo>
                <a:lnTo>
                  <a:pt x="77932" y="38966"/>
                </a:lnTo>
                <a:lnTo>
                  <a:pt x="77932" y="22730"/>
                </a:lnTo>
                <a:cubicBezTo>
                  <a:pt x="77932" y="20944"/>
                  <a:pt x="79393" y="19483"/>
                  <a:pt x="81179" y="19483"/>
                </a:cubicBezTo>
                <a:close/>
                <a:moveTo>
                  <a:pt x="58449" y="22730"/>
                </a:moveTo>
                <a:lnTo>
                  <a:pt x="58449" y="38966"/>
                </a:lnTo>
                <a:lnTo>
                  <a:pt x="25977" y="38966"/>
                </a:lnTo>
                <a:cubicBezTo>
                  <a:pt x="11649" y="38966"/>
                  <a:pt x="0" y="50615"/>
                  <a:pt x="0" y="64943"/>
                </a:cubicBezTo>
                <a:lnTo>
                  <a:pt x="0" y="103909"/>
                </a:lnTo>
                <a:lnTo>
                  <a:pt x="207818" y="103909"/>
                </a:lnTo>
                <a:lnTo>
                  <a:pt x="207818" y="64943"/>
                </a:lnTo>
                <a:cubicBezTo>
                  <a:pt x="207818" y="50615"/>
                  <a:pt x="196169" y="38966"/>
                  <a:pt x="181841" y="38966"/>
                </a:cubicBezTo>
                <a:lnTo>
                  <a:pt x="149369" y="38966"/>
                </a:lnTo>
                <a:lnTo>
                  <a:pt x="149369" y="22730"/>
                </a:lnTo>
                <a:cubicBezTo>
                  <a:pt x="149369" y="10188"/>
                  <a:pt x="139181" y="0"/>
                  <a:pt x="126639" y="0"/>
                </a:cubicBezTo>
                <a:lnTo>
                  <a:pt x="81179" y="0"/>
                </a:lnTo>
                <a:cubicBezTo>
                  <a:pt x="68637" y="0"/>
                  <a:pt x="58449" y="10188"/>
                  <a:pt x="58449" y="22730"/>
                </a:cubicBezTo>
                <a:close/>
                <a:moveTo>
                  <a:pt x="207818" y="123392"/>
                </a:moveTo>
                <a:lnTo>
                  <a:pt x="129886" y="123392"/>
                </a:lnTo>
                <a:lnTo>
                  <a:pt x="129886" y="129886"/>
                </a:lnTo>
                <a:cubicBezTo>
                  <a:pt x="129886" y="137071"/>
                  <a:pt x="124082" y="142875"/>
                  <a:pt x="116898" y="142875"/>
                </a:cubicBezTo>
                <a:lnTo>
                  <a:pt x="90920" y="142875"/>
                </a:lnTo>
                <a:cubicBezTo>
                  <a:pt x="83736" y="142875"/>
                  <a:pt x="77932" y="137071"/>
                  <a:pt x="77932" y="129886"/>
                </a:cubicBezTo>
                <a:lnTo>
                  <a:pt x="77932" y="123392"/>
                </a:lnTo>
                <a:lnTo>
                  <a:pt x="0" y="123392"/>
                </a:lnTo>
                <a:lnTo>
                  <a:pt x="0" y="168852"/>
                </a:lnTo>
                <a:cubicBezTo>
                  <a:pt x="0" y="183180"/>
                  <a:pt x="11649" y="194830"/>
                  <a:pt x="25977" y="194830"/>
                </a:cubicBezTo>
                <a:lnTo>
                  <a:pt x="181841" y="194830"/>
                </a:lnTo>
                <a:cubicBezTo>
                  <a:pt x="196169" y="194830"/>
                  <a:pt x="207818" y="183180"/>
                  <a:pt x="207818" y="168852"/>
                </a:cubicBezTo>
                <a:lnTo>
                  <a:pt x="207818" y="123392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" y="5814580"/>
            <a:ext cx="2086841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6" spc="82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Creative Professionals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51864" y="1264227"/>
            <a:ext cx="5576455" cy="3082636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28955" y="1489364"/>
            <a:ext cx="415636" cy="415636"/>
          </a:xfrm>
          <a:custGeom>
            <a:avLst/>
            <a:gdLst/>
            <a:ahLst/>
            <a:cxnLst/>
            <a:rect l="l" t="t" r="r" b="b"/>
            <a:pathLst>
              <a:path w="415636" h="415636">
                <a:moveTo>
                  <a:pt x="188741" y="4221"/>
                </a:moveTo>
                <a:cubicBezTo>
                  <a:pt x="200837" y="-1380"/>
                  <a:pt x="214800" y="-1380"/>
                  <a:pt x="226895" y="4221"/>
                </a:cubicBezTo>
                <a:lnTo>
                  <a:pt x="404352" y="86212"/>
                </a:lnTo>
                <a:cubicBezTo>
                  <a:pt x="411253" y="89378"/>
                  <a:pt x="415636" y="96278"/>
                  <a:pt x="415636" y="103909"/>
                </a:cubicBezTo>
                <a:cubicBezTo>
                  <a:pt x="415636" y="111540"/>
                  <a:pt x="411253" y="118440"/>
                  <a:pt x="404352" y="121606"/>
                </a:cubicBezTo>
                <a:lnTo>
                  <a:pt x="226895" y="203597"/>
                </a:lnTo>
                <a:cubicBezTo>
                  <a:pt x="214800" y="209198"/>
                  <a:pt x="200837" y="209198"/>
                  <a:pt x="188741" y="203597"/>
                </a:cubicBezTo>
                <a:lnTo>
                  <a:pt x="11284" y="121606"/>
                </a:lnTo>
                <a:cubicBezTo>
                  <a:pt x="4384" y="118359"/>
                  <a:pt x="0" y="111459"/>
                  <a:pt x="0" y="103909"/>
                </a:cubicBezTo>
                <a:cubicBezTo>
                  <a:pt x="0" y="96359"/>
                  <a:pt x="4384" y="89378"/>
                  <a:pt x="11284" y="86212"/>
                </a:cubicBezTo>
                <a:lnTo>
                  <a:pt x="188741" y="4221"/>
                </a:lnTo>
                <a:close/>
                <a:moveTo>
                  <a:pt x="39047" y="177295"/>
                </a:moveTo>
                <a:lnTo>
                  <a:pt x="172424" y="238910"/>
                </a:lnTo>
                <a:cubicBezTo>
                  <a:pt x="194911" y="249301"/>
                  <a:pt x="220807" y="249301"/>
                  <a:pt x="243293" y="238910"/>
                </a:cubicBezTo>
                <a:lnTo>
                  <a:pt x="376670" y="177295"/>
                </a:lnTo>
                <a:lnTo>
                  <a:pt x="404352" y="190121"/>
                </a:lnTo>
                <a:cubicBezTo>
                  <a:pt x="411253" y="193287"/>
                  <a:pt x="415636" y="200187"/>
                  <a:pt x="415636" y="207818"/>
                </a:cubicBezTo>
                <a:cubicBezTo>
                  <a:pt x="415636" y="215449"/>
                  <a:pt x="411253" y="222349"/>
                  <a:pt x="404352" y="225515"/>
                </a:cubicBezTo>
                <a:lnTo>
                  <a:pt x="226895" y="307506"/>
                </a:lnTo>
                <a:cubicBezTo>
                  <a:pt x="214800" y="313107"/>
                  <a:pt x="200837" y="313107"/>
                  <a:pt x="188741" y="307506"/>
                </a:cubicBezTo>
                <a:lnTo>
                  <a:pt x="11284" y="225515"/>
                </a:lnTo>
                <a:cubicBezTo>
                  <a:pt x="4384" y="222268"/>
                  <a:pt x="0" y="215368"/>
                  <a:pt x="0" y="207818"/>
                </a:cubicBezTo>
                <a:cubicBezTo>
                  <a:pt x="0" y="200269"/>
                  <a:pt x="4384" y="193287"/>
                  <a:pt x="11284" y="190121"/>
                </a:cubicBezTo>
                <a:lnTo>
                  <a:pt x="38966" y="177295"/>
                </a:lnTo>
                <a:close/>
                <a:moveTo>
                  <a:pt x="11284" y="294030"/>
                </a:moveTo>
                <a:lnTo>
                  <a:pt x="38966" y="281204"/>
                </a:lnTo>
                <a:lnTo>
                  <a:pt x="172343" y="342819"/>
                </a:lnTo>
                <a:cubicBezTo>
                  <a:pt x="194830" y="353210"/>
                  <a:pt x="220726" y="353210"/>
                  <a:pt x="243212" y="342819"/>
                </a:cubicBezTo>
                <a:lnTo>
                  <a:pt x="376589" y="281204"/>
                </a:lnTo>
                <a:lnTo>
                  <a:pt x="404271" y="294030"/>
                </a:lnTo>
                <a:cubicBezTo>
                  <a:pt x="411172" y="297196"/>
                  <a:pt x="415555" y="304096"/>
                  <a:pt x="415555" y="311727"/>
                </a:cubicBezTo>
                <a:cubicBezTo>
                  <a:pt x="415555" y="319358"/>
                  <a:pt x="411172" y="326258"/>
                  <a:pt x="404271" y="329424"/>
                </a:cubicBezTo>
                <a:lnTo>
                  <a:pt x="226814" y="411415"/>
                </a:lnTo>
                <a:cubicBezTo>
                  <a:pt x="214718" y="417016"/>
                  <a:pt x="200756" y="417016"/>
                  <a:pt x="188660" y="411415"/>
                </a:cubicBezTo>
                <a:lnTo>
                  <a:pt x="11284" y="329424"/>
                </a:lnTo>
                <a:cubicBezTo>
                  <a:pt x="4384" y="326177"/>
                  <a:pt x="0" y="319277"/>
                  <a:pt x="0" y="311727"/>
                </a:cubicBezTo>
                <a:cubicBezTo>
                  <a:pt x="0" y="304178"/>
                  <a:pt x="4384" y="297196"/>
                  <a:pt x="11284" y="294030"/>
                </a:cubicBez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18" name="Text 16"/>
          <p:cNvSpPr/>
          <p:nvPr/>
        </p:nvSpPr>
        <p:spPr>
          <a:xfrm>
            <a:off x="7135091" y="1524000"/>
            <a:ext cx="2407227" cy="34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55" b="1" spc="123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Core Components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85659" y="2052205"/>
            <a:ext cx="2476500" cy="95250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29080" y="2199409"/>
            <a:ext cx="389659" cy="311727"/>
          </a:xfrm>
          <a:custGeom>
            <a:avLst/>
            <a:gdLst/>
            <a:ahLst/>
            <a:cxnLst/>
            <a:rect l="l" t="t" r="r" b="b"/>
            <a:pathLst>
              <a:path w="389659" h="311727">
                <a:moveTo>
                  <a:pt x="194830" y="9741"/>
                </a:moveTo>
                <a:cubicBezTo>
                  <a:pt x="229777" y="9741"/>
                  <a:pt x="258149" y="38114"/>
                  <a:pt x="258149" y="73061"/>
                </a:cubicBezTo>
                <a:cubicBezTo>
                  <a:pt x="258149" y="108008"/>
                  <a:pt x="229777" y="136381"/>
                  <a:pt x="194830" y="136381"/>
                </a:cubicBezTo>
                <a:cubicBezTo>
                  <a:pt x="159883" y="136381"/>
                  <a:pt x="131510" y="108008"/>
                  <a:pt x="131510" y="73061"/>
                </a:cubicBezTo>
                <a:cubicBezTo>
                  <a:pt x="131510" y="38114"/>
                  <a:pt x="159883" y="9741"/>
                  <a:pt x="194830" y="9741"/>
                </a:cubicBezTo>
                <a:close/>
                <a:moveTo>
                  <a:pt x="58449" y="53578"/>
                </a:moveTo>
                <a:cubicBezTo>
                  <a:pt x="82643" y="53578"/>
                  <a:pt x="102286" y="73221"/>
                  <a:pt x="102286" y="97415"/>
                </a:cubicBezTo>
                <a:cubicBezTo>
                  <a:pt x="102286" y="121609"/>
                  <a:pt x="82643" y="141251"/>
                  <a:pt x="58449" y="141251"/>
                </a:cubicBezTo>
                <a:cubicBezTo>
                  <a:pt x="34255" y="141251"/>
                  <a:pt x="14612" y="121609"/>
                  <a:pt x="14612" y="97415"/>
                </a:cubicBezTo>
                <a:cubicBezTo>
                  <a:pt x="14612" y="73221"/>
                  <a:pt x="34255" y="53578"/>
                  <a:pt x="58449" y="53578"/>
                </a:cubicBezTo>
                <a:close/>
                <a:moveTo>
                  <a:pt x="0" y="253278"/>
                </a:moveTo>
                <a:cubicBezTo>
                  <a:pt x="0" y="210233"/>
                  <a:pt x="34887" y="175347"/>
                  <a:pt x="77932" y="175347"/>
                </a:cubicBezTo>
                <a:cubicBezTo>
                  <a:pt x="85725" y="175347"/>
                  <a:pt x="93275" y="176503"/>
                  <a:pt x="100398" y="178634"/>
                </a:cubicBezTo>
                <a:cubicBezTo>
                  <a:pt x="80367" y="201040"/>
                  <a:pt x="68190" y="230629"/>
                  <a:pt x="68190" y="263020"/>
                </a:cubicBezTo>
                <a:lnTo>
                  <a:pt x="68190" y="272761"/>
                </a:lnTo>
                <a:cubicBezTo>
                  <a:pt x="68190" y="279702"/>
                  <a:pt x="69652" y="286278"/>
                  <a:pt x="72270" y="292244"/>
                </a:cubicBezTo>
                <a:lnTo>
                  <a:pt x="19483" y="292244"/>
                </a:lnTo>
                <a:cubicBezTo>
                  <a:pt x="8706" y="292244"/>
                  <a:pt x="0" y="283538"/>
                  <a:pt x="0" y="272761"/>
                </a:cubicBezTo>
                <a:lnTo>
                  <a:pt x="0" y="253278"/>
                </a:lnTo>
                <a:close/>
                <a:moveTo>
                  <a:pt x="317390" y="292244"/>
                </a:moveTo>
                <a:cubicBezTo>
                  <a:pt x="320008" y="286278"/>
                  <a:pt x="321469" y="279702"/>
                  <a:pt x="321469" y="272761"/>
                </a:cubicBezTo>
                <a:lnTo>
                  <a:pt x="321469" y="263020"/>
                </a:lnTo>
                <a:cubicBezTo>
                  <a:pt x="321469" y="230629"/>
                  <a:pt x="309292" y="201040"/>
                  <a:pt x="289261" y="178634"/>
                </a:cubicBezTo>
                <a:cubicBezTo>
                  <a:pt x="296384" y="176503"/>
                  <a:pt x="303934" y="175347"/>
                  <a:pt x="311727" y="175347"/>
                </a:cubicBezTo>
                <a:cubicBezTo>
                  <a:pt x="354772" y="175347"/>
                  <a:pt x="389659" y="210233"/>
                  <a:pt x="389659" y="253278"/>
                </a:cubicBezTo>
                <a:lnTo>
                  <a:pt x="389659" y="272761"/>
                </a:lnTo>
                <a:cubicBezTo>
                  <a:pt x="389659" y="283538"/>
                  <a:pt x="380953" y="292244"/>
                  <a:pt x="370176" y="292244"/>
                </a:cubicBezTo>
                <a:lnTo>
                  <a:pt x="317390" y="292244"/>
                </a:lnTo>
                <a:close/>
                <a:moveTo>
                  <a:pt x="287374" y="97415"/>
                </a:moveTo>
                <a:cubicBezTo>
                  <a:pt x="287374" y="73221"/>
                  <a:pt x="307016" y="53578"/>
                  <a:pt x="331210" y="53578"/>
                </a:cubicBezTo>
                <a:cubicBezTo>
                  <a:pt x="355404" y="53578"/>
                  <a:pt x="375047" y="73221"/>
                  <a:pt x="375047" y="97415"/>
                </a:cubicBezTo>
                <a:cubicBezTo>
                  <a:pt x="375047" y="121609"/>
                  <a:pt x="355404" y="141251"/>
                  <a:pt x="331210" y="141251"/>
                </a:cubicBezTo>
                <a:cubicBezTo>
                  <a:pt x="307016" y="141251"/>
                  <a:pt x="287374" y="121609"/>
                  <a:pt x="287374" y="97415"/>
                </a:cubicBezTo>
                <a:close/>
                <a:moveTo>
                  <a:pt x="97415" y="263020"/>
                </a:moveTo>
                <a:cubicBezTo>
                  <a:pt x="97415" y="209198"/>
                  <a:pt x="141008" y="165605"/>
                  <a:pt x="194830" y="165605"/>
                </a:cubicBezTo>
                <a:cubicBezTo>
                  <a:pt x="248651" y="165605"/>
                  <a:pt x="292244" y="209198"/>
                  <a:pt x="292244" y="263020"/>
                </a:cubicBezTo>
                <a:lnTo>
                  <a:pt x="292244" y="272761"/>
                </a:lnTo>
                <a:cubicBezTo>
                  <a:pt x="292244" y="283538"/>
                  <a:pt x="283538" y="292244"/>
                  <a:pt x="272761" y="292244"/>
                </a:cubicBezTo>
                <a:lnTo>
                  <a:pt x="116898" y="292244"/>
                </a:lnTo>
                <a:cubicBezTo>
                  <a:pt x="106121" y="292244"/>
                  <a:pt x="97415" y="283538"/>
                  <a:pt x="97415" y="272761"/>
                </a:cubicBezTo>
                <a:lnTo>
                  <a:pt x="97415" y="263020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21" name="Text 19"/>
          <p:cNvSpPr/>
          <p:nvPr/>
        </p:nvSpPr>
        <p:spPr>
          <a:xfrm>
            <a:off x="6580909" y="2580409"/>
            <a:ext cx="2286000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6" spc="82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Clients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118023" y="2052205"/>
            <a:ext cx="2476500" cy="95250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200409" y="2199409"/>
            <a:ext cx="311727" cy="311727"/>
          </a:xfrm>
          <a:custGeom>
            <a:avLst/>
            <a:gdLst/>
            <a:ahLst/>
            <a:cxnLst/>
            <a:rect l="l" t="t" r="r" b="b"/>
            <a:pathLst>
              <a:path w="311727" h="311727">
                <a:moveTo>
                  <a:pt x="0" y="48707"/>
                </a:moveTo>
                <a:cubicBezTo>
                  <a:pt x="0" y="32573"/>
                  <a:pt x="13090" y="19483"/>
                  <a:pt x="29224" y="19483"/>
                </a:cubicBezTo>
                <a:lnTo>
                  <a:pt x="87673" y="19483"/>
                </a:lnTo>
                <a:cubicBezTo>
                  <a:pt x="103808" y="19483"/>
                  <a:pt x="116898" y="32573"/>
                  <a:pt x="116898" y="48707"/>
                </a:cubicBezTo>
                <a:lnTo>
                  <a:pt x="116898" y="58449"/>
                </a:lnTo>
                <a:lnTo>
                  <a:pt x="194830" y="58449"/>
                </a:lnTo>
                <a:lnTo>
                  <a:pt x="194830" y="48707"/>
                </a:lnTo>
                <a:cubicBezTo>
                  <a:pt x="194830" y="32573"/>
                  <a:pt x="207920" y="19483"/>
                  <a:pt x="224054" y="19483"/>
                </a:cubicBezTo>
                <a:lnTo>
                  <a:pt x="282503" y="19483"/>
                </a:lnTo>
                <a:cubicBezTo>
                  <a:pt x="298637" y="19483"/>
                  <a:pt x="311727" y="32573"/>
                  <a:pt x="311727" y="48707"/>
                </a:cubicBezTo>
                <a:lnTo>
                  <a:pt x="311727" y="107156"/>
                </a:lnTo>
                <a:cubicBezTo>
                  <a:pt x="311727" y="123291"/>
                  <a:pt x="298637" y="136381"/>
                  <a:pt x="282503" y="136381"/>
                </a:cubicBezTo>
                <a:lnTo>
                  <a:pt x="224054" y="136381"/>
                </a:lnTo>
                <a:cubicBezTo>
                  <a:pt x="207920" y="136381"/>
                  <a:pt x="194830" y="123291"/>
                  <a:pt x="194830" y="107156"/>
                </a:cubicBezTo>
                <a:lnTo>
                  <a:pt x="194830" y="97415"/>
                </a:lnTo>
                <a:lnTo>
                  <a:pt x="116898" y="97415"/>
                </a:lnTo>
                <a:lnTo>
                  <a:pt x="116898" y="107156"/>
                </a:lnTo>
                <a:cubicBezTo>
                  <a:pt x="116898" y="111601"/>
                  <a:pt x="115863" y="115863"/>
                  <a:pt x="114097" y="119638"/>
                </a:cubicBezTo>
                <a:lnTo>
                  <a:pt x="155864" y="175347"/>
                </a:lnTo>
                <a:lnTo>
                  <a:pt x="204571" y="175347"/>
                </a:lnTo>
                <a:cubicBezTo>
                  <a:pt x="220705" y="175347"/>
                  <a:pt x="233795" y="188437"/>
                  <a:pt x="233795" y="204571"/>
                </a:cubicBezTo>
                <a:lnTo>
                  <a:pt x="233795" y="263020"/>
                </a:lnTo>
                <a:cubicBezTo>
                  <a:pt x="233795" y="279154"/>
                  <a:pt x="220705" y="292244"/>
                  <a:pt x="204571" y="292244"/>
                </a:cubicBezTo>
                <a:lnTo>
                  <a:pt x="146122" y="292244"/>
                </a:lnTo>
                <a:cubicBezTo>
                  <a:pt x="129988" y="292244"/>
                  <a:pt x="116898" y="279154"/>
                  <a:pt x="116898" y="263020"/>
                </a:cubicBezTo>
                <a:lnTo>
                  <a:pt x="116898" y="204571"/>
                </a:lnTo>
                <a:cubicBezTo>
                  <a:pt x="116898" y="200126"/>
                  <a:pt x="117933" y="195865"/>
                  <a:pt x="119698" y="192090"/>
                </a:cubicBezTo>
                <a:lnTo>
                  <a:pt x="77932" y="136381"/>
                </a:lnTo>
                <a:lnTo>
                  <a:pt x="29224" y="136381"/>
                </a:lnTo>
                <a:cubicBezTo>
                  <a:pt x="13090" y="136381"/>
                  <a:pt x="0" y="123291"/>
                  <a:pt x="0" y="107156"/>
                </a:cubicBezTo>
                <a:lnTo>
                  <a:pt x="0" y="48707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24" name="Text 22"/>
          <p:cNvSpPr/>
          <p:nvPr/>
        </p:nvSpPr>
        <p:spPr>
          <a:xfrm>
            <a:off x="9213273" y="2580409"/>
            <a:ext cx="2286000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6" spc="82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Projects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85659" y="3160568"/>
            <a:ext cx="2476500" cy="95250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07011" y="3307773"/>
            <a:ext cx="233795" cy="311727"/>
          </a:xfrm>
          <a:custGeom>
            <a:avLst/>
            <a:gdLst/>
            <a:ahLst/>
            <a:cxnLst/>
            <a:rect l="l" t="t" r="r" b="b"/>
            <a:pathLst>
              <a:path w="233795" h="311727">
                <a:moveTo>
                  <a:pt x="0" y="38966"/>
                </a:moveTo>
                <a:cubicBezTo>
                  <a:pt x="0" y="17474"/>
                  <a:pt x="17474" y="0"/>
                  <a:pt x="38966" y="0"/>
                </a:cubicBezTo>
                <a:lnTo>
                  <a:pt x="129988" y="0"/>
                </a:lnTo>
                <a:cubicBezTo>
                  <a:pt x="140338" y="0"/>
                  <a:pt x="150262" y="4079"/>
                  <a:pt x="157568" y="11385"/>
                </a:cubicBezTo>
                <a:lnTo>
                  <a:pt x="222410" y="76288"/>
                </a:lnTo>
                <a:cubicBezTo>
                  <a:pt x="229716" y="83594"/>
                  <a:pt x="233795" y="93518"/>
                  <a:pt x="233795" y="103869"/>
                </a:cubicBezTo>
                <a:lnTo>
                  <a:pt x="233795" y="272761"/>
                </a:lnTo>
                <a:cubicBezTo>
                  <a:pt x="233795" y="294253"/>
                  <a:pt x="216322" y="311727"/>
                  <a:pt x="194830" y="311727"/>
                </a:cubicBezTo>
                <a:lnTo>
                  <a:pt x="38966" y="311727"/>
                </a:lnTo>
                <a:cubicBezTo>
                  <a:pt x="17474" y="311727"/>
                  <a:pt x="0" y="294253"/>
                  <a:pt x="0" y="272761"/>
                </a:cubicBezTo>
                <a:lnTo>
                  <a:pt x="0" y="38966"/>
                </a:lnTo>
                <a:close/>
                <a:moveTo>
                  <a:pt x="126639" y="35617"/>
                </a:moveTo>
                <a:lnTo>
                  <a:pt x="126639" y="92544"/>
                </a:lnTo>
                <a:cubicBezTo>
                  <a:pt x="126639" y="100642"/>
                  <a:pt x="133154" y="107156"/>
                  <a:pt x="141251" y="107156"/>
                </a:cubicBezTo>
                <a:lnTo>
                  <a:pt x="198178" y="107156"/>
                </a:lnTo>
                <a:lnTo>
                  <a:pt x="126639" y="35617"/>
                </a:lnTo>
                <a:close/>
                <a:moveTo>
                  <a:pt x="38966" y="53578"/>
                </a:moveTo>
                <a:cubicBezTo>
                  <a:pt x="38966" y="61676"/>
                  <a:pt x="45481" y="68190"/>
                  <a:pt x="53578" y="68190"/>
                </a:cubicBezTo>
                <a:lnTo>
                  <a:pt x="82803" y="68190"/>
                </a:lnTo>
                <a:cubicBezTo>
                  <a:pt x="90900" y="68190"/>
                  <a:pt x="97415" y="61676"/>
                  <a:pt x="97415" y="53578"/>
                </a:cubicBezTo>
                <a:cubicBezTo>
                  <a:pt x="97415" y="45481"/>
                  <a:pt x="90900" y="38966"/>
                  <a:pt x="82803" y="38966"/>
                </a:cubicBezTo>
                <a:lnTo>
                  <a:pt x="53578" y="38966"/>
                </a:lnTo>
                <a:cubicBezTo>
                  <a:pt x="45481" y="38966"/>
                  <a:pt x="38966" y="45481"/>
                  <a:pt x="38966" y="53578"/>
                </a:cubicBezTo>
                <a:close/>
                <a:moveTo>
                  <a:pt x="38966" y="112027"/>
                </a:moveTo>
                <a:cubicBezTo>
                  <a:pt x="38966" y="120125"/>
                  <a:pt x="45481" y="126639"/>
                  <a:pt x="53578" y="126639"/>
                </a:cubicBezTo>
                <a:lnTo>
                  <a:pt x="82803" y="126639"/>
                </a:lnTo>
                <a:cubicBezTo>
                  <a:pt x="90900" y="126639"/>
                  <a:pt x="97415" y="120125"/>
                  <a:pt x="97415" y="112027"/>
                </a:cubicBezTo>
                <a:cubicBezTo>
                  <a:pt x="97415" y="103929"/>
                  <a:pt x="90900" y="97415"/>
                  <a:pt x="82803" y="97415"/>
                </a:cubicBezTo>
                <a:lnTo>
                  <a:pt x="53578" y="97415"/>
                </a:lnTo>
                <a:cubicBezTo>
                  <a:pt x="45481" y="97415"/>
                  <a:pt x="38966" y="103929"/>
                  <a:pt x="38966" y="112027"/>
                </a:cubicBezTo>
                <a:close/>
                <a:moveTo>
                  <a:pt x="107156" y="158299"/>
                </a:moveTo>
                <a:lnTo>
                  <a:pt x="107156" y="160734"/>
                </a:lnTo>
                <a:cubicBezTo>
                  <a:pt x="89622" y="160917"/>
                  <a:pt x="75496" y="175164"/>
                  <a:pt x="75496" y="192699"/>
                </a:cubicBezTo>
                <a:cubicBezTo>
                  <a:pt x="75496" y="208346"/>
                  <a:pt x="86760" y="221679"/>
                  <a:pt x="102225" y="224237"/>
                </a:cubicBezTo>
                <a:lnTo>
                  <a:pt x="127613" y="228499"/>
                </a:lnTo>
                <a:cubicBezTo>
                  <a:pt x="131266" y="229107"/>
                  <a:pt x="133945" y="232273"/>
                  <a:pt x="133945" y="235987"/>
                </a:cubicBezTo>
                <a:cubicBezTo>
                  <a:pt x="133945" y="240188"/>
                  <a:pt x="130536" y="243598"/>
                  <a:pt x="126335" y="243598"/>
                </a:cubicBezTo>
                <a:lnTo>
                  <a:pt x="92544" y="243537"/>
                </a:lnTo>
                <a:cubicBezTo>
                  <a:pt x="85847" y="243537"/>
                  <a:pt x="80367" y="249017"/>
                  <a:pt x="80367" y="255714"/>
                </a:cubicBezTo>
                <a:cubicBezTo>
                  <a:pt x="80367" y="262411"/>
                  <a:pt x="85847" y="267891"/>
                  <a:pt x="92544" y="267891"/>
                </a:cubicBezTo>
                <a:lnTo>
                  <a:pt x="107156" y="267891"/>
                </a:lnTo>
                <a:lnTo>
                  <a:pt x="107156" y="270326"/>
                </a:lnTo>
                <a:cubicBezTo>
                  <a:pt x="107156" y="277023"/>
                  <a:pt x="112636" y="282503"/>
                  <a:pt x="119333" y="282503"/>
                </a:cubicBezTo>
                <a:cubicBezTo>
                  <a:pt x="126030" y="282503"/>
                  <a:pt x="131510" y="277023"/>
                  <a:pt x="131510" y="270326"/>
                </a:cubicBezTo>
                <a:lnTo>
                  <a:pt x="131510" y="267464"/>
                </a:lnTo>
                <a:cubicBezTo>
                  <a:pt x="146731" y="264968"/>
                  <a:pt x="158299" y="251817"/>
                  <a:pt x="158299" y="235926"/>
                </a:cubicBezTo>
                <a:cubicBezTo>
                  <a:pt x="158299" y="220279"/>
                  <a:pt x="147035" y="206946"/>
                  <a:pt x="131571" y="204388"/>
                </a:cubicBezTo>
                <a:lnTo>
                  <a:pt x="106182" y="200126"/>
                </a:lnTo>
                <a:cubicBezTo>
                  <a:pt x="102529" y="199518"/>
                  <a:pt x="99850" y="196352"/>
                  <a:pt x="99850" y="192638"/>
                </a:cubicBezTo>
                <a:cubicBezTo>
                  <a:pt x="99850" y="188437"/>
                  <a:pt x="103260" y="185027"/>
                  <a:pt x="107461" y="185027"/>
                </a:cubicBezTo>
                <a:lnTo>
                  <a:pt x="136381" y="185027"/>
                </a:lnTo>
                <a:cubicBezTo>
                  <a:pt x="143078" y="185027"/>
                  <a:pt x="148558" y="179548"/>
                  <a:pt x="148558" y="172850"/>
                </a:cubicBezTo>
                <a:cubicBezTo>
                  <a:pt x="148558" y="166153"/>
                  <a:pt x="143078" y="160673"/>
                  <a:pt x="136381" y="160673"/>
                </a:cubicBezTo>
                <a:lnTo>
                  <a:pt x="131510" y="160673"/>
                </a:lnTo>
                <a:lnTo>
                  <a:pt x="131510" y="158238"/>
                </a:lnTo>
                <a:cubicBezTo>
                  <a:pt x="131510" y="151541"/>
                  <a:pt x="126030" y="146061"/>
                  <a:pt x="119333" y="146061"/>
                </a:cubicBezTo>
                <a:cubicBezTo>
                  <a:pt x="112636" y="146061"/>
                  <a:pt x="107156" y="151541"/>
                  <a:pt x="107156" y="158238"/>
                </a:cubicBez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27" name="Text 25"/>
          <p:cNvSpPr/>
          <p:nvPr/>
        </p:nvSpPr>
        <p:spPr>
          <a:xfrm>
            <a:off x="6580909" y="3688773"/>
            <a:ext cx="2286000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6" spc="82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Invoices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118023" y="3160568"/>
            <a:ext cx="2476500" cy="95250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180926" y="3307773"/>
            <a:ext cx="350693" cy="311727"/>
          </a:xfrm>
          <a:custGeom>
            <a:avLst/>
            <a:gdLst/>
            <a:ahLst/>
            <a:cxnLst/>
            <a:rect l="l" t="t" r="r" b="b"/>
            <a:pathLst>
              <a:path w="350693" h="311727">
                <a:moveTo>
                  <a:pt x="58449" y="58449"/>
                </a:moveTo>
                <a:cubicBezTo>
                  <a:pt x="58449" y="36957"/>
                  <a:pt x="75923" y="19483"/>
                  <a:pt x="97415" y="19483"/>
                </a:cubicBezTo>
                <a:lnTo>
                  <a:pt x="292244" y="19483"/>
                </a:lnTo>
                <a:cubicBezTo>
                  <a:pt x="313736" y="19483"/>
                  <a:pt x="331210" y="36957"/>
                  <a:pt x="331210" y="58449"/>
                </a:cubicBezTo>
                <a:lnTo>
                  <a:pt x="331210" y="214313"/>
                </a:lnTo>
                <a:cubicBezTo>
                  <a:pt x="331210" y="235805"/>
                  <a:pt x="313736" y="253278"/>
                  <a:pt x="292244" y="253278"/>
                </a:cubicBezTo>
                <a:lnTo>
                  <a:pt x="97415" y="253278"/>
                </a:lnTo>
                <a:cubicBezTo>
                  <a:pt x="75923" y="253278"/>
                  <a:pt x="58449" y="235805"/>
                  <a:pt x="58449" y="214313"/>
                </a:cubicBezTo>
                <a:lnTo>
                  <a:pt x="58449" y="58449"/>
                </a:lnTo>
                <a:close/>
                <a:moveTo>
                  <a:pt x="14612" y="77932"/>
                </a:moveTo>
                <a:cubicBezTo>
                  <a:pt x="22710" y="77932"/>
                  <a:pt x="29224" y="84446"/>
                  <a:pt x="29224" y="92544"/>
                </a:cubicBezTo>
                <a:lnTo>
                  <a:pt x="29224" y="272761"/>
                </a:lnTo>
                <a:cubicBezTo>
                  <a:pt x="29224" y="278119"/>
                  <a:pt x="33608" y="282503"/>
                  <a:pt x="38966" y="282503"/>
                </a:cubicBezTo>
                <a:lnTo>
                  <a:pt x="258149" y="282503"/>
                </a:lnTo>
                <a:cubicBezTo>
                  <a:pt x="266247" y="282503"/>
                  <a:pt x="272761" y="289017"/>
                  <a:pt x="272761" y="297115"/>
                </a:cubicBezTo>
                <a:cubicBezTo>
                  <a:pt x="272761" y="305213"/>
                  <a:pt x="266247" y="311727"/>
                  <a:pt x="258149" y="311727"/>
                </a:cubicBezTo>
                <a:lnTo>
                  <a:pt x="38966" y="311727"/>
                </a:lnTo>
                <a:cubicBezTo>
                  <a:pt x="17474" y="311727"/>
                  <a:pt x="0" y="294253"/>
                  <a:pt x="0" y="272761"/>
                </a:cubicBezTo>
                <a:lnTo>
                  <a:pt x="0" y="92544"/>
                </a:lnTo>
                <a:cubicBezTo>
                  <a:pt x="0" y="84446"/>
                  <a:pt x="6515" y="77932"/>
                  <a:pt x="14612" y="77932"/>
                </a:cubicBezTo>
                <a:close/>
                <a:moveTo>
                  <a:pt x="116898" y="97415"/>
                </a:moveTo>
                <a:cubicBezTo>
                  <a:pt x="127651" y="97415"/>
                  <a:pt x="136381" y="88685"/>
                  <a:pt x="136381" y="77932"/>
                </a:cubicBezTo>
                <a:cubicBezTo>
                  <a:pt x="136381" y="67179"/>
                  <a:pt x="127651" y="58449"/>
                  <a:pt x="116898" y="58449"/>
                </a:cubicBezTo>
                <a:cubicBezTo>
                  <a:pt x="106145" y="58449"/>
                  <a:pt x="97415" y="67179"/>
                  <a:pt x="97415" y="77932"/>
                </a:cubicBezTo>
                <a:cubicBezTo>
                  <a:pt x="97415" y="88685"/>
                  <a:pt x="106145" y="97415"/>
                  <a:pt x="116898" y="97415"/>
                </a:cubicBezTo>
                <a:close/>
                <a:moveTo>
                  <a:pt x="236535" y="104416"/>
                </a:moveTo>
                <a:cubicBezTo>
                  <a:pt x="233856" y="100094"/>
                  <a:pt x="229168" y="97415"/>
                  <a:pt x="224054" y="97415"/>
                </a:cubicBezTo>
                <a:cubicBezTo>
                  <a:pt x="218940" y="97415"/>
                  <a:pt x="214252" y="100094"/>
                  <a:pt x="211573" y="104416"/>
                </a:cubicBezTo>
                <a:lnTo>
                  <a:pt x="177295" y="160491"/>
                </a:lnTo>
                <a:lnTo>
                  <a:pt x="162378" y="141860"/>
                </a:lnTo>
                <a:cubicBezTo>
                  <a:pt x="159578" y="138390"/>
                  <a:pt x="155437" y="136381"/>
                  <a:pt x="150993" y="136381"/>
                </a:cubicBezTo>
                <a:cubicBezTo>
                  <a:pt x="146548" y="136381"/>
                  <a:pt x="142347" y="138390"/>
                  <a:pt x="139608" y="141860"/>
                </a:cubicBezTo>
                <a:lnTo>
                  <a:pt x="100642" y="190568"/>
                </a:lnTo>
                <a:cubicBezTo>
                  <a:pt x="97110" y="194951"/>
                  <a:pt x="96441" y="200979"/>
                  <a:pt x="98876" y="206032"/>
                </a:cubicBezTo>
                <a:cubicBezTo>
                  <a:pt x="101311" y="211086"/>
                  <a:pt x="106426" y="214313"/>
                  <a:pt x="112027" y="214313"/>
                </a:cubicBezTo>
                <a:lnTo>
                  <a:pt x="277632" y="214313"/>
                </a:lnTo>
                <a:cubicBezTo>
                  <a:pt x="282929" y="214313"/>
                  <a:pt x="287800" y="211451"/>
                  <a:pt x="290357" y="206824"/>
                </a:cubicBezTo>
                <a:cubicBezTo>
                  <a:pt x="292914" y="202197"/>
                  <a:pt x="292853" y="196595"/>
                  <a:pt x="290052" y="192029"/>
                </a:cubicBezTo>
                <a:lnTo>
                  <a:pt x="236474" y="104356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30" name="Text 28"/>
          <p:cNvSpPr/>
          <p:nvPr/>
        </p:nvSpPr>
        <p:spPr>
          <a:xfrm>
            <a:off x="9213273" y="3688773"/>
            <a:ext cx="2286000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36" spc="82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Assets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51864" y="4589318"/>
            <a:ext cx="5576455" cy="1913659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FFCD7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15966" y="4814455"/>
            <a:ext cx="311727" cy="311727"/>
          </a:xfrm>
          <a:custGeom>
            <a:avLst/>
            <a:gdLst/>
            <a:ahLst/>
            <a:cxnLst/>
            <a:rect l="l" t="t" r="r" b="b"/>
            <a:pathLst>
              <a:path w="311727" h="311727">
                <a:moveTo>
                  <a:pt x="272761" y="155864"/>
                </a:moveTo>
                <a:cubicBezTo>
                  <a:pt x="272761" y="91346"/>
                  <a:pt x="220381" y="38966"/>
                  <a:pt x="155864" y="38966"/>
                </a:cubicBezTo>
                <a:cubicBezTo>
                  <a:pt x="91346" y="38966"/>
                  <a:pt x="38966" y="91346"/>
                  <a:pt x="38966" y="155864"/>
                </a:cubicBezTo>
                <a:cubicBezTo>
                  <a:pt x="38966" y="220381"/>
                  <a:pt x="91346" y="272761"/>
                  <a:pt x="155864" y="272761"/>
                </a:cubicBezTo>
                <a:cubicBezTo>
                  <a:pt x="220381" y="272761"/>
                  <a:pt x="272761" y="220381"/>
                  <a:pt x="272761" y="155864"/>
                </a:cubicBezTo>
                <a:close/>
                <a:moveTo>
                  <a:pt x="0" y="155864"/>
                </a:moveTo>
                <a:cubicBezTo>
                  <a:pt x="0" y="69840"/>
                  <a:pt x="69840" y="0"/>
                  <a:pt x="155864" y="0"/>
                </a:cubicBezTo>
                <a:cubicBezTo>
                  <a:pt x="241887" y="0"/>
                  <a:pt x="311727" y="69840"/>
                  <a:pt x="311727" y="155864"/>
                </a:cubicBezTo>
                <a:cubicBezTo>
                  <a:pt x="311727" y="241887"/>
                  <a:pt x="241887" y="311727"/>
                  <a:pt x="155864" y="311727"/>
                </a:cubicBezTo>
                <a:cubicBezTo>
                  <a:pt x="69840" y="311727"/>
                  <a:pt x="0" y="241887"/>
                  <a:pt x="0" y="155864"/>
                </a:cubicBezTo>
                <a:close/>
                <a:moveTo>
                  <a:pt x="155864" y="204571"/>
                </a:moveTo>
                <a:cubicBezTo>
                  <a:pt x="182746" y="204571"/>
                  <a:pt x="204571" y="182746"/>
                  <a:pt x="204571" y="155864"/>
                </a:cubicBezTo>
                <a:cubicBezTo>
                  <a:pt x="204571" y="128981"/>
                  <a:pt x="182746" y="107156"/>
                  <a:pt x="155864" y="107156"/>
                </a:cubicBezTo>
                <a:cubicBezTo>
                  <a:pt x="128981" y="107156"/>
                  <a:pt x="107156" y="128981"/>
                  <a:pt x="107156" y="155864"/>
                </a:cubicBezTo>
                <a:cubicBezTo>
                  <a:pt x="107156" y="182746"/>
                  <a:pt x="128981" y="204571"/>
                  <a:pt x="155864" y="204571"/>
                </a:cubicBezTo>
                <a:close/>
                <a:moveTo>
                  <a:pt x="155864" y="68190"/>
                </a:moveTo>
                <a:cubicBezTo>
                  <a:pt x="204252" y="68190"/>
                  <a:pt x="243537" y="107475"/>
                  <a:pt x="243537" y="155864"/>
                </a:cubicBezTo>
                <a:cubicBezTo>
                  <a:pt x="243537" y="204252"/>
                  <a:pt x="204252" y="243537"/>
                  <a:pt x="155864" y="243537"/>
                </a:cubicBezTo>
                <a:cubicBezTo>
                  <a:pt x="107475" y="243537"/>
                  <a:pt x="68190" y="204252"/>
                  <a:pt x="68190" y="155864"/>
                </a:cubicBezTo>
                <a:cubicBezTo>
                  <a:pt x="68190" y="107475"/>
                  <a:pt x="107475" y="68190"/>
                  <a:pt x="155864" y="68190"/>
                </a:cubicBezTo>
                <a:close/>
                <a:moveTo>
                  <a:pt x="136381" y="155864"/>
                </a:moveTo>
                <a:cubicBezTo>
                  <a:pt x="136381" y="145111"/>
                  <a:pt x="145111" y="136381"/>
                  <a:pt x="155864" y="136381"/>
                </a:cubicBezTo>
                <a:cubicBezTo>
                  <a:pt x="166617" y="136381"/>
                  <a:pt x="175347" y="145111"/>
                  <a:pt x="175347" y="155864"/>
                </a:cubicBezTo>
                <a:cubicBezTo>
                  <a:pt x="175347" y="166617"/>
                  <a:pt x="166617" y="175347"/>
                  <a:pt x="155864" y="175347"/>
                </a:cubicBezTo>
                <a:cubicBezTo>
                  <a:pt x="145111" y="175347"/>
                  <a:pt x="136381" y="166617"/>
                  <a:pt x="136381" y="155864"/>
                </a:cubicBez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33" name="Text 31"/>
          <p:cNvSpPr/>
          <p:nvPr/>
        </p:nvSpPr>
        <p:spPr>
          <a:xfrm>
            <a:off x="7005205" y="4814455"/>
            <a:ext cx="2017568" cy="311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45" b="1" spc="102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Value Proposition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77000" y="5264727"/>
            <a:ext cx="5230091" cy="1013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36" spc="82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Simplify operations, reduce administrative overhead, and maintain organized digital asset libraries with an intuitive, dashboard-based interface.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3129" y="373129"/>
            <a:ext cx="111939" cy="597007"/>
          </a:xfrm>
          <a:prstGeom prst="roundRect">
            <a:avLst>
              <a:gd name="adj" fmla="val 0"/>
            </a:avLst>
          </a:prstGeom>
          <a:solidFill>
            <a:srgbClr val="A7F070"/>
          </a:solidFill>
          <a:ln/>
        </p:spPr>
      </p:sp>
      <p:sp>
        <p:nvSpPr>
          <p:cNvPr id="3" name="Text 1"/>
          <p:cNvSpPr/>
          <p:nvPr/>
        </p:nvSpPr>
        <p:spPr>
          <a:xfrm>
            <a:off x="634320" y="391786"/>
            <a:ext cx="4701429" cy="559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407" b="1" spc="220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PROBLEM DEFINITION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3129" y="1044762"/>
            <a:ext cx="11445741" cy="37313"/>
          </a:xfrm>
          <a:prstGeom prst="roundRect">
            <a:avLst>
              <a:gd name="adj" fmla="val 0"/>
            </a:avLst>
          </a:prstGeom>
          <a:solidFill>
            <a:srgbClr val="29ADFF"/>
          </a:solidFill>
          <a:ln/>
        </p:spPr>
      </p:sp>
      <p:sp>
        <p:nvSpPr>
          <p:cNvPr id="5" name="Shape 3"/>
          <p:cNvSpPr/>
          <p:nvPr/>
        </p:nvSpPr>
        <p:spPr>
          <a:xfrm>
            <a:off x="391786" y="1249983"/>
            <a:ext cx="5568955" cy="2108181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FFCD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4320" y="1492517"/>
            <a:ext cx="597007" cy="597007"/>
          </a:xfrm>
          <a:prstGeom prst="roundRect">
            <a:avLst>
              <a:gd name="adj" fmla="val 0"/>
            </a:avLst>
          </a:prstGeom>
          <a:solidFill>
            <a:srgbClr val="FFCD75"/>
          </a:solidFill>
          <a:ln/>
        </p:spPr>
      </p:sp>
      <p:sp>
        <p:nvSpPr>
          <p:cNvPr id="7" name="Shape 5"/>
          <p:cNvSpPr/>
          <p:nvPr/>
        </p:nvSpPr>
        <p:spPr>
          <a:xfrm>
            <a:off x="795232" y="1651097"/>
            <a:ext cx="279847" cy="279847"/>
          </a:xfrm>
          <a:custGeom>
            <a:avLst/>
            <a:gdLst/>
            <a:ahLst/>
            <a:cxnLst/>
            <a:rect l="l" t="t" r="r" b="b"/>
            <a:pathLst>
              <a:path w="279847" h="279847">
                <a:moveTo>
                  <a:pt x="139923" y="0"/>
                </a:moveTo>
                <a:cubicBezTo>
                  <a:pt x="147958" y="0"/>
                  <a:pt x="155337" y="4427"/>
                  <a:pt x="159163" y="11478"/>
                </a:cubicBezTo>
                <a:lnTo>
                  <a:pt x="277223" y="230109"/>
                </a:lnTo>
                <a:cubicBezTo>
                  <a:pt x="280885" y="236886"/>
                  <a:pt x="280721" y="245085"/>
                  <a:pt x="276786" y="251698"/>
                </a:cubicBezTo>
                <a:cubicBezTo>
                  <a:pt x="272851" y="258312"/>
                  <a:pt x="265691" y="262357"/>
                  <a:pt x="257984" y="262357"/>
                </a:cubicBezTo>
                <a:lnTo>
                  <a:pt x="21863" y="262357"/>
                </a:lnTo>
                <a:cubicBezTo>
                  <a:pt x="14156" y="262357"/>
                  <a:pt x="7051" y="258312"/>
                  <a:pt x="3061" y="251698"/>
                </a:cubicBezTo>
                <a:cubicBezTo>
                  <a:pt x="-929" y="245085"/>
                  <a:pt x="-1038" y="236886"/>
                  <a:pt x="2624" y="230109"/>
                </a:cubicBezTo>
                <a:lnTo>
                  <a:pt x="120684" y="11478"/>
                </a:lnTo>
                <a:cubicBezTo>
                  <a:pt x="124510" y="4427"/>
                  <a:pt x="131889" y="0"/>
                  <a:pt x="139923" y="0"/>
                </a:cubicBezTo>
                <a:close/>
                <a:moveTo>
                  <a:pt x="139923" y="91825"/>
                </a:moveTo>
                <a:cubicBezTo>
                  <a:pt x="132654" y="91825"/>
                  <a:pt x="126806" y="97673"/>
                  <a:pt x="126806" y="104943"/>
                </a:cubicBezTo>
                <a:lnTo>
                  <a:pt x="126806" y="166159"/>
                </a:lnTo>
                <a:cubicBezTo>
                  <a:pt x="126806" y="173429"/>
                  <a:pt x="132654" y="179277"/>
                  <a:pt x="139923" y="179277"/>
                </a:cubicBezTo>
                <a:cubicBezTo>
                  <a:pt x="147193" y="179277"/>
                  <a:pt x="153041" y="173429"/>
                  <a:pt x="153041" y="166159"/>
                </a:cubicBezTo>
                <a:lnTo>
                  <a:pt x="153041" y="104943"/>
                </a:lnTo>
                <a:cubicBezTo>
                  <a:pt x="153041" y="97673"/>
                  <a:pt x="147193" y="91825"/>
                  <a:pt x="139923" y="91825"/>
                </a:cubicBezTo>
                <a:close/>
                <a:moveTo>
                  <a:pt x="154517" y="209885"/>
                </a:moveTo>
                <a:cubicBezTo>
                  <a:pt x="154849" y="204468"/>
                  <a:pt x="152148" y="199315"/>
                  <a:pt x="147504" y="196506"/>
                </a:cubicBezTo>
                <a:cubicBezTo>
                  <a:pt x="142860" y="193697"/>
                  <a:pt x="137041" y="193697"/>
                  <a:pt x="132398" y="196506"/>
                </a:cubicBezTo>
                <a:cubicBezTo>
                  <a:pt x="127754" y="199315"/>
                  <a:pt x="125053" y="204468"/>
                  <a:pt x="125385" y="209885"/>
                </a:cubicBezTo>
                <a:cubicBezTo>
                  <a:pt x="125053" y="215302"/>
                  <a:pt x="127754" y="220456"/>
                  <a:pt x="132398" y="223265"/>
                </a:cubicBezTo>
                <a:cubicBezTo>
                  <a:pt x="137041" y="226074"/>
                  <a:pt x="142860" y="226074"/>
                  <a:pt x="147504" y="223265"/>
                </a:cubicBezTo>
                <a:cubicBezTo>
                  <a:pt x="152148" y="220456"/>
                  <a:pt x="154849" y="215302"/>
                  <a:pt x="154517" y="209885"/>
                </a:cubicBezTo>
                <a:close/>
              </a:path>
            </a:pathLst>
          </a:custGeom>
          <a:solidFill>
            <a:srgbClr val="1A1C2C"/>
          </a:solidFill>
          <a:ln/>
        </p:spPr>
      </p:sp>
      <p:sp>
        <p:nvSpPr>
          <p:cNvPr id="8" name="Text 6"/>
          <p:cNvSpPr/>
          <p:nvPr/>
        </p:nvSpPr>
        <p:spPr>
          <a:xfrm>
            <a:off x="1380578" y="1623112"/>
            <a:ext cx="2947721" cy="33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4" b="1" spc="110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Manual Project Tracking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4320" y="2201463"/>
            <a:ext cx="5177169" cy="914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69" spc="73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Freelancers struggle with </a:t>
            </a:r>
            <a:pPr>
              <a:lnSpc>
                <a:spcPct val="140000"/>
              </a:lnSpc>
            </a:pPr>
            <a:r>
              <a:rPr lang="en-US" sz="1469" b="1" spc="73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manual project tracking</a:t>
            </a:r>
            <a:pPr>
              <a:lnSpc>
                <a:spcPct val="140000"/>
              </a:lnSpc>
            </a:pPr>
            <a:r>
              <a:rPr lang="en-US" sz="1469" spc="73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using spreadsheets or notes, leading to missed deadlines, lost information, and poor client communication.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24992" y="1249983"/>
            <a:ext cx="5568955" cy="2108181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FFCD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67526" y="1492517"/>
            <a:ext cx="597007" cy="597007"/>
          </a:xfrm>
          <a:prstGeom prst="roundRect">
            <a:avLst>
              <a:gd name="adj" fmla="val 0"/>
            </a:avLst>
          </a:prstGeom>
          <a:solidFill>
            <a:srgbClr val="FFCD75"/>
          </a:solidFill>
          <a:ln/>
        </p:spPr>
      </p:sp>
      <p:sp>
        <p:nvSpPr>
          <p:cNvPr id="12" name="Shape 10"/>
          <p:cNvSpPr/>
          <p:nvPr/>
        </p:nvSpPr>
        <p:spPr>
          <a:xfrm>
            <a:off x="6610948" y="1651097"/>
            <a:ext cx="314828" cy="279847"/>
          </a:xfrm>
          <a:custGeom>
            <a:avLst/>
            <a:gdLst/>
            <a:ahLst/>
            <a:cxnLst/>
            <a:rect l="l" t="t" r="r" b="b"/>
            <a:pathLst>
              <a:path w="314828" h="279847">
                <a:moveTo>
                  <a:pt x="30608" y="123308"/>
                </a:moveTo>
                <a:lnTo>
                  <a:pt x="17709" y="161896"/>
                </a:lnTo>
                <a:lnTo>
                  <a:pt x="17709" y="52471"/>
                </a:lnTo>
                <a:cubicBezTo>
                  <a:pt x="17709" y="33177"/>
                  <a:pt x="33396" y="17490"/>
                  <a:pt x="52690" y="17490"/>
                </a:cubicBezTo>
                <a:lnTo>
                  <a:pt x="128500" y="17490"/>
                </a:lnTo>
                <a:cubicBezTo>
                  <a:pt x="136043" y="17490"/>
                  <a:pt x="143422" y="19950"/>
                  <a:pt x="149489" y="24487"/>
                </a:cubicBezTo>
                <a:lnTo>
                  <a:pt x="170477" y="40228"/>
                </a:lnTo>
                <a:cubicBezTo>
                  <a:pt x="173483" y="42524"/>
                  <a:pt x="177200" y="43726"/>
                  <a:pt x="180971" y="43726"/>
                </a:cubicBezTo>
                <a:lnTo>
                  <a:pt x="245085" y="43726"/>
                </a:lnTo>
                <a:cubicBezTo>
                  <a:pt x="264379" y="43726"/>
                  <a:pt x="280066" y="59413"/>
                  <a:pt x="280066" y="78707"/>
                </a:cubicBezTo>
                <a:lnTo>
                  <a:pt x="280066" y="87452"/>
                </a:lnTo>
                <a:lnTo>
                  <a:pt x="80347" y="87452"/>
                </a:lnTo>
                <a:cubicBezTo>
                  <a:pt x="57773" y="87452"/>
                  <a:pt x="37714" y="101882"/>
                  <a:pt x="30554" y="123308"/>
                </a:cubicBezTo>
                <a:close/>
                <a:moveTo>
                  <a:pt x="261154" y="244866"/>
                </a:moveTo>
                <a:lnTo>
                  <a:pt x="54111" y="244866"/>
                </a:lnTo>
                <a:cubicBezTo>
                  <a:pt x="36183" y="244866"/>
                  <a:pt x="23557" y="227321"/>
                  <a:pt x="29242" y="210322"/>
                </a:cubicBezTo>
                <a:lnTo>
                  <a:pt x="55477" y="131616"/>
                </a:lnTo>
                <a:cubicBezTo>
                  <a:pt x="59030" y="120903"/>
                  <a:pt x="69087" y="113688"/>
                  <a:pt x="80347" y="113688"/>
                </a:cubicBezTo>
                <a:lnTo>
                  <a:pt x="287390" y="113688"/>
                </a:lnTo>
                <a:cubicBezTo>
                  <a:pt x="305317" y="113688"/>
                  <a:pt x="317943" y="131233"/>
                  <a:pt x="312259" y="148231"/>
                </a:cubicBezTo>
                <a:lnTo>
                  <a:pt x="286023" y="226938"/>
                </a:lnTo>
                <a:cubicBezTo>
                  <a:pt x="282471" y="237651"/>
                  <a:pt x="272414" y="244866"/>
                  <a:pt x="261154" y="244866"/>
                </a:cubicBezTo>
                <a:close/>
              </a:path>
            </a:pathLst>
          </a:custGeom>
          <a:solidFill>
            <a:srgbClr val="1A1C2C"/>
          </a:solidFill>
          <a:ln/>
        </p:spPr>
      </p:sp>
      <p:sp>
        <p:nvSpPr>
          <p:cNvPr id="13" name="Text 11"/>
          <p:cNvSpPr/>
          <p:nvPr/>
        </p:nvSpPr>
        <p:spPr>
          <a:xfrm>
            <a:off x="7213785" y="1623112"/>
            <a:ext cx="2509295" cy="33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4" b="1" spc="110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Disorganized Assets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67526" y="2201463"/>
            <a:ext cx="5177169" cy="914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69" spc="73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Digital assets and invoices become </a:t>
            </a:r>
            <a:pPr>
              <a:lnSpc>
                <a:spcPct val="140000"/>
              </a:lnSpc>
            </a:pPr>
            <a:r>
              <a:rPr lang="en-US" sz="1469" b="1" spc="73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unorganized</a:t>
            </a:r>
            <a:pPr>
              <a:lnSpc>
                <a:spcPct val="140000"/>
              </a:lnSpc>
            </a:pPr>
            <a:r>
              <a:rPr lang="en-US" sz="1469" spc="73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across multiple folders and platforms, making retrieval time-consuming and error-prone.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91786" y="3614690"/>
            <a:ext cx="5568955" cy="2108181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FFCD7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4320" y="3857224"/>
            <a:ext cx="597007" cy="597007"/>
          </a:xfrm>
          <a:prstGeom prst="roundRect">
            <a:avLst>
              <a:gd name="adj" fmla="val 0"/>
            </a:avLst>
          </a:prstGeom>
          <a:solidFill>
            <a:srgbClr val="FFCD75"/>
          </a:solidFill>
          <a:ln/>
        </p:spPr>
      </p:sp>
      <p:sp>
        <p:nvSpPr>
          <p:cNvPr id="17" name="Shape 15"/>
          <p:cNvSpPr/>
          <p:nvPr/>
        </p:nvSpPr>
        <p:spPr>
          <a:xfrm>
            <a:off x="847703" y="4015804"/>
            <a:ext cx="174904" cy="279847"/>
          </a:xfrm>
          <a:custGeom>
            <a:avLst/>
            <a:gdLst/>
            <a:ahLst/>
            <a:cxnLst/>
            <a:rect l="l" t="t" r="r" b="b"/>
            <a:pathLst>
              <a:path w="174904" h="279847">
                <a:moveTo>
                  <a:pt x="74334" y="13118"/>
                </a:moveTo>
                <a:cubicBezTo>
                  <a:pt x="74334" y="5848"/>
                  <a:pt x="80183" y="0"/>
                  <a:pt x="87452" y="0"/>
                </a:cubicBezTo>
                <a:cubicBezTo>
                  <a:pt x="94722" y="0"/>
                  <a:pt x="100570" y="5848"/>
                  <a:pt x="100570" y="13118"/>
                </a:cubicBezTo>
                <a:lnTo>
                  <a:pt x="100570" y="34981"/>
                </a:lnTo>
                <a:lnTo>
                  <a:pt x="131178" y="34981"/>
                </a:lnTo>
                <a:cubicBezTo>
                  <a:pt x="140853" y="34981"/>
                  <a:pt x="148669" y="42797"/>
                  <a:pt x="148669" y="52471"/>
                </a:cubicBezTo>
                <a:cubicBezTo>
                  <a:pt x="148669" y="62146"/>
                  <a:pt x="140853" y="69962"/>
                  <a:pt x="131178" y="69962"/>
                </a:cubicBezTo>
                <a:lnTo>
                  <a:pt x="68377" y="69962"/>
                </a:lnTo>
                <a:cubicBezTo>
                  <a:pt x="54767" y="69962"/>
                  <a:pt x="43726" y="81003"/>
                  <a:pt x="43726" y="94612"/>
                </a:cubicBezTo>
                <a:cubicBezTo>
                  <a:pt x="43726" y="106910"/>
                  <a:pt x="52745" y="117295"/>
                  <a:pt x="64879" y="119044"/>
                </a:cubicBezTo>
                <a:lnTo>
                  <a:pt x="114945" y="126204"/>
                </a:lnTo>
                <a:cubicBezTo>
                  <a:pt x="144351" y="130413"/>
                  <a:pt x="166159" y="155556"/>
                  <a:pt x="166159" y="185235"/>
                </a:cubicBezTo>
                <a:cubicBezTo>
                  <a:pt x="166159" y="218193"/>
                  <a:pt x="139432" y="244866"/>
                  <a:pt x="106528" y="244866"/>
                </a:cubicBezTo>
                <a:lnTo>
                  <a:pt x="100570" y="244866"/>
                </a:lnTo>
                <a:lnTo>
                  <a:pt x="100570" y="266729"/>
                </a:lnTo>
                <a:cubicBezTo>
                  <a:pt x="100570" y="273999"/>
                  <a:pt x="94722" y="279847"/>
                  <a:pt x="87452" y="279847"/>
                </a:cubicBezTo>
                <a:cubicBezTo>
                  <a:pt x="80183" y="279847"/>
                  <a:pt x="74334" y="273999"/>
                  <a:pt x="74334" y="266729"/>
                </a:cubicBezTo>
                <a:lnTo>
                  <a:pt x="74334" y="244866"/>
                </a:lnTo>
                <a:lnTo>
                  <a:pt x="34981" y="244866"/>
                </a:lnTo>
                <a:cubicBezTo>
                  <a:pt x="25306" y="244866"/>
                  <a:pt x="17490" y="237050"/>
                  <a:pt x="17490" y="227376"/>
                </a:cubicBezTo>
                <a:cubicBezTo>
                  <a:pt x="17490" y="217701"/>
                  <a:pt x="25306" y="209885"/>
                  <a:pt x="34981" y="209885"/>
                </a:cubicBezTo>
                <a:lnTo>
                  <a:pt x="106528" y="209885"/>
                </a:lnTo>
                <a:cubicBezTo>
                  <a:pt x="120137" y="209885"/>
                  <a:pt x="131178" y="198844"/>
                  <a:pt x="131178" y="185235"/>
                </a:cubicBezTo>
                <a:cubicBezTo>
                  <a:pt x="131178" y="172937"/>
                  <a:pt x="122160" y="162552"/>
                  <a:pt x="110026" y="160803"/>
                </a:cubicBezTo>
                <a:lnTo>
                  <a:pt x="59959" y="153643"/>
                </a:lnTo>
                <a:cubicBezTo>
                  <a:pt x="30554" y="149489"/>
                  <a:pt x="8745" y="124291"/>
                  <a:pt x="8745" y="94612"/>
                </a:cubicBezTo>
                <a:cubicBezTo>
                  <a:pt x="8745" y="61708"/>
                  <a:pt x="35473" y="34981"/>
                  <a:pt x="68377" y="34981"/>
                </a:cubicBezTo>
                <a:lnTo>
                  <a:pt x="74334" y="34981"/>
                </a:lnTo>
                <a:lnTo>
                  <a:pt x="74334" y="13118"/>
                </a:lnTo>
                <a:close/>
              </a:path>
            </a:pathLst>
          </a:custGeom>
          <a:solidFill>
            <a:srgbClr val="1A1C2C"/>
          </a:solidFill>
          <a:ln/>
        </p:spPr>
      </p:sp>
      <p:sp>
        <p:nvSpPr>
          <p:cNvPr id="18" name="Text 16"/>
          <p:cNvSpPr/>
          <p:nvPr/>
        </p:nvSpPr>
        <p:spPr>
          <a:xfrm>
            <a:off x="1380578" y="3987819"/>
            <a:ext cx="2565264" cy="33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4" b="1" spc="110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Costly Existing Tools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4320" y="4566170"/>
            <a:ext cx="5177169" cy="914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69" spc="73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Current solutions are either </a:t>
            </a:r>
            <a:pPr>
              <a:lnSpc>
                <a:spcPct val="140000"/>
              </a:lnSpc>
            </a:pPr>
            <a:r>
              <a:rPr lang="en-US" sz="1469" b="1" spc="73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too expensive</a:t>
            </a:r>
            <a:pPr>
              <a:lnSpc>
                <a:spcPct val="140000"/>
              </a:lnSpc>
            </a:pPr>
            <a:r>
              <a:rPr lang="en-US" sz="1469" spc="73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for individual freelancers or overly complex with features that small operations don't need.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24992" y="3614690"/>
            <a:ext cx="5568955" cy="2108181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FFCD7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67526" y="3857224"/>
            <a:ext cx="597007" cy="597007"/>
          </a:xfrm>
          <a:prstGeom prst="roundRect">
            <a:avLst>
              <a:gd name="adj" fmla="val 0"/>
            </a:avLst>
          </a:prstGeom>
          <a:solidFill>
            <a:srgbClr val="FFCD75"/>
          </a:solidFill>
          <a:ln/>
        </p:spPr>
      </p:sp>
      <p:sp>
        <p:nvSpPr>
          <p:cNvPr id="22" name="Shape 20"/>
          <p:cNvSpPr/>
          <p:nvPr/>
        </p:nvSpPr>
        <p:spPr>
          <a:xfrm>
            <a:off x="6628438" y="4015804"/>
            <a:ext cx="279847" cy="279847"/>
          </a:xfrm>
          <a:custGeom>
            <a:avLst/>
            <a:gdLst/>
            <a:ahLst/>
            <a:cxnLst/>
            <a:rect l="l" t="t" r="r" b="b"/>
            <a:pathLst>
              <a:path w="279847" h="279847">
                <a:moveTo>
                  <a:pt x="122433" y="0"/>
                </a:moveTo>
                <a:cubicBezTo>
                  <a:pt x="141727" y="0"/>
                  <a:pt x="157414" y="11751"/>
                  <a:pt x="157414" y="26236"/>
                </a:cubicBezTo>
                <a:cubicBezTo>
                  <a:pt x="157414" y="31920"/>
                  <a:pt x="155009" y="37167"/>
                  <a:pt x="150855" y="41485"/>
                </a:cubicBezTo>
                <a:cubicBezTo>
                  <a:pt x="147248" y="45257"/>
                  <a:pt x="144296" y="49848"/>
                  <a:pt x="144296" y="55095"/>
                </a:cubicBezTo>
                <a:cubicBezTo>
                  <a:pt x="144296" y="63294"/>
                  <a:pt x="150964" y="69962"/>
                  <a:pt x="159163" y="69962"/>
                </a:cubicBezTo>
                <a:lnTo>
                  <a:pt x="183650" y="69962"/>
                </a:lnTo>
                <a:cubicBezTo>
                  <a:pt x="198134" y="69962"/>
                  <a:pt x="209885" y="81713"/>
                  <a:pt x="209885" y="96197"/>
                </a:cubicBezTo>
                <a:lnTo>
                  <a:pt x="209885" y="120684"/>
                </a:lnTo>
                <a:cubicBezTo>
                  <a:pt x="209885" y="128883"/>
                  <a:pt x="216553" y="135551"/>
                  <a:pt x="224752" y="135551"/>
                </a:cubicBezTo>
                <a:cubicBezTo>
                  <a:pt x="229945" y="135551"/>
                  <a:pt x="234590" y="132599"/>
                  <a:pt x="238362" y="128992"/>
                </a:cubicBezTo>
                <a:cubicBezTo>
                  <a:pt x="242680" y="124893"/>
                  <a:pt x="247927" y="122433"/>
                  <a:pt x="253611" y="122433"/>
                </a:cubicBezTo>
                <a:cubicBezTo>
                  <a:pt x="268096" y="122433"/>
                  <a:pt x="279847" y="138120"/>
                  <a:pt x="279847" y="157414"/>
                </a:cubicBezTo>
                <a:cubicBezTo>
                  <a:pt x="279847" y="176708"/>
                  <a:pt x="268096" y="192395"/>
                  <a:pt x="253611" y="192395"/>
                </a:cubicBezTo>
                <a:cubicBezTo>
                  <a:pt x="247927" y="192395"/>
                  <a:pt x="242625" y="189990"/>
                  <a:pt x="238362" y="185836"/>
                </a:cubicBezTo>
                <a:cubicBezTo>
                  <a:pt x="234590" y="182228"/>
                  <a:pt x="229999" y="179277"/>
                  <a:pt x="224752" y="179277"/>
                </a:cubicBezTo>
                <a:cubicBezTo>
                  <a:pt x="216553" y="179277"/>
                  <a:pt x="209885" y="185945"/>
                  <a:pt x="209885" y="194144"/>
                </a:cubicBezTo>
                <a:lnTo>
                  <a:pt x="209885" y="253611"/>
                </a:lnTo>
                <a:cubicBezTo>
                  <a:pt x="209885" y="268096"/>
                  <a:pt x="198134" y="279847"/>
                  <a:pt x="183650" y="279847"/>
                </a:cubicBezTo>
                <a:lnTo>
                  <a:pt x="152604" y="279847"/>
                </a:lnTo>
                <a:cubicBezTo>
                  <a:pt x="145608" y="279847"/>
                  <a:pt x="139923" y="274163"/>
                  <a:pt x="139923" y="267166"/>
                </a:cubicBezTo>
                <a:cubicBezTo>
                  <a:pt x="139923" y="262138"/>
                  <a:pt x="143094" y="257711"/>
                  <a:pt x="147138" y="254704"/>
                </a:cubicBezTo>
                <a:cubicBezTo>
                  <a:pt x="153479" y="249949"/>
                  <a:pt x="157414" y="243390"/>
                  <a:pt x="157414" y="236121"/>
                </a:cubicBezTo>
                <a:cubicBezTo>
                  <a:pt x="157414" y="221637"/>
                  <a:pt x="141727" y="209885"/>
                  <a:pt x="122433" y="209885"/>
                </a:cubicBezTo>
                <a:cubicBezTo>
                  <a:pt x="103139" y="209885"/>
                  <a:pt x="87452" y="221637"/>
                  <a:pt x="87452" y="236121"/>
                </a:cubicBezTo>
                <a:cubicBezTo>
                  <a:pt x="87452" y="243390"/>
                  <a:pt x="91388" y="249949"/>
                  <a:pt x="97728" y="254704"/>
                </a:cubicBezTo>
                <a:cubicBezTo>
                  <a:pt x="101772" y="257711"/>
                  <a:pt x="104943" y="262083"/>
                  <a:pt x="104943" y="267166"/>
                </a:cubicBezTo>
                <a:cubicBezTo>
                  <a:pt x="104943" y="274163"/>
                  <a:pt x="99258" y="279847"/>
                  <a:pt x="92262" y="279847"/>
                </a:cubicBezTo>
                <a:lnTo>
                  <a:pt x="26236" y="279847"/>
                </a:lnTo>
                <a:cubicBezTo>
                  <a:pt x="11751" y="279847"/>
                  <a:pt x="0" y="268096"/>
                  <a:pt x="0" y="253611"/>
                </a:cubicBezTo>
                <a:lnTo>
                  <a:pt x="0" y="187585"/>
                </a:lnTo>
                <a:cubicBezTo>
                  <a:pt x="0" y="180589"/>
                  <a:pt x="5684" y="174904"/>
                  <a:pt x="12681" y="174904"/>
                </a:cubicBezTo>
                <a:cubicBezTo>
                  <a:pt x="17709" y="174904"/>
                  <a:pt x="22136" y="178075"/>
                  <a:pt x="25143" y="182119"/>
                </a:cubicBezTo>
                <a:cubicBezTo>
                  <a:pt x="29898" y="188459"/>
                  <a:pt x="36457" y="192395"/>
                  <a:pt x="43726" y="192395"/>
                </a:cubicBezTo>
                <a:cubicBezTo>
                  <a:pt x="58210" y="192395"/>
                  <a:pt x="69962" y="176708"/>
                  <a:pt x="69962" y="157414"/>
                </a:cubicBezTo>
                <a:cubicBezTo>
                  <a:pt x="69962" y="138120"/>
                  <a:pt x="58210" y="122433"/>
                  <a:pt x="43726" y="122433"/>
                </a:cubicBezTo>
                <a:cubicBezTo>
                  <a:pt x="36457" y="122433"/>
                  <a:pt x="29898" y="126368"/>
                  <a:pt x="25143" y="132709"/>
                </a:cubicBezTo>
                <a:cubicBezTo>
                  <a:pt x="22136" y="136753"/>
                  <a:pt x="17764" y="139923"/>
                  <a:pt x="12681" y="139923"/>
                </a:cubicBezTo>
                <a:cubicBezTo>
                  <a:pt x="5684" y="139923"/>
                  <a:pt x="0" y="134239"/>
                  <a:pt x="0" y="127243"/>
                </a:cubicBezTo>
                <a:lnTo>
                  <a:pt x="0" y="96197"/>
                </a:lnTo>
                <a:cubicBezTo>
                  <a:pt x="0" y="81713"/>
                  <a:pt x="11751" y="69962"/>
                  <a:pt x="26236" y="69962"/>
                </a:cubicBezTo>
                <a:lnTo>
                  <a:pt x="85703" y="69962"/>
                </a:lnTo>
                <a:cubicBezTo>
                  <a:pt x="93902" y="69962"/>
                  <a:pt x="100570" y="63294"/>
                  <a:pt x="100570" y="55095"/>
                </a:cubicBezTo>
                <a:cubicBezTo>
                  <a:pt x="100570" y="49902"/>
                  <a:pt x="97618" y="45257"/>
                  <a:pt x="94011" y="41485"/>
                </a:cubicBezTo>
                <a:cubicBezTo>
                  <a:pt x="89912" y="37167"/>
                  <a:pt x="87452" y="31920"/>
                  <a:pt x="87452" y="26236"/>
                </a:cubicBezTo>
                <a:cubicBezTo>
                  <a:pt x="87452" y="11751"/>
                  <a:pt x="103139" y="0"/>
                  <a:pt x="122433" y="0"/>
                </a:cubicBezTo>
                <a:close/>
              </a:path>
            </a:pathLst>
          </a:custGeom>
          <a:solidFill>
            <a:srgbClr val="1A1C2C"/>
          </a:solidFill>
          <a:ln/>
        </p:spPr>
      </p:sp>
      <p:sp>
        <p:nvSpPr>
          <p:cNvPr id="23" name="Text 21"/>
          <p:cNvSpPr/>
          <p:nvPr/>
        </p:nvSpPr>
        <p:spPr>
          <a:xfrm>
            <a:off x="7213785" y="3987819"/>
            <a:ext cx="2602577" cy="33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4" b="1" spc="110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Fragmented Systems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67526" y="4566170"/>
            <a:ext cx="5177169" cy="606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69" spc="73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lack of a </a:t>
            </a:r>
            <a:pPr>
              <a:lnSpc>
                <a:spcPct val="140000"/>
              </a:lnSpc>
            </a:pPr>
            <a:r>
              <a:rPr lang="en-US" sz="1469" b="1" spc="73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centralized management system</a:t>
            </a:r>
            <a:pPr>
              <a:lnSpc>
                <a:spcPct val="140000"/>
              </a:lnSpc>
            </a:pPr>
            <a:r>
              <a:rPr lang="en-US" sz="1469" spc="73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forces users to juggle multiple applications, reducing productivity.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91786" y="5904771"/>
            <a:ext cx="11408428" cy="932823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A7F0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9656" y="6203275"/>
            <a:ext cx="251862" cy="335816"/>
          </a:xfrm>
          <a:custGeom>
            <a:avLst/>
            <a:gdLst/>
            <a:ahLst/>
            <a:cxnLst/>
            <a:rect l="l" t="t" r="r" b="b"/>
            <a:pathLst>
              <a:path w="251862" h="335816">
                <a:moveTo>
                  <a:pt x="192111" y="251862"/>
                </a:moveTo>
                <a:cubicBezTo>
                  <a:pt x="196899" y="237236"/>
                  <a:pt x="206475" y="223987"/>
                  <a:pt x="217297" y="212574"/>
                </a:cubicBezTo>
                <a:cubicBezTo>
                  <a:pt x="238744" y="190012"/>
                  <a:pt x="251862" y="159513"/>
                  <a:pt x="251862" y="125931"/>
                </a:cubicBezTo>
                <a:cubicBezTo>
                  <a:pt x="251862" y="56407"/>
                  <a:pt x="195456" y="0"/>
                  <a:pt x="125931" y="0"/>
                </a:cubicBezTo>
                <a:cubicBezTo>
                  <a:pt x="56407" y="0"/>
                  <a:pt x="0" y="56407"/>
                  <a:pt x="0" y="125931"/>
                </a:cubicBezTo>
                <a:cubicBezTo>
                  <a:pt x="0" y="159513"/>
                  <a:pt x="13118" y="190012"/>
                  <a:pt x="34565" y="212574"/>
                </a:cubicBezTo>
                <a:cubicBezTo>
                  <a:pt x="45388" y="223987"/>
                  <a:pt x="55029" y="237236"/>
                  <a:pt x="59752" y="251862"/>
                </a:cubicBezTo>
                <a:lnTo>
                  <a:pt x="192045" y="251862"/>
                </a:lnTo>
                <a:close/>
                <a:moveTo>
                  <a:pt x="188897" y="283345"/>
                </a:moveTo>
                <a:lnTo>
                  <a:pt x="62966" y="283345"/>
                </a:lnTo>
                <a:lnTo>
                  <a:pt x="62966" y="293839"/>
                </a:lnTo>
                <a:cubicBezTo>
                  <a:pt x="62966" y="322830"/>
                  <a:pt x="86446" y="346311"/>
                  <a:pt x="115437" y="346311"/>
                </a:cubicBezTo>
                <a:lnTo>
                  <a:pt x="136425" y="346311"/>
                </a:lnTo>
                <a:cubicBezTo>
                  <a:pt x="165416" y="346311"/>
                  <a:pt x="188897" y="322830"/>
                  <a:pt x="188897" y="293839"/>
                </a:cubicBezTo>
                <a:lnTo>
                  <a:pt x="188897" y="283345"/>
                </a:lnTo>
                <a:close/>
                <a:moveTo>
                  <a:pt x="120684" y="73460"/>
                </a:moveTo>
                <a:cubicBezTo>
                  <a:pt x="94580" y="73460"/>
                  <a:pt x="73460" y="94580"/>
                  <a:pt x="73460" y="120684"/>
                </a:cubicBezTo>
                <a:cubicBezTo>
                  <a:pt x="73460" y="129407"/>
                  <a:pt x="66442" y="136425"/>
                  <a:pt x="57718" y="136425"/>
                </a:cubicBezTo>
                <a:cubicBezTo>
                  <a:pt x="48995" y="136425"/>
                  <a:pt x="41977" y="129407"/>
                  <a:pt x="41977" y="120684"/>
                </a:cubicBezTo>
                <a:cubicBezTo>
                  <a:pt x="41977" y="77198"/>
                  <a:pt x="77198" y="41977"/>
                  <a:pt x="120684" y="41977"/>
                </a:cubicBezTo>
                <a:cubicBezTo>
                  <a:pt x="129407" y="41977"/>
                  <a:pt x="136425" y="48995"/>
                  <a:pt x="136425" y="57718"/>
                </a:cubicBezTo>
                <a:cubicBezTo>
                  <a:pt x="136425" y="66442"/>
                  <a:pt x="129407" y="73460"/>
                  <a:pt x="120684" y="73460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7" name="Text 25"/>
          <p:cNvSpPr/>
          <p:nvPr/>
        </p:nvSpPr>
        <p:spPr>
          <a:xfrm>
            <a:off x="1098691" y="6072679"/>
            <a:ext cx="10643513" cy="597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3" b="1" spc="88" kern="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Solution Need:</a:t>
            </a:r>
            <a:pPr>
              <a:lnSpc>
                <a:spcPct val="110000"/>
              </a:lnSpc>
            </a:pPr>
            <a:r>
              <a:rPr lang="en-US" sz="1763" spc="88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A simple, affordable, integrated system combining project management, asset organization, and invoicing.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8588" y="358588"/>
            <a:ext cx="107576" cy="573741"/>
          </a:xfrm>
          <a:prstGeom prst="roundRect">
            <a:avLst>
              <a:gd name="adj" fmla="val 0"/>
            </a:avLst>
          </a:prstGeom>
          <a:solidFill>
            <a:srgbClr val="29ADFF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376518"/>
            <a:ext cx="3998259" cy="537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235" b="1" spc="212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DATABASE DESIGN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8588" y="1004047"/>
            <a:ext cx="11474824" cy="35859"/>
          </a:xfrm>
          <a:prstGeom prst="roundRect">
            <a:avLst>
              <a:gd name="adj" fmla="val 0"/>
            </a:avLst>
          </a:prstGeom>
          <a:solidFill>
            <a:srgbClr val="29ADFF"/>
          </a:solidFill>
          <a:ln/>
        </p:spPr>
      </p:sp>
      <p:sp>
        <p:nvSpPr>
          <p:cNvPr id="5" name="Shape 3"/>
          <p:cNvSpPr/>
          <p:nvPr/>
        </p:nvSpPr>
        <p:spPr>
          <a:xfrm>
            <a:off x="376518" y="1465729"/>
            <a:ext cx="5629835" cy="2447365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8565" y="1627094"/>
            <a:ext cx="376518" cy="430306"/>
          </a:xfrm>
          <a:custGeom>
            <a:avLst/>
            <a:gdLst/>
            <a:ahLst/>
            <a:cxnLst/>
            <a:rect l="l" t="t" r="r" b="b"/>
            <a:pathLst>
              <a:path w="376518" h="430306">
                <a:moveTo>
                  <a:pt x="376518" y="172963"/>
                </a:moveTo>
                <a:cubicBezTo>
                  <a:pt x="364079" y="181199"/>
                  <a:pt x="349792" y="187839"/>
                  <a:pt x="334916" y="193133"/>
                </a:cubicBezTo>
                <a:cubicBezTo>
                  <a:pt x="295415" y="207253"/>
                  <a:pt x="243560" y="215153"/>
                  <a:pt x="188259" y="215153"/>
                </a:cubicBezTo>
                <a:cubicBezTo>
                  <a:pt x="132958" y="215153"/>
                  <a:pt x="81019" y="207169"/>
                  <a:pt x="41602" y="193133"/>
                </a:cubicBezTo>
                <a:cubicBezTo>
                  <a:pt x="26810" y="187839"/>
                  <a:pt x="12439" y="181199"/>
                  <a:pt x="0" y="172963"/>
                </a:cubicBezTo>
                <a:lnTo>
                  <a:pt x="0" y="242047"/>
                </a:lnTo>
                <a:cubicBezTo>
                  <a:pt x="0" y="279195"/>
                  <a:pt x="84296" y="309282"/>
                  <a:pt x="188259" y="309282"/>
                </a:cubicBezTo>
                <a:cubicBezTo>
                  <a:pt x="292221" y="309282"/>
                  <a:pt x="376518" y="279195"/>
                  <a:pt x="376518" y="242047"/>
                </a:cubicBezTo>
                <a:lnTo>
                  <a:pt x="376518" y="172963"/>
                </a:lnTo>
                <a:close/>
                <a:moveTo>
                  <a:pt x="376518" y="107576"/>
                </a:moveTo>
                <a:lnTo>
                  <a:pt x="376518" y="67235"/>
                </a:lnTo>
                <a:cubicBezTo>
                  <a:pt x="376518" y="30088"/>
                  <a:pt x="292221" y="0"/>
                  <a:pt x="188259" y="0"/>
                </a:cubicBezTo>
                <a:cubicBezTo>
                  <a:pt x="84296" y="0"/>
                  <a:pt x="0" y="30088"/>
                  <a:pt x="0" y="67235"/>
                </a:cubicBezTo>
                <a:lnTo>
                  <a:pt x="0" y="107576"/>
                </a:lnTo>
                <a:cubicBezTo>
                  <a:pt x="0" y="144724"/>
                  <a:pt x="84296" y="174812"/>
                  <a:pt x="188259" y="174812"/>
                </a:cubicBezTo>
                <a:cubicBezTo>
                  <a:pt x="292221" y="174812"/>
                  <a:pt x="376518" y="144724"/>
                  <a:pt x="376518" y="107576"/>
                </a:cubicBezTo>
                <a:close/>
                <a:moveTo>
                  <a:pt x="334916" y="327604"/>
                </a:moveTo>
                <a:cubicBezTo>
                  <a:pt x="295499" y="341639"/>
                  <a:pt x="243644" y="349624"/>
                  <a:pt x="188259" y="349624"/>
                </a:cubicBezTo>
                <a:cubicBezTo>
                  <a:pt x="132874" y="349624"/>
                  <a:pt x="81019" y="341639"/>
                  <a:pt x="41602" y="327604"/>
                </a:cubicBezTo>
                <a:cubicBezTo>
                  <a:pt x="26810" y="322309"/>
                  <a:pt x="12439" y="315670"/>
                  <a:pt x="0" y="307433"/>
                </a:cubicBezTo>
                <a:lnTo>
                  <a:pt x="0" y="363071"/>
                </a:lnTo>
                <a:cubicBezTo>
                  <a:pt x="0" y="400218"/>
                  <a:pt x="84296" y="430306"/>
                  <a:pt x="188259" y="430306"/>
                </a:cubicBezTo>
                <a:cubicBezTo>
                  <a:pt x="292221" y="430306"/>
                  <a:pt x="376518" y="400218"/>
                  <a:pt x="376518" y="363071"/>
                </a:cubicBezTo>
                <a:lnTo>
                  <a:pt x="376518" y="307433"/>
                </a:lnTo>
                <a:cubicBezTo>
                  <a:pt x="364079" y="315670"/>
                  <a:pt x="349792" y="322309"/>
                  <a:pt x="334916" y="327604"/>
                </a:cubicBez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" y="1662953"/>
            <a:ext cx="995082" cy="35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41" b="1" spc="127" kern="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SQLite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7882" y="2164976"/>
            <a:ext cx="5396753" cy="582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12" spc="71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Structured business data storage using </a:t>
            </a:r>
            <a:pPr>
              <a:lnSpc>
                <a:spcPct val="140000"/>
              </a:lnSpc>
            </a:pPr>
            <a:r>
              <a:rPr lang="en-US" sz="1412" b="1" spc="71" kern="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SQLite</a:t>
            </a:r>
            <a:pPr>
              <a:lnSpc>
                <a:spcPct val="140000"/>
              </a:lnSpc>
            </a:pPr>
            <a:r>
              <a:rPr lang="en-US" sz="1412" spc="71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for reliable relational data management.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6847" y="2864224"/>
            <a:ext cx="5289176" cy="878541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3388" y="2980765"/>
            <a:ext cx="5136776" cy="251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1" spc="64" kern="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Handles: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72353" y="3312459"/>
            <a:ext cx="645459" cy="30480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3388" y="3303494"/>
            <a:ext cx="699247" cy="286871"/>
          </a:xfrm>
          <a:prstGeom prst="rect">
            <a:avLst/>
          </a:prstGeom>
          <a:noFill/>
          <a:ln/>
        </p:spPr>
        <p:txBody>
          <a:bodyPr wrap="square" lIns="107576" tIns="35859" rIns="107576" bIns="35859" rtlCol="0" anchor="ctr"/>
          <a:lstStyle/>
          <a:p>
            <a:pPr>
              <a:lnSpc>
                <a:spcPct val="120000"/>
              </a:lnSpc>
            </a:pPr>
            <a:r>
              <a:rPr lang="en-US" sz="1129" spc="56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Clients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406618" y="3312459"/>
            <a:ext cx="744071" cy="30480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97654" y="3303494"/>
            <a:ext cx="797859" cy="286871"/>
          </a:xfrm>
          <a:prstGeom prst="rect">
            <a:avLst/>
          </a:prstGeom>
          <a:noFill/>
          <a:ln/>
        </p:spPr>
        <p:txBody>
          <a:bodyPr wrap="square" lIns="107576" tIns="35859" rIns="107576" bIns="35859" rtlCol="0" anchor="ctr"/>
          <a:lstStyle/>
          <a:p>
            <a:pPr>
              <a:lnSpc>
                <a:spcPct val="120000"/>
              </a:lnSpc>
            </a:pPr>
            <a:r>
              <a:rPr lang="en-US" sz="1129" spc="56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Projects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243698" y="3312459"/>
            <a:ext cx="726141" cy="30480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34733" y="3303494"/>
            <a:ext cx="779929" cy="286871"/>
          </a:xfrm>
          <a:prstGeom prst="rect">
            <a:avLst/>
          </a:prstGeom>
          <a:noFill/>
          <a:ln/>
        </p:spPr>
        <p:txBody>
          <a:bodyPr wrap="square" lIns="107576" tIns="35859" rIns="107576" bIns="35859" rtlCol="0" anchor="ctr"/>
          <a:lstStyle/>
          <a:p>
            <a:pPr>
              <a:lnSpc>
                <a:spcPct val="120000"/>
              </a:lnSpc>
            </a:pPr>
            <a:r>
              <a:rPr lang="en-US" sz="1129" spc="56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Invoices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6518" y="4056529"/>
            <a:ext cx="5629835" cy="2447365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A7F0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1671" y="4217894"/>
            <a:ext cx="430306" cy="430306"/>
          </a:xfrm>
          <a:custGeom>
            <a:avLst/>
            <a:gdLst/>
            <a:ahLst/>
            <a:cxnLst/>
            <a:rect l="l" t="t" r="r" b="b"/>
            <a:pathLst>
              <a:path w="430306" h="430306">
                <a:moveTo>
                  <a:pt x="396100" y="5631"/>
                </a:moveTo>
                <a:cubicBezTo>
                  <a:pt x="401479" y="504"/>
                  <a:pt x="409295" y="-1345"/>
                  <a:pt x="416523" y="1009"/>
                </a:cubicBezTo>
                <a:cubicBezTo>
                  <a:pt x="424759" y="3782"/>
                  <a:pt x="430306" y="11514"/>
                  <a:pt x="430306" y="20171"/>
                </a:cubicBezTo>
                <a:lnTo>
                  <a:pt x="430306" y="177249"/>
                </a:lnTo>
                <a:cubicBezTo>
                  <a:pt x="430306" y="287515"/>
                  <a:pt x="339454" y="376518"/>
                  <a:pt x="229609" y="376518"/>
                </a:cubicBezTo>
                <a:cubicBezTo>
                  <a:pt x="164895" y="376518"/>
                  <a:pt x="109089" y="334916"/>
                  <a:pt x="88835" y="276757"/>
                </a:cubicBezTo>
                <a:cubicBezTo>
                  <a:pt x="59083" y="302643"/>
                  <a:pt x="40341" y="340715"/>
                  <a:pt x="40341" y="383241"/>
                </a:cubicBezTo>
                <a:cubicBezTo>
                  <a:pt x="40341" y="394419"/>
                  <a:pt x="31348" y="403412"/>
                  <a:pt x="20171" y="403412"/>
                </a:cubicBezTo>
                <a:cubicBezTo>
                  <a:pt x="8993" y="403412"/>
                  <a:pt x="0" y="394419"/>
                  <a:pt x="0" y="383241"/>
                </a:cubicBezTo>
                <a:cubicBezTo>
                  <a:pt x="0" y="320292"/>
                  <a:pt x="32105" y="264823"/>
                  <a:pt x="80766" y="232214"/>
                </a:cubicBezTo>
                <a:cubicBezTo>
                  <a:pt x="110434" y="212379"/>
                  <a:pt x="145817" y="201706"/>
                  <a:pt x="181535" y="201706"/>
                </a:cubicBezTo>
                <a:lnTo>
                  <a:pt x="248771" y="201706"/>
                </a:lnTo>
                <a:cubicBezTo>
                  <a:pt x="259948" y="201706"/>
                  <a:pt x="268941" y="192713"/>
                  <a:pt x="268941" y="181535"/>
                </a:cubicBezTo>
                <a:cubicBezTo>
                  <a:pt x="268941" y="170357"/>
                  <a:pt x="259948" y="161365"/>
                  <a:pt x="248771" y="161365"/>
                </a:cubicBezTo>
                <a:lnTo>
                  <a:pt x="181535" y="161365"/>
                </a:lnTo>
                <a:cubicBezTo>
                  <a:pt x="148170" y="161365"/>
                  <a:pt x="116569" y="168761"/>
                  <a:pt x="88246" y="181956"/>
                </a:cubicBezTo>
                <a:cubicBezTo>
                  <a:pt x="107829" y="123125"/>
                  <a:pt x="163214" y="80682"/>
                  <a:pt x="228600" y="80682"/>
                </a:cubicBezTo>
                <a:cubicBezTo>
                  <a:pt x="284405" y="80682"/>
                  <a:pt x="325923" y="62109"/>
                  <a:pt x="353574" y="43703"/>
                </a:cubicBezTo>
                <a:cubicBezTo>
                  <a:pt x="369710" y="32945"/>
                  <a:pt x="383409" y="20087"/>
                  <a:pt x="396184" y="5631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9" name="Text 17"/>
          <p:cNvSpPr/>
          <p:nvPr/>
        </p:nvSpPr>
        <p:spPr>
          <a:xfrm>
            <a:off x="1219200" y="4253753"/>
            <a:ext cx="1335741" cy="35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41" b="1" spc="127" kern="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MongoDB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7882" y="4755776"/>
            <a:ext cx="5396753" cy="582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12" spc="71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Flexible </a:t>
            </a:r>
            <a:pPr>
              <a:lnSpc>
                <a:spcPct val="140000"/>
              </a:lnSpc>
            </a:pPr>
            <a:r>
              <a:rPr lang="en-US" sz="1412" b="1" spc="71" kern="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MongoDB</a:t>
            </a:r>
            <a:pPr>
              <a:lnSpc>
                <a:spcPct val="140000"/>
              </a:lnSpc>
            </a:pPr>
            <a:r>
              <a:rPr lang="en-US" sz="1412" spc="71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for asset metadata, supporting unstructured data and rapid retrieval.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6847" y="5455024"/>
            <a:ext cx="5289176" cy="878541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25400">
            <a:solidFill>
              <a:srgbClr val="A7F0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3388" y="5571565"/>
            <a:ext cx="5136776" cy="251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1" spc="64" kern="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Handles: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72353" y="5903259"/>
            <a:ext cx="1192306" cy="30480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25400">
            <a:solidFill>
              <a:srgbClr val="A7F0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3388" y="5894294"/>
            <a:ext cx="1246094" cy="286871"/>
          </a:xfrm>
          <a:prstGeom prst="rect">
            <a:avLst/>
          </a:prstGeom>
          <a:noFill/>
          <a:ln/>
        </p:spPr>
        <p:txBody>
          <a:bodyPr wrap="square" lIns="107576" tIns="35859" rIns="107576" bIns="35859" rtlCol="0" anchor="ctr"/>
          <a:lstStyle/>
          <a:p>
            <a:pPr>
              <a:lnSpc>
                <a:spcPct val="120000"/>
              </a:lnSpc>
            </a:pPr>
            <a:r>
              <a:rPr lang="en-US" sz="1129" spc="56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Asset Metadata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950804" y="5903259"/>
            <a:ext cx="1156447" cy="30480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25400">
            <a:solidFill>
              <a:srgbClr val="A7F0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41839" y="5894294"/>
            <a:ext cx="1210235" cy="286871"/>
          </a:xfrm>
          <a:prstGeom prst="rect">
            <a:avLst/>
          </a:prstGeom>
          <a:noFill/>
          <a:ln/>
        </p:spPr>
        <p:txBody>
          <a:bodyPr wrap="square" lIns="107576" tIns="35859" rIns="107576" bIns="35859" rtlCol="0" anchor="ctr"/>
          <a:lstStyle/>
          <a:p>
            <a:pPr>
              <a:lnSpc>
                <a:spcPct val="120000"/>
              </a:lnSpc>
            </a:pPr>
            <a:r>
              <a:rPr lang="en-US" sz="1129" spc="56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File References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193957" y="5903259"/>
            <a:ext cx="510988" cy="30480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25400">
            <a:solidFill>
              <a:srgbClr val="A7F0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84992" y="5894294"/>
            <a:ext cx="564776" cy="286871"/>
          </a:xfrm>
          <a:prstGeom prst="rect">
            <a:avLst/>
          </a:prstGeom>
          <a:noFill/>
          <a:ln/>
        </p:spPr>
        <p:txBody>
          <a:bodyPr wrap="square" lIns="107576" tIns="35859" rIns="107576" bIns="35859" rtlCol="0" anchor="ctr"/>
          <a:lstStyle/>
          <a:p>
            <a:pPr>
              <a:lnSpc>
                <a:spcPct val="120000"/>
              </a:lnSpc>
            </a:pPr>
            <a:r>
              <a:rPr lang="en-US" sz="1129" spc="56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Tags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85647" y="1129553"/>
            <a:ext cx="5629835" cy="4303059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FFCD7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47012" y="1290918"/>
            <a:ext cx="5441576" cy="322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18" b="1" spc="106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Core Tables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55976" y="1766047"/>
            <a:ext cx="5289176" cy="806824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12859" y="1918447"/>
            <a:ext cx="188259" cy="215153"/>
          </a:xfrm>
          <a:custGeom>
            <a:avLst/>
            <a:gdLst/>
            <a:ahLst/>
            <a:cxnLst/>
            <a:rect l="l" t="t" r="r" b="b"/>
            <a:pathLst>
              <a:path w="188259" h="215153">
                <a:moveTo>
                  <a:pt x="107576" y="67235"/>
                </a:moveTo>
                <a:lnTo>
                  <a:pt x="107576" y="107576"/>
                </a:lnTo>
                <a:lnTo>
                  <a:pt x="161365" y="107576"/>
                </a:lnTo>
                <a:lnTo>
                  <a:pt x="161365" y="67235"/>
                </a:lnTo>
                <a:lnTo>
                  <a:pt x="107576" y="67235"/>
                </a:lnTo>
                <a:close/>
                <a:moveTo>
                  <a:pt x="80682" y="67235"/>
                </a:moveTo>
                <a:lnTo>
                  <a:pt x="26894" y="67235"/>
                </a:lnTo>
                <a:lnTo>
                  <a:pt x="26894" y="107576"/>
                </a:lnTo>
                <a:lnTo>
                  <a:pt x="80682" y="107576"/>
                </a:lnTo>
                <a:lnTo>
                  <a:pt x="80682" y="67235"/>
                </a:lnTo>
                <a:close/>
                <a:moveTo>
                  <a:pt x="0" y="134471"/>
                </a:moveTo>
                <a:lnTo>
                  <a:pt x="0" y="40341"/>
                </a:lnTo>
                <a:cubicBezTo>
                  <a:pt x="0" y="25507"/>
                  <a:pt x="12060" y="13447"/>
                  <a:pt x="26894" y="13447"/>
                </a:cubicBezTo>
                <a:lnTo>
                  <a:pt x="161365" y="13447"/>
                </a:lnTo>
                <a:cubicBezTo>
                  <a:pt x="176198" y="13447"/>
                  <a:pt x="188259" y="25507"/>
                  <a:pt x="188259" y="40341"/>
                </a:cubicBezTo>
                <a:lnTo>
                  <a:pt x="188259" y="174812"/>
                </a:lnTo>
                <a:cubicBezTo>
                  <a:pt x="188259" y="189646"/>
                  <a:pt x="176198" y="201706"/>
                  <a:pt x="161365" y="201706"/>
                </a:cubicBezTo>
                <a:lnTo>
                  <a:pt x="26894" y="201706"/>
                </a:lnTo>
                <a:cubicBezTo>
                  <a:pt x="12060" y="201706"/>
                  <a:pt x="0" y="189646"/>
                  <a:pt x="0" y="174812"/>
                </a:cubicBezTo>
                <a:lnTo>
                  <a:pt x="0" y="134471"/>
                </a:lnTo>
                <a:close/>
                <a:moveTo>
                  <a:pt x="161365" y="134471"/>
                </a:moveTo>
                <a:lnTo>
                  <a:pt x="107576" y="134471"/>
                </a:lnTo>
                <a:lnTo>
                  <a:pt x="107576" y="174812"/>
                </a:lnTo>
                <a:lnTo>
                  <a:pt x="161365" y="174812"/>
                </a:lnTo>
                <a:lnTo>
                  <a:pt x="161365" y="134471"/>
                </a:lnTo>
                <a:close/>
                <a:moveTo>
                  <a:pt x="80682" y="174812"/>
                </a:moveTo>
                <a:lnTo>
                  <a:pt x="80682" y="134471"/>
                </a:lnTo>
                <a:lnTo>
                  <a:pt x="26894" y="134471"/>
                </a:lnTo>
                <a:lnTo>
                  <a:pt x="26894" y="174812"/>
                </a:lnTo>
                <a:lnTo>
                  <a:pt x="80682" y="174812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33" name="Text 31"/>
          <p:cNvSpPr/>
          <p:nvPr/>
        </p:nvSpPr>
        <p:spPr>
          <a:xfrm>
            <a:off x="6849035" y="1882588"/>
            <a:ext cx="726141" cy="28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4" b="1" spc="85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clients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72518" y="2205318"/>
            <a:ext cx="5136776" cy="251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1" spc="64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id, name, email, phone, company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55976" y="2662518"/>
            <a:ext cx="5289176" cy="806824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12859" y="2814918"/>
            <a:ext cx="188259" cy="215153"/>
          </a:xfrm>
          <a:custGeom>
            <a:avLst/>
            <a:gdLst/>
            <a:ahLst/>
            <a:cxnLst/>
            <a:rect l="l" t="t" r="r" b="b"/>
            <a:pathLst>
              <a:path w="188259" h="215153">
                <a:moveTo>
                  <a:pt x="107576" y="67235"/>
                </a:moveTo>
                <a:lnTo>
                  <a:pt x="107576" y="107576"/>
                </a:lnTo>
                <a:lnTo>
                  <a:pt x="161365" y="107576"/>
                </a:lnTo>
                <a:lnTo>
                  <a:pt x="161365" y="67235"/>
                </a:lnTo>
                <a:lnTo>
                  <a:pt x="107576" y="67235"/>
                </a:lnTo>
                <a:close/>
                <a:moveTo>
                  <a:pt x="80682" y="67235"/>
                </a:moveTo>
                <a:lnTo>
                  <a:pt x="26894" y="67235"/>
                </a:lnTo>
                <a:lnTo>
                  <a:pt x="26894" y="107576"/>
                </a:lnTo>
                <a:lnTo>
                  <a:pt x="80682" y="107576"/>
                </a:lnTo>
                <a:lnTo>
                  <a:pt x="80682" y="67235"/>
                </a:lnTo>
                <a:close/>
                <a:moveTo>
                  <a:pt x="0" y="134471"/>
                </a:moveTo>
                <a:lnTo>
                  <a:pt x="0" y="40341"/>
                </a:lnTo>
                <a:cubicBezTo>
                  <a:pt x="0" y="25507"/>
                  <a:pt x="12060" y="13447"/>
                  <a:pt x="26894" y="13447"/>
                </a:cubicBezTo>
                <a:lnTo>
                  <a:pt x="161365" y="13447"/>
                </a:lnTo>
                <a:cubicBezTo>
                  <a:pt x="176198" y="13447"/>
                  <a:pt x="188259" y="25507"/>
                  <a:pt x="188259" y="40341"/>
                </a:cubicBezTo>
                <a:lnTo>
                  <a:pt x="188259" y="174812"/>
                </a:lnTo>
                <a:cubicBezTo>
                  <a:pt x="188259" y="189646"/>
                  <a:pt x="176198" y="201706"/>
                  <a:pt x="161365" y="201706"/>
                </a:cubicBezTo>
                <a:lnTo>
                  <a:pt x="26894" y="201706"/>
                </a:lnTo>
                <a:cubicBezTo>
                  <a:pt x="12060" y="201706"/>
                  <a:pt x="0" y="189646"/>
                  <a:pt x="0" y="174812"/>
                </a:cubicBezTo>
                <a:lnTo>
                  <a:pt x="0" y="134471"/>
                </a:lnTo>
                <a:close/>
                <a:moveTo>
                  <a:pt x="161365" y="134471"/>
                </a:moveTo>
                <a:lnTo>
                  <a:pt x="107576" y="134471"/>
                </a:lnTo>
                <a:lnTo>
                  <a:pt x="107576" y="174812"/>
                </a:lnTo>
                <a:lnTo>
                  <a:pt x="161365" y="174812"/>
                </a:lnTo>
                <a:lnTo>
                  <a:pt x="161365" y="134471"/>
                </a:lnTo>
                <a:close/>
                <a:moveTo>
                  <a:pt x="80682" y="174812"/>
                </a:moveTo>
                <a:lnTo>
                  <a:pt x="80682" y="134471"/>
                </a:lnTo>
                <a:lnTo>
                  <a:pt x="26894" y="134471"/>
                </a:lnTo>
                <a:lnTo>
                  <a:pt x="26894" y="174812"/>
                </a:lnTo>
                <a:lnTo>
                  <a:pt x="80682" y="174812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37" name="Text 35"/>
          <p:cNvSpPr/>
          <p:nvPr/>
        </p:nvSpPr>
        <p:spPr>
          <a:xfrm>
            <a:off x="6849035" y="2779059"/>
            <a:ext cx="878541" cy="28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4" b="1" spc="85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projects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72518" y="3101788"/>
            <a:ext cx="5136776" cy="251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1" spc="64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id, client_id, title, status, deadline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55976" y="3558988"/>
            <a:ext cx="5289176" cy="806824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12859" y="3711388"/>
            <a:ext cx="188259" cy="215153"/>
          </a:xfrm>
          <a:custGeom>
            <a:avLst/>
            <a:gdLst/>
            <a:ahLst/>
            <a:cxnLst/>
            <a:rect l="l" t="t" r="r" b="b"/>
            <a:pathLst>
              <a:path w="188259" h="215153">
                <a:moveTo>
                  <a:pt x="107576" y="67235"/>
                </a:moveTo>
                <a:lnTo>
                  <a:pt x="107576" y="107576"/>
                </a:lnTo>
                <a:lnTo>
                  <a:pt x="161365" y="107576"/>
                </a:lnTo>
                <a:lnTo>
                  <a:pt x="161365" y="67235"/>
                </a:lnTo>
                <a:lnTo>
                  <a:pt x="107576" y="67235"/>
                </a:lnTo>
                <a:close/>
                <a:moveTo>
                  <a:pt x="80682" y="67235"/>
                </a:moveTo>
                <a:lnTo>
                  <a:pt x="26894" y="67235"/>
                </a:lnTo>
                <a:lnTo>
                  <a:pt x="26894" y="107576"/>
                </a:lnTo>
                <a:lnTo>
                  <a:pt x="80682" y="107576"/>
                </a:lnTo>
                <a:lnTo>
                  <a:pt x="80682" y="67235"/>
                </a:lnTo>
                <a:close/>
                <a:moveTo>
                  <a:pt x="0" y="134471"/>
                </a:moveTo>
                <a:lnTo>
                  <a:pt x="0" y="40341"/>
                </a:lnTo>
                <a:cubicBezTo>
                  <a:pt x="0" y="25507"/>
                  <a:pt x="12060" y="13447"/>
                  <a:pt x="26894" y="13447"/>
                </a:cubicBezTo>
                <a:lnTo>
                  <a:pt x="161365" y="13447"/>
                </a:lnTo>
                <a:cubicBezTo>
                  <a:pt x="176198" y="13447"/>
                  <a:pt x="188259" y="25507"/>
                  <a:pt x="188259" y="40341"/>
                </a:cubicBezTo>
                <a:lnTo>
                  <a:pt x="188259" y="174812"/>
                </a:lnTo>
                <a:cubicBezTo>
                  <a:pt x="188259" y="189646"/>
                  <a:pt x="176198" y="201706"/>
                  <a:pt x="161365" y="201706"/>
                </a:cubicBezTo>
                <a:lnTo>
                  <a:pt x="26894" y="201706"/>
                </a:lnTo>
                <a:cubicBezTo>
                  <a:pt x="12060" y="201706"/>
                  <a:pt x="0" y="189646"/>
                  <a:pt x="0" y="174812"/>
                </a:cubicBezTo>
                <a:lnTo>
                  <a:pt x="0" y="134471"/>
                </a:lnTo>
                <a:close/>
                <a:moveTo>
                  <a:pt x="161365" y="134471"/>
                </a:moveTo>
                <a:lnTo>
                  <a:pt x="107576" y="134471"/>
                </a:lnTo>
                <a:lnTo>
                  <a:pt x="107576" y="174812"/>
                </a:lnTo>
                <a:lnTo>
                  <a:pt x="161365" y="174812"/>
                </a:lnTo>
                <a:lnTo>
                  <a:pt x="161365" y="134471"/>
                </a:lnTo>
                <a:close/>
                <a:moveTo>
                  <a:pt x="80682" y="174812"/>
                </a:moveTo>
                <a:lnTo>
                  <a:pt x="80682" y="134471"/>
                </a:lnTo>
                <a:lnTo>
                  <a:pt x="26894" y="134471"/>
                </a:lnTo>
                <a:lnTo>
                  <a:pt x="26894" y="174812"/>
                </a:lnTo>
                <a:lnTo>
                  <a:pt x="80682" y="174812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41" name="Text 39"/>
          <p:cNvSpPr/>
          <p:nvPr/>
        </p:nvSpPr>
        <p:spPr>
          <a:xfrm>
            <a:off x="6849035" y="3675529"/>
            <a:ext cx="851647" cy="28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4" b="1" spc="85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invoices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72518" y="3998259"/>
            <a:ext cx="5136776" cy="251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1" spc="64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id, project_id, amount, date, status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55976" y="4455459"/>
            <a:ext cx="5289176" cy="806824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25400">
            <a:solidFill>
              <a:srgbClr val="A7F07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12859" y="4607859"/>
            <a:ext cx="188259" cy="215153"/>
          </a:xfrm>
          <a:custGeom>
            <a:avLst/>
            <a:gdLst/>
            <a:ahLst/>
            <a:cxnLst/>
            <a:rect l="l" t="t" r="r" b="b"/>
            <a:pathLst>
              <a:path w="188259" h="215153">
                <a:moveTo>
                  <a:pt x="107576" y="67235"/>
                </a:moveTo>
                <a:lnTo>
                  <a:pt x="107576" y="107576"/>
                </a:lnTo>
                <a:lnTo>
                  <a:pt x="161365" y="107576"/>
                </a:lnTo>
                <a:lnTo>
                  <a:pt x="161365" y="67235"/>
                </a:lnTo>
                <a:lnTo>
                  <a:pt x="107576" y="67235"/>
                </a:lnTo>
                <a:close/>
                <a:moveTo>
                  <a:pt x="80682" y="67235"/>
                </a:moveTo>
                <a:lnTo>
                  <a:pt x="26894" y="67235"/>
                </a:lnTo>
                <a:lnTo>
                  <a:pt x="26894" y="107576"/>
                </a:lnTo>
                <a:lnTo>
                  <a:pt x="80682" y="107576"/>
                </a:lnTo>
                <a:lnTo>
                  <a:pt x="80682" y="67235"/>
                </a:lnTo>
                <a:close/>
                <a:moveTo>
                  <a:pt x="0" y="134471"/>
                </a:moveTo>
                <a:lnTo>
                  <a:pt x="0" y="40341"/>
                </a:lnTo>
                <a:cubicBezTo>
                  <a:pt x="0" y="25507"/>
                  <a:pt x="12060" y="13447"/>
                  <a:pt x="26894" y="13447"/>
                </a:cubicBezTo>
                <a:lnTo>
                  <a:pt x="161365" y="13447"/>
                </a:lnTo>
                <a:cubicBezTo>
                  <a:pt x="176198" y="13447"/>
                  <a:pt x="188259" y="25507"/>
                  <a:pt x="188259" y="40341"/>
                </a:cubicBezTo>
                <a:lnTo>
                  <a:pt x="188259" y="174812"/>
                </a:lnTo>
                <a:cubicBezTo>
                  <a:pt x="188259" y="189646"/>
                  <a:pt x="176198" y="201706"/>
                  <a:pt x="161365" y="201706"/>
                </a:cubicBezTo>
                <a:lnTo>
                  <a:pt x="26894" y="201706"/>
                </a:lnTo>
                <a:cubicBezTo>
                  <a:pt x="12060" y="201706"/>
                  <a:pt x="0" y="189646"/>
                  <a:pt x="0" y="174812"/>
                </a:cubicBezTo>
                <a:lnTo>
                  <a:pt x="0" y="134471"/>
                </a:lnTo>
                <a:close/>
                <a:moveTo>
                  <a:pt x="161365" y="134471"/>
                </a:moveTo>
                <a:lnTo>
                  <a:pt x="107576" y="134471"/>
                </a:lnTo>
                <a:lnTo>
                  <a:pt x="107576" y="174812"/>
                </a:lnTo>
                <a:lnTo>
                  <a:pt x="161365" y="174812"/>
                </a:lnTo>
                <a:lnTo>
                  <a:pt x="161365" y="134471"/>
                </a:lnTo>
                <a:close/>
                <a:moveTo>
                  <a:pt x="80682" y="174812"/>
                </a:moveTo>
                <a:lnTo>
                  <a:pt x="80682" y="134471"/>
                </a:lnTo>
                <a:lnTo>
                  <a:pt x="26894" y="134471"/>
                </a:lnTo>
                <a:lnTo>
                  <a:pt x="26894" y="174812"/>
                </a:lnTo>
                <a:lnTo>
                  <a:pt x="80682" y="174812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45" name="Text 43"/>
          <p:cNvSpPr/>
          <p:nvPr/>
        </p:nvSpPr>
        <p:spPr>
          <a:xfrm>
            <a:off x="6849035" y="4572000"/>
            <a:ext cx="726141" cy="28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4" b="1" spc="85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assets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72518" y="4894729"/>
            <a:ext cx="5136776" cy="251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1" spc="64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id, project_id, filename, type, path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85647" y="5576047"/>
            <a:ext cx="5629835" cy="1264024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A7F07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82871" y="5746376"/>
            <a:ext cx="268941" cy="268941"/>
          </a:xfrm>
          <a:custGeom>
            <a:avLst/>
            <a:gdLst/>
            <a:ahLst/>
            <a:cxnLst/>
            <a:rect l="l" t="t" r="r" b="b"/>
            <a:pathLst>
              <a:path w="268941" h="268941">
                <a:moveTo>
                  <a:pt x="176493" y="184897"/>
                </a:moveTo>
                <a:cubicBezTo>
                  <a:pt x="227549" y="184897"/>
                  <a:pt x="268941" y="143505"/>
                  <a:pt x="268941" y="92449"/>
                </a:cubicBezTo>
                <a:cubicBezTo>
                  <a:pt x="268941" y="41392"/>
                  <a:pt x="227549" y="0"/>
                  <a:pt x="176493" y="0"/>
                </a:cubicBezTo>
                <a:cubicBezTo>
                  <a:pt x="125436" y="0"/>
                  <a:pt x="84044" y="41392"/>
                  <a:pt x="84044" y="92449"/>
                </a:cubicBezTo>
                <a:cubicBezTo>
                  <a:pt x="84044" y="102271"/>
                  <a:pt x="85567" y="111779"/>
                  <a:pt x="88404" y="120656"/>
                </a:cubicBezTo>
                <a:lnTo>
                  <a:pt x="3677" y="205383"/>
                </a:lnTo>
                <a:cubicBezTo>
                  <a:pt x="1313" y="207747"/>
                  <a:pt x="0" y="210951"/>
                  <a:pt x="0" y="214313"/>
                </a:cubicBezTo>
                <a:lnTo>
                  <a:pt x="0" y="256335"/>
                </a:lnTo>
                <a:cubicBezTo>
                  <a:pt x="0" y="263321"/>
                  <a:pt x="5620" y="268941"/>
                  <a:pt x="12607" y="268941"/>
                </a:cubicBezTo>
                <a:lnTo>
                  <a:pt x="54629" y="268941"/>
                </a:lnTo>
                <a:cubicBezTo>
                  <a:pt x="61615" y="268941"/>
                  <a:pt x="67235" y="263321"/>
                  <a:pt x="67235" y="256335"/>
                </a:cubicBezTo>
                <a:lnTo>
                  <a:pt x="67235" y="235324"/>
                </a:lnTo>
                <a:lnTo>
                  <a:pt x="88246" y="235324"/>
                </a:lnTo>
                <a:cubicBezTo>
                  <a:pt x="95232" y="235324"/>
                  <a:pt x="100853" y="229703"/>
                  <a:pt x="100853" y="222717"/>
                </a:cubicBezTo>
                <a:lnTo>
                  <a:pt x="100853" y="201706"/>
                </a:lnTo>
                <a:lnTo>
                  <a:pt x="121864" y="201706"/>
                </a:lnTo>
                <a:cubicBezTo>
                  <a:pt x="125226" y="201706"/>
                  <a:pt x="128430" y="200393"/>
                  <a:pt x="130794" y="198029"/>
                </a:cubicBezTo>
                <a:lnTo>
                  <a:pt x="148285" y="180537"/>
                </a:lnTo>
                <a:cubicBezTo>
                  <a:pt x="157162" y="183374"/>
                  <a:pt x="166670" y="184897"/>
                  <a:pt x="176493" y="184897"/>
                </a:cubicBezTo>
                <a:close/>
                <a:moveTo>
                  <a:pt x="197504" y="50426"/>
                </a:moveTo>
                <a:cubicBezTo>
                  <a:pt x="209100" y="50426"/>
                  <a:pt x="218515" y="59841"/>
                  <a:pt x="218515" y="71438"/>
                </a:cubicBezTo>
                <a:cubicBezTo>
                  <a:pt x="218515" y="83034"/>
                  <a:pt x="209100" y="92449"/>
                  <a:pt x="197504" y="92449"/>
                </a:cubicBezTo>
                <a:cubicBezTo>
                  <a:pt x="185907" y="92449"/>
                  <a:pt x="176493" y="83034"/>
                  <a:pt x="176493" y="71438"/>
                </a:cubicBezTo>
                <a:cubicBezTo>
                  <a:pt x="176493" y="59841"/>
                  <a:pt x="185907" y="50426"/>
                  <a:pt x="197504" y="50426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49" name="Text 47"/>
          <p:cNvSpPr/>
          <p:nvPr/>
        </p:nvSpPr>
        <p:spPr>
          <a:xfrm>
            <a:off x="6790765" y="5737412"/>
            <a:ext cx="1371600" cy="28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4" b="1" spc="85" kern="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Data Integrity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347012" y="6096000"/>
            <a:ext cx="5396753" cy="582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12" b="1" spc="71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Primary keys</a:t>
            </a:r>
            <a:pPr>
              <a:lnSpc>
                <a:spcPct val="140000"/>
              </a:lnSpc>
            </a:pPr>
            <a:r>
              <a:rPr lang="en-US" sz="1412" spc="71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and </a:t>
            </a:r>
            <a:pPr>
              <a:lnSpc>
                <a:spcPct val="140000"/>
              </a:lnSpc>
            </a:pPr>
            <a:r>
              <a:rPr lang="en-US" sz="1412" b="1" spc="71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foreign keys</a:t>
            </a:r>
            <a:pPr>
              <a:lnSpc>
                <a:spcPct val="140000"/>
              </a:lnSpc>
            </a:pPr>
            <a:r>
              <a:rPr lang="en-US" sz="1412" spc="71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ensure referential integrity and prevent orphaned records.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14300" cy="609600"/>
          </a:xfrm>
          <a:prstGeom prst="roundRect">
            <a:avLst>
              <a:gd name="adj" fmla="val 0"/>
            </a:avLst>
          </a:prstGeom>
          <a:solidFill>
            <a:srgbClr val="FFCD75"/>
          </a:solidFill>
          <a:ln/>
        </p:spPr>
      </p:sp>
      <p:sp>
        <p:nvSpPr>
          <p:cNvPr id="3" name="Text 1"/>
          <p:cNvSpPr/>
          <p:nvPr/>
        </p:nvSpPr>
        <p:spPr>
          <a:xfrm>
            <a:off x="647700" y="400050"/>
            <a:ext cx="59721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spc="225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TABLES &amp; RELATIONSHIPS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066800"/>
            <a:ext cx="11430000" cy="38100"/>
          </a:xfrm>
          <a:prstGeom prst="roundRect">
            <a:avLst>
              <a:gd name="adj" fmla="val 0"/>
            </a:avLst>
          </a:prstGeom>
          <a:solidFill>
            <a:srgbClr val="29ADFF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519238"/>
            <a:ext cx="5562600" cy="342900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1728788"/>
            <a:ext cx="5286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spc="113" kern="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Relationship Structure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9125" y="2233613"/>
            <a:ext cx="895350" cy="742950"/>
          </a:xfrm>
          <a:prstGeom prst="roundRect">
            <a:avLst>
              <a:gd name="adj" fmla="val 0"/>
            </a:avLst>
          </a:prstGeom>
          <a:solidFill>
            <a:srgbClr val="29ADFF"/>
          </a:solidFill>
          <a:ln w="25400">
            <a:solidFill>
              <a:srgbClr val="F4F4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4166" y="2462213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25016" y="138410"/>
                </a:moveTo>
                <a:cubicBezTo>
                  <a:pt x="161979" y="138410"/>
                  <a:pt x="191988" y="108401"/>
                  <a:pt x="191988" y="71438"/>
                </a:cubicBezTo>
                <a:cubicBezTo>
                  <a:pt x="191988" y="34474"/>
                  <a:pt x="161979" y="4465"/>
                  <a:pt x="125016" y="4465"/>
                </a:cubicBezTo>
                <a:cubicBezTo>
                  <a:pt x="88052" y="4465"/>
                  <a:pt x="58043" y="34474"/>
                  <a:pt x="58043" y="71438"/>
                </a:cubicBezTo>
                <a:cubicBezTo>
                  <a:pt x="58043" y="108401"/>
                  <a:pt x="88052" y="138410"/>
                  <a:pt x="125016" y="138410"/>
                </a:cubicBezTo>
                <a:close/>
                <a:moveTo>
                  <a:pt x="108440" y="169664"/>
                </a:moveTo>
                <a:cubicBezTo>
                  <a:pt x="53467" y="169664"/>
                  <a:pt x="8930" y="214201"/>
                  <a:pt x="8930" y="269174"/>
                </a:cubicBezTo>
                <a:cubicBezTo>
                  <a:pt x="8930" y="278327"/>
                  <a:pt x="16352" y="285750"/>
                  <a:pt x="25505" y="285750"/>
                </a:cubicBezTo>
                <a:lnTo>
                  <a:pt x="224526" y="285750"/>
                </a:lnTo>
                <a:cubicBezTo>
                  <a:pt x="233679" y="285750"/>
                  <a:pt x="241102" y="278327"/>
                  <a:pt x="241102" y="269174"/>
                </a:cubicBezTo>
                <a:cubicBezTo>
                  <a:pt x="241102" y="214201"/>
                  <a:pt x="196565" y="169664"/>
                  <a:pt x="141591" y="169664"/>
                </a:cubicBezTo>
                <a:lnTo>
                  <a:pt x="108440" y="169664"/>
                </a:lnTo>
                <a:close/>
              </a:path>
            </a:pathLst>
          </a:custGeom>
          <a:solidFill>
            <a:srgbClr val="1A1C2C"/>
          </a:solidFill>
          <a:ln/>
        </p:spPr>
      </p:sp>
      <p:sp>
        <p:nvSpPr>
          <p:cNvPr id="9" name="Shape 7"/>
          <p:cNvSpPr/>
          <p:nvPr/>
        </p:nvSpPr>
        <p:spPr>
          <a:xfrm>
            <a:off x="1676400" y="2395538"/>
            <a:ext cx="3009900" cy="38100"/>
          </a:xfrm>
          <a:prstGeom prst="roundRect">
            <a:avLst>
              <a:gd name="adj" fmla="val 0"/>
            </a:avLst>
          </a:prstGeom>
          <a:solidFill>
            <a:srgbClr val="FFCD75"/>
          </a:solidFill>
          <a:ln/>
        </p:spPr>
      </p:sp>
      <p:sp>
        <p:nvSpPr>
          <p:cNvPr id="10" name="Text 8"/>
          <p:cNvSpPr/>
          <p:nvPr/>
        </p:nvSpPr>
        <p:spPr>
          <a:xfrm>
            <a:off x="1633538" y="2471738"/>
            <a:ext cx="3095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spc="68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 → MANY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676400" y="2776538"/>
            <a:ext cx="3009900" cy="38100"/>
          </a:xfrm>
          <a:prstGeom prst="roundRect">
            <a:avLst>
              <a:gd name="adj" fmla="val 0"/>
            </a:avLst>
          </a:prstGeom>
          <a:solidFill>
            <a:srgbClr val="FFCD75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8225" y="2233613"/>
            <a:ext cx="895350" cy="742950"/>
          </a:xfrm>
          <a:prstGeom prst="roundRect">
            <a:avLst>
              <a:gd name="adj" fmla="val 0"/>
            </a:avLst>
          </a:prstGeom>
          <a:solidFill>
            <a:srgbClr val="FFCD75"/>
          </a:solidFill>
          <a:ln w="25400">
            <a:solidFill>
              <a:srgbClr val="F4F4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55406" y="246221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44648"/>
                </a:moveTo>
                <a:cubicBezTo>
                  <a:pt x="0" y="29859"/>
                  <a:pt x="11999" y="17859"/>
                  <a:pt x="26789" y="17859"/>
                </a:cubicBezTo>
                <a:lnTo>
                  <a:pt x="80367" y="17859"/>
                </a:lnTo>
                <a:cubicBezTo>
                  <a:pt x="95157" y="17859"/>
                  <a:pt x="107156" y="29859"/>
                  <a:pt x="107156" y="44648"/>
                </a:cubicBezTo>
                <a:lnTo>
                  <a:pt x="107156" y="53578"/>
                </a:lnTo>
                <a:lnTo>
                  <a:pt x="178594" y="53578"/>
                </a:lnTo>
                <a:lnTo>
                  <a:pt x="178594" y="44648"/>
                </a:lnTo>
                <a:cubicBezTo>
                  <a:pt x="178594" y="29859"/>
                  <a:pt x="190593" y="17859"/>
                  <a:pt x="205383" y="17859"/>
                </a:cubicBezTo>
                <a:lnTo>
                  <a:pt x="258961" y="17859"/>
                </a:lnTo>
                <a:cubicBezTo>
                  <a:pt x="273751" y="17859"/>
                  <a:pt x="285750" y="29859"/>
                  <a:pt x="285750" y="44648"/>
                </a:cubicBezTo>
                <a:lnTo>
                  <a:pt x="285750" y="98227"/>
                </a:lnTo>
                <a:cubicBezTo>
                  <a:pt x="285750" y="113016"/>
                  <a:pt x="273751" y="125016"/>
                  <a:pt x="258961" y="125016"/>
                </a:cubicBezTo>
                <a:lnTo>
                  <a:pt x="205383" y="125016"/>
                </a:lnTo>
                <a:cubicBezTo>
                  <a:pt x="190593" y="125016"/>
                  <a:pt x="178594" y="113016"/>
                  <a:pt x="178594" y="98227"/>
                </a:cubicBezTo>
                <a:lnTo>
                  <a:pt x="178594" y="89297"/>
                </a:lnTo>
                <a:lnTo>
                  <a:pt x="107156" y="89297"/>
                </a:lnTo>
                <a:lnTo>
                  <a:pt x="107156" y="98227"/>
                </a:lnTo>
                <a:cubicBezTo>
                  <a:pt x="107156" y="102301"/>
                  <a:pt x="106207" y="106207"/>
                  <a:pt x="104589" y="109668"/>
                </a:cubicBezTo>
                <a:lnTo>
                  <a:pt x="142875" y="160734"/>
                </a:lnTo>
                <a:lnTo>
                  <a:pt x="187523" y="160734"/>
                </a:lnTo>
                <a:cubicBezTo>
                  <a:pt x="202313" y="160734"/>
                  <a:pt x="214313" y="172734"/>
                  <a:pt x="214313" y="187523"/>
                </a:cubicBezTo>
                <a:lnTo>
                  <a:pt x="214313" y="241102"/>
                </a:lnTo>
                <a:cubicBezTo>
                  <a:pt x="214313" y="255891"/>
                  <a:pt x="202313" y="267891"/>
                  <a:pt x="187523" y="267891"/>
                </a:cubicBezTo>
                <a:lnTo>
                  <a:pt x="133945" y="267891"/>
                </a:lnTo>
                <a:cubicBezTo>
                  <a:pt x="119156" y="267891"/>
                  <a:pt x="107156" y="255891"/>
                  <a:pt x="107156" y="241102"/>
                </a:cubicBezTo>
                <a:lnTo>
                  <a:pt x="107156" y="187523"/>
                </a:lnTo>
                <a:cubicBezTo>
                  <a:pt x="107156" y="183449"/>
                  <a:pt x="108105" y="179543"/>
                  <a:pt x="109724" y="176082"/>
                </a:cubicBezTo>
                <a:lnTo>
                  <a:pt x="71438" y="125016"/>
                </a:lnTo>
                <a:lnTo>
                  <a:pt x="26789" y="125016"/>
                </a:lnTo>
                <a:cubicBezTo>
                  <a:pt x="11999" y="125016"/>
                  <a:pt x="0" y="113016"/>
                  <a:pt x="0" y="98227"/>
                </a:cubicBezTo>
                <a:lnTo>
                  <a:pt x="0" y="44648"/>
                </a:lnTo>
                <a:close/>
              </a:path>
            </a:pathLst>
          </a:custGeom>
          <a:solidFill>
            <a:srgbClr val="1A1C2C"/>
          </a:solidFill>
          <a:ln/>
        </p:spPr>
      </p:sp>
      <p:sp>
        <p:nvSpPr>
          <p:cNvPr id="14" name="Text 12"/>
          <p:cNvSpPr/>
          <p:nvPr/>
        </p:nvSpPr>
        <p:spPr>
          <a:xfrm>
            <a:off x="561975" y="3138488"/>
            <a:ext cx="523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spc="7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One Client → Many Projects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9125" y="3567113"/>
            <a:ext cx="895350" cy="742950"/>
          </a:xfrm>
          <a:prstGeom prst="roundRect">
            <a:avLst>
              <a:gd name="adj" fmla="val 0"/>
            </a:avLst>
          </a:prstGeom>
          <a:solidFill>
            <a:srgbClr val="FFCD75"/>
          </a:solidFill>
          <a:ln w="25400">
            <a:solidFill>
              <a:srgbClr val="F4F4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6306" y="379571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44648"/>
                </a:moveTo>
                <a:cubicBezTo>
                  <a:pt x="0" y="29859"/>
                  <a:pt x="11999" y="17859"/>
                  <a:pt x="26789" y="17859"/>
                </a:cubicBezTo>
                <a:lnTo>
                  <a:pt x="80367" y="17859"/>
                </a:lnTo>
                <a:cubicBezTo>
                  <a:pt x="95157" y="17859"/>
                  <a:pt x="107156" y="29859"/>
                  <a:pt x="107156" y="44648"/>
                </a:cubicBezTo>
                <a:lnTo>
                  <a:pt x="107156" y="53578"/>
                </a:lnTo>
                <a:lnTo>
                  <a:pt x="178594" y="53578"/>
                </a:lnTo>
                <a:lnTo>
                  <a:pt x="178594" y="44648"/>
                </a:lnTo>
                <a:cubicBezTo>
                  <a:pt x="178594" y="29859"/>
                  <a:pt x="190593" y="17859"/>
                  <a:pt x="205383" y="17859"/>
                </a:cubicBezTo>
                <a:lnTo>
                  <a:pt x="258961" y="17859"/>
                </a:lnTo>
                <a:cubicBezTo>
                  <a:pt x="273751" y="17859"/>
                  <a:pt x="285750" y="29859"/>
                  <a:pt x="285750" y="44648"/>
                </a:cubicBezTo>
                <a:lnTo>
                  <a:pt x="285750" y="98227"/>
                </a:lnTo>
                <a:cubicBezTo>
                  <a:pt x="285750" y="113016"/>
                  <a:pt x="273751" y="125016"/>
                  <a:pt x="258961" y="125016"/>
                </a:cubicBezTo>
                <a:lnTo>
                  <a:pt x="205383" y="125016"/>
                </a:lnTo>
                <a:cubicBezTo>
                  <a:pt x="190593" y="125016"/>
                  <a:pt x="178594" y="113016"/>
                  <a:pt x="178594" y="98227"/>
                </a:cubicBezTo>
                <a:lnTo>
                  <a:pt x="178594" y="89297"/>
                </a:lnTo>
                <a:lnTo>
                  <a:pt x="107156" y="89297"/>
                </a:lnTo>
                <a:lnTo>
                  <a:pt x="107156" y="98227"/>
                </a:lnTo>
                <a:cubicBezTo>
                  <a:pt x="107156" y="102301"/>
                  <a:pt x="106207" y="106207"/>
                  <a:pt x="104589" y="109668"/>
                </a:cubicBezTo>
                <a:lnTo>
                  <a:pt x="142875" y="160734"/>
                </a:lnTo>
                <a:lnTo>
                  <a:pt x="187523" y="160734"/>
                </a:lnTo>
                <a:cubicBezTo>
                  <a:pt x="202313" y="160734"/>
                  <a:pt x="214313" y="172734"/>
                  <a:pt x="214313" y="187523"/>
                </a:cubicBezTo>
                <a:lnTo>
                  <a:pt x="214313" y="241102"/>
                </a:lnTo>
                <a:cubicBezTo>
                  <a:pt x="214313" y="255891"/>
                  <a:pt x="202313" y="267891"/>
                  <a:pt x="187523" y="267891"/>
                </a:cubicBezTo>
                <a:lnTo>
                  <a:pt x="133945" y="267891"/>
                </a:lnTo>
                <a:cubicBezTo>
                  <a:pt x="119156" y="267891"/>
                  <a:pt x="107156" y="255891"/>
                  <a:pt x="107156" y="241102"/>
                </a:cubicBezTo>
                <a:lnTo>
                  <a:pt x="107156" y="187523"/>
                </a:lnTo>
                <a:cubicBezTo>
                  <a:pt x="107156" y="183449"/>
                  <a:pt x="108105" y="179543"/>
                  <a:pt x="109724" y="176082"/>
                </a:cubicBezTo>
                <a:lnTo>
                  <a:pt x="71438" y="125016"/>
                </a:lnTo>
                <a:lnTo>
                  <a:pt x="26789" y="125016"/>
                </a:lnTo>
                <a:cubicBezTo>
                  <a:pt x="11999" y="125016"/>
                  <a:pt x="0" y="113016"/>
                  <a:pt x="0" y="98227"/>
                </a:cubicBezTo>
                <a:lnTo>
                  <a:pt x="0" y="44648"/>
                </a:lnTo>
                <a:close/>
              </a:path>
            </a:pathLst>
          </a:custGeom>
          <a:solidFill>
            <a:srgbClr val="1A1C2C"/>
          </a:solidFill>
          <a:ln/>
        </p:spPr>
      </p:sp>
      <p:sp>
        <p:nvSpPr>
          <p:cNvPr id="17" name="Shape 15"/>
          <p:cNvSpPr/>
          <p:nvPr/>
        </p:nvSpPr>
        <p:spPr>
          <a:xfrm>
            <a:off x="1676400" y="3729038"/>
            <a:ext cx="3009900" cy="38100"/>
          </a:xfrm>
          <a:prstGeom prst="roundRect">
            <a:avLst>
              <a:gd name="adj" fmla="val 0"/>
            </a:avLst>
          </a:prstGeom>
          <a:solidFill>
            <a:srgbClr val="A7F070"/>
          </a:solidFill>
          <a:ln/>
        </p:spPr>
      </p:sp>
      <p:sp>
        <p:nvSpPr>
          <p:cNvPr id="18" name="Text 16"/>
          <p:cNvSpPr/>
          <p:nvPr/>
        </p:nvSpPr>
        <p:spPr>
          <a:xfrm>
            <a:off x="1633538" y="3805237"/>
            <a:ext cx="3095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spc="68" kern="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 → MANY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676400" y="4110038"/>
            <a:ext cx="3009900" cy="38100"/>
          </a:xfrm>
          <a:prstGeom prst="roundRect">
            <a:avLst>
              <a:gd name="adj" fmla="val 0"/>
            </a:avLst>
          </a:prstGeom>
          <a:solidFill>
            <a:srgbClr val="A7F070"/>
          </a:solidFill>
          <a:ln/>
        </p:spPr>
      </p:sp>
      <p:sp>
        <p:nvSpPr>
          <p:cNvPr id="20" name="Shape 18"/>
          <p:cNvSpPr/>
          <p:nvPr/>
        </p:nvSpPr>
        <p:spPr>
          <a:xfrm>
            <a:off x="4848225" y="3567113"/>
            <a:ext cx="895350" cy="742950"/>
          </a:xfrm>
          <a:prstGeom prst="roundRect">
            <a:avLst>
              <a:gd name="adj" fmla="val 0"/>
            </a:avLst>
          </a:prstGeom>
          <a:solidFill>
            <a:srgbClr val="A7F070"/>
          </a:solidFill>
          <a:ln w="25400">
            <a:solidFill>
              <a:srgbClr val="F4F4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67313" y="3690937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42863" y="42863"/>
                </a:moveTo>
                <a:cubicBezTo>
                  <a:pt x="42863" y="27102"/>
                  <a:pt x="55677" y="14288"/>
                  <a:pt x="71438" y="14288"/>
                </a:cubicBezTo>
                <a:lnTo>
                  <a:pt x="214313" y="14288"/>
                </a:lnTo>
                <a:cubicBezTo>
                  <a:pt x="230073" y="14288"/>
                  <a:pt x="242888" y="27102"/>
                  <a:pt x="242888" y="42863"/>
                </a:cubicBezTo>
                <a:lnTo>
                  <a:pt x="242888" y="157163"/>
                </a:lnTo>
                <a:cubicBezTo>
                  <a:pt x="242888" y="172923"/>
                  <a:pt x="230073" y="185738"/>
                  <a:pt x="214313" y="185738"/>
                </a:cubicBezTo>
                <a:lnTo>
                  <a:pt x="71438" y="185738"/>
                </a:lnTo>
                <a:cubicBezTo>
                  <a:pt x="55677" y="185738"/>
                  <a:pt x="42863" y="172923"/>
                  <a:pt x="42863" y="157163"/>
                </a:cubicBezTo>
                <a:lnTo>
                  <a:pt x="42863" y="42863"/>
                </a:lnTo>
                <a:close/>
                <a:moveTo>
                  <a:pt x="10716" y="57150"/>
                </a:moveTo>
                <a:cubicBezTo>
                  <a:pt x="16654" y="57150"/>
                  <a:pt x="21431" y="61927"/>
                  <a:pt x="21431" y="67866"/>
                </a:cubicBezTo>
                <a:lnTo>
                  <a:pt x="21431" y="200025"/>
                </a:lnTo>
                <a:cubicBezTo>
                  <a:pt x="21431" y="203954"/>
                  <a:pt x="24646" y="207169"/>
                  <a:pt x="28575" y="207169"/>
                </a:cubicBezTo>
                <a:lnTo>
                  <a:pt x="189309" y="207169"/>
                </a:lnTo>
                <a:cubicBezTo>
                  <a:pt x="195248" y="207169"/>
                  <a:pt x="200025" y="211946"/>
                  <a:pt x="200025" y="217884"/>
                </a:cubicBezTo>
                <a:cubicBezTo>
                  <a:pt x="200025" y="223823"/>
                  <a:pt x="195248" y="228600"/>
                  <a:pt x="189309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67866"/>
                </a:lnTo>
                <a:cubicBezTo>
                  <a:pt x="0" y="61927"/>
                  <a:pt x="4777" y="57150"/>
                  <a:pt x="10716" y="57150"/>
                </a:cubicBezTo>
                <a:close/>
                <a:moveTo>
                  <a:pt x="85725" y="71438"/>
                </a:moveTo>
                <a:cubicBezTo>
                  <a:pt x="93610" y="71438"/>
                  <a:pt x="100013" y="65035"/>
                  <a:pt x="100013" y="57150"/>
                </a:cubicBezTo>
                <a:cubicBezTo>
                  <a:pt x="100013" y="49265"/>
                  <a:pt x="93610" y="42863"/>
                  <a:pt x="85725" y="42863"/>
                </a:cubicBezTo>
                <a:cubicBezTo>
                  <a:pt x="77840" y="42863"/>
                  <a:pt x="71438" y="49265"/>
                  <a:pt x="71438" y="57150"/>
                </a:cubicBezTo>
                <a:cubicBezTo>
                  <a:pt x="71438" y="65035"/>
                  <a:pt x="77840" y="71438"/>
                  <a:pt x="85725" y="71438"/>
                </a:cubicBezTo>
                <a:close/>
                <a:moveTo>
                  <a:pt x="173459" y="76572"/>
                </a:moveTo>
                <a:cubicBezTo>
                  <a:pt x="171495" y="73402"/>
                  <a:pt x="168057" y="71438"/>
                  <a:pt x="164306" y="71438"/>
                </a:cubicBezTo>
                <a:cubicBezTo>
                  <a:pt x="160556" y="71438"/>
                  <a:pt x="157118" y="73402"/>
                  <a:pt x="155153" y="76572"/>
                </a:cubicBezTo>
                <a:lnTo>
                  <a:pt x="130016" y="117693"/>
                </a:lnTo>
                <a:lnTo>
                  <a:pt x="119077" y="104031"/>
                </a:lnTo>
                <a:cubicBezTo>
                  <a:pt x="117024" y="101486"/>
                  <a:pt x="113987" y="100013"/>
                  <a:pt x="110728" y="100013"/>
                </a:cubicBezTo>
                <a:cubicBezTo>
                  <a:pt x="107469" y="100013"/>
                  <a:pt x="104388" y="101486"/>
                  <a:pt x="102379" y="104031"/>
                </a:cubicBezTo>
                <a:lnTo>
                  <a:pt x="73804" y="139750"/>
                </a:lnTo>
                <a:cubicBezTo>
                  <a:pt x="71214" y="142964"/>
                  <a:pt x="70723" y="147384"/>
                  <a:pt x="72509" y="151090"/>
                </a:cubicBezTo>
                <a:cubicBezTo>
                  <a:pt x="74295" y="154796"/>
                  <a:pt x="78045" y="157163"/>
                  <a:pt x="82153" y="157163"/>
                </a:cubicBezTo>
                <a:lnTo>
                  <a:pt x="203597" y="157163"/>
                </a:lnTo>
                <a:cubicBezTo>
                  <a:pt x="207481" y="157163"/>
                  <a:pt x="211053" y="155064"/>
                  <a:pt x="212928" y="151671"/>
                </a:cubicBezTo>
                <a:cubicBezTo>
                  <a:pt x="214804" y="148277"/>
                  <a:pt x="214759" y="144170"/>
                  <a:pt x="212705" y="140821"/>
                </a:cubicBezTo>
                <a:lnTo>
                  <a:pt x="173415" y="76527"/>
                </a:lnTo>
                <a:close/>
              </a:path>
            </a:pathLst>
          </a:custGeom>
          <a:solidFill>
            <a:srgbClr val="1A1C2C"/>
          </a:solidFill>
          <a:ln/>
        </p:spPr>
      </p:sp>
      <p:sp>
        <p:nvSpPr>
          <p:cNvPr id="22" name="Shape 20"/>
          <p:cNvSpPr/>
          <p:nvPr/>
        </p:nvSpPr>
        <p:spPr>
          <a:xfrm>
            <a:off x="5210175" y="3957638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28575" y="39291"/>
                </a:moveTo>
                <a:cubicBezTo>
                  <a:pt x="28575" y="45229"/>
                  <a:pt x="33352" y="50006"/>
                  <a:pt x="39291" y="50006"/>
                </a:cubicBezTo>
                <a:lnTo>
                  <a:pt x="60722" y="50006"/>
                </a:lnTo>
                <a:cubicBezTo>
                  <a:pt x="66660" y="50006"/>
                  <a:pt x="71438" y="45229"/>
                  <a:pt x="71438" y="39291"/>
                </a:cubicBezTo>
                <a:cubicBezTo>
                  <a:pt x="71438" y="33352"/>
                  <a:pt x="66660" y="28575"/>
                  <a:pt x="60722" y="28575"/>
                </a:cubicBezTo>
                <a:lnTo>
                  <a:pt x="39291" y="28575"/>
                </a:lnTo>
                <a:cubicBezTo>
                  <a:pt x="33352" y="28575"/>
                  <a:pt x="28575" y="33352"/>
                  <a:pt x="28575" y="39291"/>
                </a:cubicBezTo>
                <a:close/>
                <a:moveTo>
                  <a:pt x="28575" y="82153"/>
                </a:moveTo>
                <a:cubicBezTo>
                  <a:pt x="28575" y="88091"/>
                  <a:pt x="33352" y="92869"/>
                  <a:pt x="39291" y="92869"/>
                </a:cubicBezTo>
                <a:lnTo>
                  <a:pt x="60722" y="92869"/>
                </a:lnTo>
                <a:cubicBezTo>
                  <a:pt x="66660" y="92869"/>
                  <a:pt x="71438" y="88091"/>
                  <a:pt x="71438" y="82153"/>
                </a:cubicBezTo>
                <a:cubicBezTo>
                  <a:pt x="71438" y="76215"/>
                  <a:pt x="66660" y="71438"/>
                  <a:pt x="60722" y="71438"/>
                </a:cubicBezTo>
                <a:lnTo>
                  <a:pt x="39291" y="71438"/>
                </a:lnTo>
                <a:cubicBezTo>
                  <a:pt x="33352" y="71438"/>
                  <a:pt x="28575" y="76215"/>
                  <a:pt x="28575" y="82153"/>
                </a:cubicBezTo>
                <a:close/>
                <a:moveTo>
                  <a:pt x="78581" y="116086"/>
                </a:moveTo>
                <a:lnTo>
                  <a:pt x="78581" y="117872"/>
                </a:lnTo>
                <a:cubicBezTo>
                  <a:pt x="65723" y="118006"/>
                  <a:pt x="55364" y="128454"/>
                  <a:pt x="55364" y="141312"/>
                </a:cubicBezTo>
                <a:cubicBezTo>
                  <a:pt x="55364" y="152787"/>
                  <a:pt x="63624" y="162565"/>
                  <a:pt x="74965" y="164440"/>
                </a:cubicBezTo>
                <a:lnTo>
                  <a:pt x="93583" y="167566"/>
                </a:lnTo>
                <a:cubicBezTo>
                  <a:pt x="96262" y="168012"/>
                  <a:pt x="98227" y="170334"/>
                  <a:pt x="98227" y="173057"/>
                </a:cubicBezTo>
                <a:cubicBezTo>
                  <a:pt x="98227" y="176138"/>
                  <a:pt x="95726" y="178638"/>
                  <a:pt x="92646" y="178638"/>
                </a:cubicBezTo>
                <a:lnTo>
                  <a:pt x="67866" y="178594"/>
                </a:lnTo>
                <a:cubicBezTo>
                  <a:pt x="62954" y="178594"/>
                  <a:pt x="58936" y="182612"/>
                  <a:pt x="58936" y="187523"/>
                </a:cubicBezTo>
                <a:cubicBezTo>
                  <a:pt x="58936" y="192435"/>
                  <a:pt x="62954" y="196453"/>
                  <a:pt x="67866" y="196453"/>
                </a:cubicBezTo>
                <a:lnTo>
                  <a:pt x="78581" y="196453"/>
                </a:lnTo>
                <a:lnTo>
                  <a:pt x="78581" y="198239"/>
                </a:lnTo>
                <a:cubicBezTo>
                  <a:pt x="78581" y="203150"/>
                  <a:pt x="82600" y="207169"/>
                  <a:pt x="87511" y="207169"/>
                </a:cubicBezTo>
                <a:cubicBezTo>
                  <a:pt x="92422" y="207169"/>
                  <a:pt x="96441" y="203150"/>
                  <a:pt x="96441" y="198239"/>
                </a:cubicBezTo>
                <a:lnTo>
                  <a:pt x="96441" y="196141"/>
                </a:lnTo>
                <a:cubicBezTo>
                  <a:pt x="107603" y="194310"/>
                  <a:pt x="116086" y="184666"/>
                  <a:pt x="116086" y="173013"/>
                </a:cubicBezTo>
                <a:cubicBezTo>
                  <a:pt x="116086" y="161538"/>
                  <a:pt x="107826" y="151760"/>
                  <a:pt x="96485" y="149885"/>
                </a:cubicBezTo>
                <a:lnTo>
                  <a:pt x="77867" y="146759"/>
                </a:lnTo>
                <a:cubicBezTo>
                  <a:pt x="75188" y="146313"/>
                  <a:pt x="73223" y="143991"/>
                  <a:pt x="73223" y="141268"/>
                </a:cubicBezTo>
                <a:cubicBezTo>
                  <a:pt x="73223" y="138187"/>
                  <a:pt x="75724" y="135687"/>
                  <a:pt x="78804" y="135687"/>
                </a:cubicBezTo>
                <a:lnTo>
                  <a:pt x="100012" y="135687"/>
                </a:lnTo>
                <a:cubicBezTo>
                  <a:pt x="104924" y="135687"/>
                  <a:pt x="108942" y="131668"/>
                  <a:pt x="108942" y="126757"/>
                </a:cubicBezTo>
                <a:cubicBezTo>
                  <a:pt x="108942" y="121846"/>
                  <a:pt x="104924" y="117827"/>
                  <a:pt x="100012" y="117827"/>
                </a:cubicBezTo>
                <a:lnTo>
                  <a:pt x="96441" y="117827"/>
                </a:lnTo>
                <a:lnTo>
                  <a:pt x="96441" y="116041"/>
                </a:lnTo>
                <a:cubicBezTo>
                  <a:pt x="96441" y="111130"/>
                  <a:pt x="92422" y="107112"/>
                  <a:pt x="87511" y="107112"/>
                </a:cubicBezTo>
                <a:cubicBezTo>
                  <a:pt x="82600" y="107112"/>
                  <a:pt x="78581" y="111130"/>
                  <a:pt x="78581" y="116041"/>
                </a:cubicBezTo>
                <a:close/>
              </a:path>
            </a:pathLst>
          </a:custGeom>
          <a:solidFill>
            <a:srgbClr val="1A1C2C"/>
          </a:solidFill>
          <a:ln/>
        </p:spPr>
      </p:sp>
      <p:sp>
        <p:nvSpPr>
          <p:cNvPr id="23" name="Text 21"/>
          <p:cNvSpPr/>
          <p:nvPr/>
        </p:nvSpPr>
        <p:spPr>
          <a:xfrm>
            <a:off x="561975" y="4471988"/>
            <a:ext cx="523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spc="7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One Project → Many Assets &amp; Invoices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00050" y="5138738"/>
            <a:ext cx="5562600" cy="1381125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A7F0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" y="5310188"/>
            <a:ext cx="533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spc="90" kern="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Hybrid Architecture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71500" y="5729288"/>
            <a:ext cx="53149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spc="7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Combines </a:t>
            </a:r>
            <a:pPr>
              <a:lnSpc>
                <a:spcPct val="140000"/>
              </a:lnSpc>
            </a:pPr>
            <a:r>
              <a:rPr lang="en-US" sz="1500" b="1" spc="75" kern="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SQL</a:t>
            </a:r>
            <a:pPr>
              <a:lnSpc>
                <a:spcPct val="140000"/>
              </a:lnSpc>
            </a:pPr>
            <a:r>
              <a:rPr lang="en-US" sz="1500" spc="7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for structured data with </a:t>
            </a:r>
            <a:pPr>
              <a:lnSpc>
                <a:spcPct val="140000"/>
              </a:lnSpc>
            </a:pPr>
            <a:r>
              <a:rPr lang="en-US" sz="1500" b="1" spc="75" kern="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NoSQL</a:t>
            </a:r>
            <a:pPr>
              <a:lnSpc>
                <a:spcPct val="140000"/>
              </a:lnSpc>
            </a:pPr>
            <a:r>
              <a:rPr lang="en-US" sz="1500" spc="7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for flexible asset management.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29350" y="1276350"/>
            <a:ext cx="5562600" cy="548640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FFCD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38900" y="1485900"/>
            <a:ext cx="5286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spc="113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Data Flow Diagram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57950" y="2000250"/>
            <a:ext cx="5105400" cy="106680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29400" y="2171700"/>
            <a:ext cx="381000" cy="381000"/>
          </a:xfrm>
          <a:prstGeom prst="roundRect">
            <a:avLst>
              <a:gd name="adj" fmla="val 0"/>
            </a:avLst>
          </a:prstGeom>
          <a:solidFill>
            <a:srgbClr val="29ADFF"/>
          </a:solidFill>
          <a:ln/>
        </p:spPr>
      </p:sp>
      <p:sp>
        <p:nvSpPr>
          <p:cNvPr id="31" name="Text 29"/>
          <p:cNvSpPr/>
          <p:nvPr/>
        </p:nvSpPr>
        <p:spPr>
          <a:xfrm>
            <a:off x="6790432" y="2228850"/>
            <a:ext cx="15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75" kern="0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24700" y="2209800"/>
            <a:ext cx="828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spc="90" kern="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CLIENTS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29400" y="2628900"/>
            <a:ext cx="484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spc="68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Master records for all clients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882063" y="3238500"/>
            <a:ext cx="257175" cy="342900"/>
          </a:xfrm>
          <a:custGeom>
            <a:avLst/>
            <a:gdLst/>
            <a:ahLst/>
            <a:cxnLst/>
            <a:rect l="l" t="t" r="r" b="b"/>
            <a:pathLst>
              <a:path w="257175" h="342900">
                <a:moveTo>
                  <a:pt x="113452" y="336605"/>
                </a:moveTo>
                <a:cubicBezTo>
                  <a:pt x="121823" y="344976"/>
                  <a:pt x="135419" y="344976"/>
                  <a:pt x="143790" y="336605"/>
                </a:cubicBezTo>
                <a:lnTo>
                  <a:pt x="250947" y="229448"/>
                </a:lnTo>
                <a:cubicBezTo>
                  <a:pt x="259318" y="221077"/>
                  <a:pt x="259318" y="207481"/>
                  <a:pt x="250947" y="199110"/>
                </a:cubicBezTo>
                <a:cubicBezTo>
                  <a:pt x="242575" y="190738"/>
                  <a:pt x="228980" y="190738"/>
                  <a:pt x="220608" y="199110"/>
                </a:cubicBezTo>
                <a:lnTo>
                  <a:pt x="150019" y="269699"/>
                </a:lnTo>
                <a:lnTo>
                  <a:pt x="150019" y="21431"/>
                </a:lnTo>
                <a:cubicBezTo>
                  <a:pt x="150019" y="9577"/>
                  <a:pt x="140442" y="0"/>
                  <a:pt x="128588" y="0"/>
                </a:cubicBezTo>
                <a:cubicBezTo>
                  <a:pt x="116733" y="0"/>
                  <a:pt x="107156" y="9577"/>
                  <a:pt x="107156" y="21431"/>
                </a:cubicBezTo>
                <a:lnTo>
                  <a:pt x="107156" y="269699"/>
                </a:lnTo>
                <a:lnTo>
                  <a:pt x="36567" y="199110"/>
                </a:lnTo>
                <a:cubicBezTo>
                  <a:pt x="28195" y="190738"/>
                  <a:pt x="14600" y="190738"/>
                  <a:pt x="6228" y="199110"/>
                </a:cubicBezTo>
                <a:cubicBezTo>
                  <a:pt x="-2143" y="207481"/>
                  <a:pt x="-2143" y="221077"/>
                  <a:pt x="6228" y="229448"/>
                </a:cubicBezTo>
                <a:lnTo>
                  <a:pt x="113385" y="336605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35" name="Shape 33"/>
          <p:cNvSpPr/>
          <p:nvPr/>
        </p:nvSpPr>
        <p:spPr>
          <a:xfrm>
            <a:off x="6457950" y="3752850"/>
            <a:ext cx="5105400" cy="106680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FFCD7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29400" y="3924300"/>
            <a:ext cx="381000" cy="381000"/>
          </a:xfrm>
          <a:prstGeom prst="roundRect">
            <a:avLst>
              <a:gd name="adj" fmla="val 0"/>
            </a:avLst>
          </a:prstGeom>
          <a:solidFill>
            <a:srgbClr val="FFCD75"/>
          </a:solidFill>
          <a:ln/>
        </p:spPr>
      </p:sp>
      <p:sp>
        <p:nvSpPr>
          <p:cNvPr id="37" name="Text 35"/>
          <p:cNvSpPr/>
          <p:nvPr/>
        </p:nvSpPr>
        <p:spPr>
          <a:xfrm>
            <a:off x="6772721" y="3981450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75" kern="0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124700" y="3962400"/>
            <a:ext cx="1000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spc="90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PROJECTS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629400" y="4381500"/>
            <a:ext cx="484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spc="68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Linked to client via foreign key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62950" y="4991100"/>
            <a:ext cx="257175" cy="342900"/>
          </a:xfrm>
          <a:custGeom>
            <a:avLst/>
            <a:gdLst/>
            <a:ahLst/>
            <a:cxnLst/>
            <a:rect l="l" t="t" r="r" b="b"/>
            <a:pathLst>
              <a:path w="257175" h="342900">
                <a:moveTo>
                  <a:pt x="113452" y="336605"/>
                </a:moveTo>
                <a:cubicBezTo>
                  <a:pt x="121823" y="344976"/>
                  <a:pt x="135419" y="344976"/>
                  <a:pt x="143790" y="336605"/>
                </a:cubicBezTo>
                <a:lnTo>
                  <a:pt x="250947" y="229448"/>
                </a:lnTo>
                <a:cubicBezTo>
                  <a:pt x="259318" y="221077"/>
                  <a:pt x="259318" y="207481"/>
                  <a:pt x="250947" y="199110"/>
                </a:cubicBezTo>
                <a:cubicBezTo>
                  <a:pt x="242575" y="190738"/>
                  <a:pt x="228980" y="190738"/>
                  <a:pt x="220608" y="199110"/>
                </a:cubicBezTo>
                <a:lnTo>
                  <a:pt x="150019" y="269699"/>
                </a:lnTo>
                <a:lnTo>
                  <a:pt x="150019" y="21431"/>
                </a:lnTo>
                <a:cubicBezTo>
                  <a:pt x="150019" y="9577"/>
                  <a:pt x="140442" y="0"/>
                  <a:pt x="128588" y="0"/>
                </a:cubicBezTo>
                <a:cubicBezTo>
                  <a:pt x="116733" y="0"/>
                  <a:pt x="107156" y="9577"/>
                  <a:pt x="107156" y="21431"/>
                </a:cubicBezTo>
                <a:lnTo>
                  <a:pt x="107156" y="269699"/>
                </a:lnTo>
                <a:lnTo>
                  <a:pt x="36567" y="199110"/>
                </a:lnTo>
                <a:cubicBezTo>
                  <a:pt x="28195" y="190738"/>
                  <a:pt x="14600" y="190738"/>
                  <a:pt x="6228" y="199110"/>
                </a:cubicBezTo>
                <a:cubicBezTo>
                  <a:pt x="-2143" y="207481"/>
                  <a:pt x="-2143" y="221077"/>
                  <a:pt x="6228" y="229448"/>
                </a:cubicBezTo>
                <a:lnTo>
                  <a:pt x="113385" y="336605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41" name="Shape 39"/>
          <p:cNvSpPr/>
          <p:nvPr/>
        </p:nvSpPr>
        <p:spPr>
          <a:xfrm>
            <a:off x="9401175" y="4991100"/>
            <a:ext cx="257175" cy="342900"/>
          </a:xfrm>
          <a:custGeom>
            <a:avLst/>
            <a:gdLst/>
            <a:ahLst/>
            <a:cxnLst/>
            <a:rect l="l" t="t" r="r" b="b"/>
            <a:pathLst>
              <a:path w="257175" h="342900">
                <a:moveTo>
                  <a:pt x="113452" y="336605"/>
                </a:moveTo>
                <a:cubicBezTo>
                  <a:pt x="121823" y="344976"/>
                  <a:pt x="135419" y="344976"/>
                  <a:pt x="143790" y="336605"/>
                </a:cubicBezTo>
                <a:lnTo>
                  <a:pt x="250947" y="229448"/>
                </a:lnTo>
                <a:cubicBezTo>
                  <a:pt x="259318" y="221077"/>
                  <a:pt x="259318" y="207481"/>
                  <a:pt x="250947" y="199110"/>
                </a:cubicBezTo>
                <a:cubicBezTo>
                  <a:pt x="242575" y="190738"/>
                  <a:pt x="228980" y="190738"/>
                  <a:pt x="220608" y="199110"/>
                </a:cubicBezTo>
                <a:lnTo>
                  <a:pt x="150019" y="269699"/>
                </a:lnTo>
                <a:lnTo>
                  <a:pt x="150019" y="21431"/>
                </a:lnTo>
                <a:cubicBezTo>
                  <a:pt x="150019" y="9577"/>
                  <a:pt x="140442" y="0"/>
                  <a:pt x="128588" y="0"/>
                </a:cubicBezTo>
                <a:cubicBezTo>
                  <a:pt x="116733" y="0"/>
                  <a:pt x="107156" y="9577"/>
                  <a:pt x="107156" y="21431"/>
                </a:cubicBezTo>
                <a:lnTo>
                  <a:pt x="107156" y="269699"/>
                </a:lnTo>
                <a:lnTo>
                  <a:pt x="36567" y="199110"/>
                </a:lnTo>
                <a:cubicBezTo>
                  <a:pt x="28195" y="190738"/>
                  <a:pt x="14600" y="190738"/>
                  <a:pt x="6228" y="199110"/>
                </a:cubicBezTo>
                <a:cubicBezTo>
                  <a:pt x="-2143" y="207481"/>
                  <a:pt x="-2143" y="221077"/>
                  <a:pt x="6228" y="229448"/>
                </a:cubicBezTo>
                <a:lnTo>
                  <a:pt x="113385" y="336605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42" name="Shape 40"/>
          <p:cNvSpPr/>
          <p:nvPr/>
        </p:nvSpPr>
        <p:spPr>
          <a:xfrm>
            <a:off x="6457950" y="5505450"/>
            <a:ext cx="2457450" cy="102870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A7F07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29400" y="5676900"/>
            <a:ext cx="381000" cy="381000"/>
          </a:xfrm>
          <a:prstGeom prst="roundRect">
            <a:avLst>
              <a:gd name="adj" fmla="val 0"/>
            </a:avLst>
          </a:prstGeom>
          <a:solidFill>
            <a:srgbClr val="A7F070"/>
          </a:solidFill>
          <a:ln/>
        </p:spPr>
      </p:sp>
      <p:sp>
        <p:nvSpPr>
          <p:cNvPr id="44" name="Text 42"/>
          <p:cNvSpPr/>
          <p:nvPr/>
        </p:nvSpPr>
        <p:spPr>
          <a:xfrm>
            <a:off x="6725692" y="5734050"/>
            <a:ext cx="28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75" kern="0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3a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124700" y="5734050"/>
            <a:ext cx="66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75" kern="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ASSETS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629400" y="6134100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60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MongoDB storage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105900" y="5505450"/>
            <a:ext cx="2457450" cy="102870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A7F07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277350" y="5676900"/>
            <a:ext cx="381000" cy="381000"/>
          </a:xfrm>
          <a:prstGeom prst="roundRect">
            <a:avLst>
              <a:gd name="adj" fmla="val 0"/>
            </a:avLst>
          </a:prstGeom>
          <a:solidFill>
            <a:srgbClr val="A7F070"/>
          </a:solidFill>
          <a:ln/>
        </p:spPr>
      </p:sp>
      <p:sp>
        <p:nvSpPr>
          <p:cNvPr id="49" name="Text 47"/>
          <p:cNvSpPr/>
          <p:nvPr/>
        </p:nvSpPr>
        <p:spPr>
          <a:xfrm>
            <a:off x="9373642" y="5734050"/>
            <a:ext cx="28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75" kern="0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3b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772650" y="5734050"/>
            <a:ext cx="752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75" kern="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INVOICES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277350" y="6134100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60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SQLite storage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291" y="329291"/>
            <a:ext cx="98787" cy="526866"/>
          </a:xfrm>
          <a:prstGeom prst="roundRect">
            <a:avLst>
              <a:gd name="adj" fmla="val 0"/>
            </a:avLst>
          </a:prstGeom>
          <a:solidFill>
            <a:srgbClr val="A7F070"/>
          </a:solidFill>
          <a:ln/>
        </p:spPr>
      </p:sp>
      <p:sp>
        <p:nvSpPr>
          <p:cNvPr id="3" name="Text 1"/>
          <p:cNvSpPr/>
          <p:nvPr/>
        </p:nvSpPr>
        <p:spPr>
          <a:xfrm>
            <a:off x="559795" y="345756"/>
            <a:ext cx="3671595" cy="493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889" b="1" spc="194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CRUD OPERATIONS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9291" y="922015"/>
            <a:ext cx="11533418" cy="32929"/>
          </a:xfrm>
          <a:prstGeom prst="roundRect">
            <a:avLst>
              <a:gd name="adj" fmla="val 0"/>
            </a:avLst>
          </a:prstGeom>
          <a:solidFill>
            <a:srgbClr val="29ADFF"/>
          </a:solidFill>
          <a:ln/>
        </p:spPr>
      </p:sp>
      <p:sp>
        <p:nvSpPr>
          <p:cNvPr id="5" name="Shape 3"/>
          <p:cNvSpPr/>
          <p:nvPr/>
        </p:nvSpPr>
        <p:spPr>
          <a:xfrm>
            <a:off x="345756" y="1304816"/>
            <a:ext cx="5663806" cy="3688059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6866" y="1485926"/>
            <a:ext cx="5425070" cy="29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45" b="1" spc="97" kern="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Core Operations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3330" y="1930469"/>
            <a:ext cx="2552005" cy="1350093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22659" y="2078650"/>
            <a:ext cx="395149" cy="395149"/>
          </a:xfrm>
          <a:custGeom>
            <a:avLst/>
            <a:gdLst/>
            <a:ahLst/>
            <a:cxnLst/>
            <a:rect l="l" t="t" r="r" b="b"/>
            <a:pathLst>
              <a:path w="395149" h="395149">
                <a:moveTo>
                  <a:pt x="197575" y="395149"/>
                </a:moveTo>
                <a:cubicBezTo>
                  <a:pt x="306619" y="395149"/>
                  <a:pt x="395149" y="306619"/>
                  <a:pt x="395149" y="197575"/>
                </a:cubicBezTo>
                <a:cubicBezTo>
                  <a:pt x="395149" y="88530"/>
                  <a:pt x="306619" y="0"/>
                  <a:pt x="197575" y="0"/>
                </a:cubicBezTo>
                <a:cubicBezTo>
                  <a:pt x="88530" y="0"/>
                  <a:pt x="0" y="88530"/>
                  <a:pt x="0" y="197575"/>
                </a:cubicBezTo>
                <a:cubicBezTo>
                  <a:pt x="0" y="306619"/>
                  <a:pt x="88530" y="395149"/>
                  <a:pt x="197575" y="395149"/>
                </a:cubicBezTo>
                <a:close/>
                <a:moveTo>
                  <a:pt x="179052" y="265491"/>
                </a:moveTo>
                <a:lnTo>
                  <a:pt x="179052" y="216097"/>
                </a:lnTo>
                <a:lnTo>
                  <a:pt x="129658" y="216097"/>
                </a:lnTo>
                <a:cubicBezTo>
                  <a:pt x="119394" y="216097"/>
                  <a:pt x="111136" y="207839"/>
                  <a:pt x="111136" y="197575"/>
                </a:cubicBezTo>
                <a:cubicBezTo>
                  <a:pt x="111136" y="187310"/>
                  <a:pt x="119394" y="179052"/>
                  <a:pt x="129658" y="179052"/>
                </a:cubicBezTo>
                <a:lnTo>
                  <a:pt x="179052" y="179052"/>
                </a:lnTo>
                <a:lnTo>
                  <a:pt x="179052" y="129658"/>
                </a:lnTo>
                <a:cubicBezTo>
                  <a:pt x="179052" y="119394"/>
                  <a:pt x="187310" y="111136"/>
                  <a:pt x="197575" y="111136"/>
                </a:cubicBezTo>
                <a:cubicBezTo>
                  <a:pt x="207839" y="111136"/>
                  <a:pt x="216097" y="119394"/>
                  <a:pt x="216097" y="129658"/>
                </a:cubicBezTo>
                <a:lnTo>
                  <a:pt x="216097" y="179052"/>
                </a:lnTo>
                <a:lnTo>
                  <a:pt x="265491" y="179052"/>
                </a:lnTo>
                <a:cubicBezTo>
                  <a:pt x="275756" y="179052"/>
                  <a:pt x="284014" y="187310"/>
                  <a:pt x="284014" y="197575"/>
                </a:cubicBezTo>
                <a:cubicBezTo>
                  <a:pt x="284014" y="207839"/>
                  <a:pt x="275756" y="216097"/>
                  <a:pt x="265491" y="216097"/>
                </a:cubicBezTo>
                <a:lnTo>
                  <a:pt x="216097" y="216097"/>
                </a:lnTo>
                <a:lnTo>
                  <a:pt x="216097" y="265491"/>
                </a:lnTo>
                <a:cubicBezTo>
                  <a:pt x="216097" y="275756"/>
                  <a:pt x="207839" y="284014"/>
                  <a:pt x="197575" y="284014"/>
                </a:cubicBezTo>
                <a:cubicBezTo>
                  <a:pt x="187310" y="284014"/>
                  <a:pt x="179052" y="275756"/>
                  <a:pt x="179052" y="265491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9" name="Text 7"/>
          <p:cNvSpPr/>
          <p:nvPr/>
        </p:nvSpPr>
        <p:spPr>
          <a:xfrm>
            <a:off x="642117" y="2572586"/>
            <a:ext cx="2354431" cy="263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56" b="1" spc="78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INSERT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4466" y="2901877"/>
            <a:ext cx="2329734" cy="230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7" spc="58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Create new records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61782" y="1930469"/>
            <a:ext cx="2552005" cy="1350093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1110" y="2078650"/>
            <a:ext cx="395149" cy="395149"/>
          </a:xfrm>
          <a:custGeom>
            <a:avLst/>
            <a:gdLst/>
            <a:ahLst/>
            <a:cxnLst/>
            <a:rect l="l" t="t" r="r" b="b"/>
            <a:pathLst>
              <a:path w="395149" h="395149">
                <a:moveTo>
                  <a:pt x="321059" y="160529"/>
                </a:moveTo>
                <a:cubicBezTo>
                  <a:pt x="321059" y="195954"/>
                  <a:pt x="309559" y="228677"/>
                  <a:pt x="290188" y="255226"/>
                </a:cubicBezTo>
                <a:lnTo>
                  <a:pt x="387895" y="353010"/>
                </a:lnTo>
                <a:cubicBezTo>
                  <a:pt x="397542" y="362657"/>
                  <a:pt x="397542" y="378325"/>
                  <a:pt x="387895" y="387972"/>
                </a:cubicBezTo>
                <a:cubicBezTo>
                  <a:pt x="378247" y="397619"/>
                  <a:pt x="362580" y="397619"/>
                  <a:pt x="352933" y="387972"/>
                </a:cubicBezTo>
                <a:lnTo>
                  <a:pt x="255226" y="290188"/>
                </a:lnTo>
                <a:cubicBezTo>
                  <a:pt x="228677" y="309559"/>
                  <a:pt x="195954" y="321059"/>
                  <a:pt x="160529" y="321059"/>
                </a:cubicBezTo>
                <a:cubicBezTo>
                  <a:pt x="71852" y="321059"/>
                  <a:pt x="0" y="249206"/>
                  <a:pt x="0" y="160529"/>
                </a:cubicBezTo>
                <a:cubicBezTo>
                  <a:pt x="0" y="71852"/>
                  <a:pt x="71852" y="0"/>
                  <a:pt x="160529" y="0"/>
                </a:cubicBezTo>
                <a:cubicBezTo>
                  <a:pt x="249206" y="0"/>
                  <a:pt x="321059" y="71852"/>
                  <a:pt x="321059" y="160529"/>
                </a:cubicBezTo>
                <a:close/>
                <a:moveTo>
                  <a:pt x="160529" y="271665"/>
                </a:moveTo>
                <a:cubicBezTo>
                  <a:pt x="221867" y="271665"/>
                  <a:pt x="271665" y="221867"/>
                  <a:pt x="271665" y="160529"/>
                </a:cubicBezTo>
                <a:cubicBezTo>
                  <a:pt x="271665" y="99192"/>
                  <a:pt x="221867" y="49394"/>
                  <a:pt x="160529" y="49394"/>
                </a:cubicBezTo>
                <a:cubicBezTo>
                  <a:pt x="99192" y="49394"/>
                  <a:pt x="49394" y="99192"/>
                  <a:pt x="49394" y="160529"/>
                </a:cubicBezTo>
                <a:cubicBezTo>
                  <a:pt x="49394" y="221867"/>
                  <a:pt x="99192" y="271665"/>
                  <a:pt x="160529" y="271665"/>
                </a:cubicBez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13" name="Text 11"/>
          <p:cNvSpPr/>
          <p:nvPr/>
        </p:nvSpPr>
        <p:spPr>
          <a:xfrm>
            <a:off x="3360569" y="2572586"/>
            <a:ext cx="2354431" cy="263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56" b="1" spc="78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SELECT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72918" y="2901877"/>
            <a:ext cx="2329734" cy="230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7" spc="58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Query and retrieve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3330" y="3445207"/>
            <a:ext cx="2552005" cy="1350093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22659" y="3593388"/>
            <a:ext cx="395149" cy="395149"/>
          </a:xfrm>
          <a:custGeom>
            <a:avLst/>
            <a:gdLst/>
            <a:ahLst/>
            <a:cxnLst/>
            <a:rect l="l" t="t" r="r" b="b"/>
            <a:pathLst>
              <a:path w="395149" h="395149">
                <a:moveTo>
                  <a:pt x="363969" y="16748"/>
                </a:moveTo>
                <a:cubicBezTo>
                  <a:pt x="347068" y="-154"/>
                  <a:pt x="319747" y="-154"/>
                  <a:pt x="302845" y="16748"/>
                </a:cubicBezTo>
                <a:lnTo>
                  <a:pt x="284014" y="35579"/>
                </a:lnTo>
                <a:lnTo>
                  <a:pt x="359570" y="111136"/>
                </a:lnTo>
                <a:lnTo>
                  <a:pt x="378402" y="92304"/>
                </a:lnTo>
                <a:cubicBezTo>
                  <a:pt x="395304" y="75402"/>
                  <a:pt x="395304" y="48082"/>
                  <a:pt x="378402" y="31180"/>
                </a:cubicBezTo>
                <a:lnTo>
                  <a:pt x="363969" y="16748"/>
                </a:lnTo>
                <a:close/>
                <a:moveTo>
                  <a:pt x="133054" y="186538"/>
                </a:moveTo>
                <a:cubicBezTo>
                  <a:pt x="128346" y="191246"/>
                  <a:pt x="124719" y="197034"/>
                  <a:pt x="122635" y="203440"/>
                </a:cubicBezTo>
                <a:lnTo>
                  <a:pt x="99791" y="271974"/>
                </a:lnTo>
                <a:cubicBezTo>
                  <a:pt x="97552" y="278611"/>
                  <a:pt x="99328" y="285943"/>
                  <a:pt x="104267" y="290959"/>
                </a:cubicBezTo>
                <a:cubicBezTo>
                  <a:pt x="109206" y="295976"/>
                  <a:pt x="116538" y="297674"/>
                  <a:pt x="123253" y="295436"/>
                </a:cubicBezTo>
                <a:lnTo>
                  <a:pt x="191786" y="272591"/>
                </a:lnTo>
                <a:cubicBezTo>
                  <a:pt x="198115" y="270507"/>
                  <a:pt x="203903" y="266880"/>
                  <a:pt x="208688" y="262172"/>
                </a:cubicBezTo>
                <a:lnTo>
                  <a:pt x="333407" y="137299"/>
                </a:lnTo>
                <a:lnTo>
                  <a:pt x="257850" y="61742"/>
                </a:lnTo>
                <a:lnTo>
                  <a:pt x="133054" y="186538"/>
                </a:lnTo>
                <a:close/>
                <a:moveTo>
                  <a:pt x="74090" y="49394"/>
                </a:moveTo>
                <a:cubicBezTo>
                  <a:pt x="33186" y="49394"/>
                  <a:pt x="0" y="82580"/>
                  <a:pt x="0" y="123484"/>
                </a:cubicBezTo>
                <a:lnTo>
                  <a:pt x="0" y="321059"/>
                </a:lnTo>
                <a:cubicBezTo>
                  <a:pt x="0" y="361963"/>
                  <a:pt x="33186" y="395149"/>
                  <a:pt x="74090" y="395149"/>
                </a:cubicBezTo>
                <a:lnTo>
                  <a:pt x="271665" y="395149"/>
                </a:lnTo>
                <a:cubicBezTo>
                  <a:pt x="312569" y="395149"/>
                  <a:pt x="345756" y="361963"/>
                  <a:pt x="345756" y="321059"/>
                </a:cubicBezTo>
                <a:lnTo>
                  <a:pt x="345756" y="246968"/>
                </a:lnTo>
                <a:cubicBezTo>
                  <a:pt x="345756" y="233308"/>
                  <a:pt x="334719" y="222271"/>
                  <a:pt x="321059" y="222271"/>
                </a:cubicBezTo>
                <a:cubicBezTo>
                  <a:pt x="307398" y="222271"/>
                  <a:pt x="296362" y="233308"/>
                  <a:pt x="296362" y="246968"/>
                </a:cubicBezTo>
                <a:lnTo>
                  <a:pt x="296362" y="321059"/>
                </a:lnTo>
                <a:cubicBezTo>
                  <a:pt x="296362" y="334719"/>
                  <a:pt x="285326" y="345756"/>
                  <a:pt x="271665" y="345756"/>
                </a:cubicBezTo>
                <a:lnTo>
                  <a:pt x="74090" y="345756"/>
                </a:lnTo>
                <a:cubicBezTo>
                  <a:pt x="60430" y="345756"/>
                  <a:pt x="49394" y="334719"/>
                  <a:pt x="49394" y="321059"/>
                </a:cubicBezTo>
                <a:lnTo>
                  <a:pt x="49394" y="123484"/>
                </a:lnTo>
                <a:cubicBezTo>
                  <a:pt x="49394" y="109824"/>
                  <a:pt x="60430" y="98787"/>
                  <a:pt x="74090" y="98787"/>
                </a:cubicBezTo>
                <a:lnTo>
                  <a:pt x="148181" y="98787"/>
                </a:lnTo>
                <a:cubicBezTo>
                  <a:pt x="161841" y="98787"/>
                  <a:pt x="172878" y="87751"/>
                  <a:pt x="172878" y="74090"/>
                </a:cubicBezTo>
                <a:cubicBezTo>
                  <a:pt x="172878" y="60430"/>
                  <a:pt x="161841" y="49394"/>
                  <a:pt x="148181" y="49394"/>
                </a:cubicBezTo>
                <a:lnTo>
                  <a:pt x="74090" y="49394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17" name="Text 15"/>
          <p:cNvSpPr/>
          <p:nvPr/>
        </p:nvSpPr>
        <p:spPr>
          <a:xfrm>
            <a:off x="642117" y="4087325"/>
            <a:ext cx="2354431" cy="263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56" b="1" spc="78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UPDATE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4466" y="4416616"/>
            <a:ext cx="2329734" cy="230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7" spc="58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Modify existing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61782" y="3445207"/>
            <a:ext cx="2552005" cy="1350093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65807" y="3593388"/>
            <a:ext cx="345756" cy="395149"/>
          </a:xfrm>
          <a:custGeom>
            <a:avLst/>
            <a:gdLst/>
            <a:ahLst/>
            <a:cxnLst/>
            <a:rect l="l" t="t" r="r" b="b"/>
            <a:pathLst>
              <a:path w="345756" h="395149">
                <a:moveTo>
                  <a:pt x="105502" y="4553"/>
                </a:moveTo>
                <a:cubicBezTo>
                  <a:pt x="108898" y="-5557"/>
                  <a:pt x="118313" y="-12348"/>
                  <a:pt x="128964" y="-12348"/>
                </a:cubicBezTo>
                <a:lnTo>
                  <a:pt x="216869" y="-12348"/>
                </a:lnTo>
                <a:cubicBezTo>
                  <a:pt x="227520" y="-12348"/>
                  <a:pt x="236935" y="-5557"/>
                  <a:pt x="240331" y="4553"/>
                </a:cubicBezTo>
                <a:lnTo>
                  <a:pt x="246968" y="24697"/>
                </a:lnTo>
                <a:lnTo>
                  <a:pt x="321059" y="24697"/>
                </a:lnTo>
                <a:cubicBezTo>
                  <a:pt x="334719" y="24697"/>
                  <a:pt x="345756" y="35733"/>
                  <a:pt x="345756" y="49394"/>
                </a:cubicBezTo>
                <a:cubicBezTo>
                  <a:pt x="345756" y="63054"/>
                  <a:pt x="334719" y="74090"/>
                  <a:pt x="321059" y="74090"/>
                </a:cubicBezTo>
                <a:lnTo>
                  <a:pt x="24697" y="74090"/>
                </a:lnTo>
                <a:cubicBezTo>
                  <a:pt x="11036" y="74090"/>
                  <a:pt x="0" y="63054"/>
                  <a:pt x="0" y="49394"/>
                </a:cubicBezTo>
                <a:cubicBezTo>
                  <a:pt x="0" y="35733"/>
                  <a:pt x="11036" y="24697"/>
                  <a:pt x="24697" y="24697"/>
                </a:cubicBezTo>
                <a:lnTo>
                  <a:pt x="98787" y="24697"/>
                </a:lnTo>
                <a:lnTo>
                  <a:pt x="105502" y="4553"/>
                </a:lnTo>
                <a:close/>
                <a:moveTo>
                  <a:pt x="24697" y="111136"/>
                </a:moveTo>
                <a:lnTo>
                  <a:pt x="321059" y="111136"/>
                </a:lnTo>
                <a:lnTo>
                  <a:pt x="321059" y="345756"/>
                </a:lnTo>
                <a:cubicBezTo>
                  <a:pt x="321059" y="372999"/>
                  <a:pt x="298909" y="395149"/>
                  <a:pt x="271665" y="395149"/>
                </a:cubicBezTo>
                <a:lnTo>
                  <a:pt x="74090" y="395149"/>
                </a:lnTo>
                <a:cubicBezTo>
                  <a:pt x="46847" y="395149"/>
                  <a:pt x="24697" y="372999"/>
                  <a:pt x="24697" y="345756"/>
                </a:cubicBezTo>
                <a:lnTo>
                  <a:pt x="24697" y="111136"/>
                </a:lnTo>
                <a:close/>
                <a:moveTo>
                  <a:pt x="92613" y="160529"/>
                </a:moveTo>
                <a:cubicBezTo>
                  <a:pt x="82348" y="160529"/>
                  <a:pt x="74090" y="168787"/>
                  <a:pt x="74090" y="179052"/>
                </a:cubicBezTo>
                <a:lnTo>
                  <a:pt x="74090" y="327233"/>
                </a:lnTo>
                <a:cubicBezTo>
                  <a:pt x="74090" y="337498"/>
                  <a:pt x="82348" y="345756"/>
                  <a:pt x="92613" y="345756"/>
                </a:cubicBezTo>
                <a:cubicBezTo>
                  <a:pt x="102878" y="345756"/>
                  <a:pt x="111136" y="337498"/>
                  <a:pt x="111136" y="327233"/>
                </a:cubicBezTo>
                <a:lnTo>
                  <a:pt x="111136" y="179052"/>
                </a:lnTo>
                <a:cubicBezTo>
                  <a:pt x="111136" y="168787"/>
                  <a:pt x="102878" y="160529"/>
                  <a:pt x="92613" y="160529"/>
                </a:cubicBezTo>
                <a:close/>
                <a:moveTo>
                  <a:pt x="172878" y="160529"/>
                </a:moveTo>
                <a:cubicBezTo>
                  <a:pt x="162613" y="160529"/>
                  <a:pt x="154355" y="168787"/>
                  <a:pt x="154355" y="179052"/>
                </a:cubicBezTo>
                <a:lnTo>
                  <a:pt x="154355" y="327233"/>
                </a:lnTo>
                <a:cubicBezTo>
                  <a:pt x="154355" y="337498"/>
                  <a:pt x="162613" y="345756"/>
                  <a:pt x="172878" y="345756"/>
                </a:cubicBezTo>
                <a:cubicBezTo>
                  <a:pt x="183142" y="345756"/>
                  <a:pt x="191400" y="337498"/>
                  <a:pt x="191400" y="327233"/>
                </a:cubicBezTo>
                <a:lnTo>
                  <a:pt x="191400" y="179052"/>
                </a:lnTo>
                <a:cubicBezTo>
                  <a:pt x="191400" y="168787"/>
                  <a:pt x="183142" y="160529"/>
                  <a:pt x="172878" y="160529"/>
                </a:cubicBezTo>
                <a:close/>
                <a:moveTo>
                  <a:pt x="253142" y="160529"/>
                </a:moveTo>
                <a:cubicBezTo>
                  <a:pt x="242878" y="160529"/>
                  <a:pt x="234620" y="168787"/>
                  <a:pt x="234620" y="179052"/>
                </a:cubicBezTo>
                <a:lnTo>
                  <a:pt x="234620" y="327233"/>
                </a:lnTo>
                <a:cubicBezTo>
                  <a:pt x="234620" y="337498"/>
                  <a:pt x="242878" y="345756"/>
                  <a:pt x="253142" y="345756"/>
                </a:cubicBezTo>
                <a:cubicBezTo>
                  <a:pt x="263407" y="345756"/>
                  <a:pt x="271665" y="337498"/>
                  <a:pt x="271665" y="327233"/>
                </a:cubicBezTo>
                <a:lnTo>
                  <a:pt x="271665" y="179052"/>
                </a:lnTo>
                <a:cubicBezTo>
                  <a:pt x="271665" y="168787"/>
                  <a:pt x="263407" y="160529"/>
                  <a:pt x="253142" y="160529"/>
                </a:cubicBez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21" name="Text 19"/>
          <p:cNvSpPr/>
          <p:nvPr/>
        </p:nvSpPr>
        <p:spPr>
          <a:xfrm>
            <a:off x="3360569" y="4087325"/>
            <a:ext cx="2354431" cy="263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56" b="1" spc="78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DELETE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72918" y="4416616"/>
            <a:ext cx="2329734" cy="230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7" spc="58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Remove records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45756" y="5157521"/>
            <a:ext cx="5663806" cy="148181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A7F0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937" y="5305702"/>
            <a:ext cx="5466231" cy="263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6" b="1" spc="78" kern="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Advanced Queries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4227" y="5700851"/>
            <a:ext cx="185226" cy="164646"/>
          </a:xfrm>
          <a:custGeom>
            <a:avLst/>
            <a:gdLst/>
            <a:ahLst/>
            <a:cxnLst/>
            <a:rect l="l" t="t" r="r" b="b"/>
            <a:pathLst>
              <a:path w="185226" h="164646">
                <a:moveTo>
                  <a:pt x="134900" y="30871"/>
                </a:moveTo>
                <a:cubicBezTo>
                  <a:pt x="129562" y="30871"/>
                  <a:pt x="124385" y="32318"/>
                  <a:pt x="119850" y="34955"/>
                </a:cubicBezTo>
                <a:cubicBezTo>
                  <a:pt x="114769" y="29810"/>
                  <a:pt x="108853" y="25501"/>
                  <a:pt x="102325" y="22253"/>
                </a:cubicBezTo>
                <a:cubicBezTo>
                  <a:pt x="111393" y="14535"/>
                  <a:pt x="122937" y="10290"/>
                  <a:pt x="134900" y="10290"/>
                </a:cubicBezTo>
                <a:cubicBezTo>
                  <a:pt x="162684" y="10290"/>
                  <a:pt x="185226" y="32800"/>
                  <a:pt x="185226" y="60617"/>
                </a:cubicBezTo>
                <a:cubicBezTo>
                  <a:pt x="185226" y="73962"/>
                  <a:pt x="179920" y="86760"/>
                  <a:pt x="170498" y="96183"/>
                </a:cubicBezTo>
                <a:lnTo>
                  <a:pt x="147634" y="119046"/>
                </a:lnTo>
                <a:cubicBezTo>
                  <a:pt x="138212" y="128469"/>
                  <a:pt x="125414" y="133774"/>
                  <a:pt x="112068" y="133774"/>
                </a:cubicBezTo>
                <a:cubicBezTo>
                  <a:pt x="84284" y="133774"/>
                  <a:pt x="61742" y="111264"/>
                  <a:pt x="61742" y="83448"/>
                </a:cubicBezTo>
                <a:cubicBezTo>
                  <a:pt x="61742" y="82966"/>
                  <a:pt x="61742" y="82484"/>
                  <a:pt x="61774" y="82001"/>
                </a:cubicBezTo>
                <a:cubicBezTo>
                  <a:pt x="61935" y="76309"/>
                  <a:pt x="66662" y="71839"/>
                  <a:pt x="72354" y="72000"/>
                </a:cubicBezTo>
                <a:cubicBezTo>
                  <a:pt x="78046" y="72161"/>
                  <a:pt x="82516" y="76888"/>
                  <a:pt x="82355" y="82580"/>
                </a:cubicBezTo>
                <a:cubicBezTo>
                  <a:pt x="82355" y="82869"/>
                  <a:pt x="82355" y="83159"/>
                  <a:pt x="82355" y="83416"/>
                </a:cubicBezTo>
                <a:cubicBezTo>
                  <a:pt x="82355" y="99848"/>
                  <a:pt x="95668" y="113162"/>
                  <a:pt x="112100" y="113162"/>
                </a:cubicBezTo>
                <a:cubicBezTo>
                  <a:pt x="119979" y="113162"/>
                  <a:pt x="127536" y="110042"/>
                  <a:pt x="133131" y="104447"/>
                </a:cubicBezTo>
                <a:lnTo>
                  <a:pt x="155995" y="81583"/>
                </a:lnTo>
                <a:cubicBezTo>
                  <a:pt x="161558" y="76020"/>
                  <a:pt x="164710" y="68431"/>
                  <a:pt x="164710" y="60552"/>
                </a:cubicBezTo>
                <a:cubicBezTo>
                  <a:pt x="164710" y="44120"/>
                  <a:pt x="151397" y="30807"/>
                  <a:pt x="134964" y="30807"/>
                </a:cubicBezTo>
                <a:close/>
                <a:moveTo>
                  <a:pt x="88497" y="55729"/>
                </a:moveTo>
                <a:cubicBezTo>
                  <a:pt x="87886" y="55471"/>
                  <a:pt x="87275" y="55118"/>
                  <a:pt x="86728" y="54732"/>
                </a:cubicBezTo>
                <a:cubicBezTo>
                  <a:pt x="82676" y="52642"/>
                  <a:pt x="78046" y="51452"/>
                  <a:pt x="73190" y="51452"/>
                </a:cubicBezTo>
                <a:cubicBezTo>
                  <a:pt x="65312" y="51452"/>
                  <a:pt x="57755" y="54571"/>
                  <a:pt x="52159" y="60166"/>
                </a:cubicBezTo>
                <a:lnTo>
                  <a:pt x="29295" y="83030"/>
                </a:lnTo>
                <a:cubicBezTo>
                  <a:pt x="23732" y="88593"/>
                  <a:pt x="20581" y="96183"/>
                  <a:pt x="20581" y="104061"/>
                </a:cubicBezTo>
                <a:cubicBezTo>
                  <a:pt x="20581" y="120494"/>
                  <a:pt x="33894" y="133807"/>
                  <a:pt x="50326" y="133807"/>
                </a:cubicBezTo>
                <a:cubicBezTo>
                  <a:pt x="55632" y="133807"/>
                  <a:pt x="60810" y="132392"/>
                  <a:pt x="65344" y="129755"/>
                </a:cubicBezTo>
                <a:cubicBezTo>
                  <a:pt x="70425" y="134900"/>
                  <a:pt x="76341" y="139209"/>
                  <a:pt x="82902" y="142457"/>
                </a:cubicBezTo>
                <a:cubicBezTo>
                  <a:pt x="73833" y="150143"/>
                  <a:pt x="62321" y="154419"/>
                  <a:pt x="50326" y="154419"/>
                </a:cubicBezTo>
                <a:cubicBezTo>
                  <a:pt x="22542" y="154419"/>
                  <a:pt x="0" y="131909"/>
                  <a:pt x="0" y="104093"/>
                </a:cubicBezTo>
                <a:cubicBezTo>
                  <a:pt x="0" y="90748"/>
                  <a:pt x="5306" y="77949"/>
                  <a:pt x="14728" y="68527"/>
                </a:cubicBezTo>
                <a:lnTo>
                  <a:pt x="37592" y="45663"/>
                </a:lnTo>
                <a:cubicBezTo>
                  <a:pt x="47014" y="36241"/>
                  <a:pt x="59813" y="30935"/>
                  <a:pt x="73158" y="30935"/>
                </a:cubicBezTo>
                <a:cubicBezTo>
                  <a:pt x="101006" y="30935"/>
                  <a:pt x="123484" y="53638"/>
                  <a:pt x="123484" y="81390"/>
                </a:cubicBezTo>
                <a:cubicBezTo>
                  <a:pt x="123484" y="81808"/>
                  <a:pt x="123484" y="82226"/>
                  <a:pt x="123484" y="82644"/>
                </a:cubicBezTo>
                <a:cubicBezTo>
                  <a:pt x="123356" y="88336"/>
                  <a:pt x="118628" y="92806"/>
                  <a:pt x="112937" y="92677"/>
                </a:cubicBezTo>
                <a:cubicBezTo>
                  <a:pt x="107245" y="92549"/>
                  <a:pt x="102775" y="87822"/>
                  <a:pt x="102903" y="82130"/>
                </a:cubicBezTo>
                <a:cubicBezTo>
                  <a:pt x="102903" y="81873"/>
                  <a:pt x="102903" y="81647"/>
                  <a:pt x="102903" y="81390"/>
                </a:cubicBezTo>
                <a:cubicBezTo>
                  <a:pt x="102903" y="70553"/>
                  <a:pt x="97115" y="61035"/>
                  <a:pt x="88497" y="55793"/>
                </a:cubicBez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26" name="Text 24"/>
          <p:cNvSpPr/>
          <p:nvPr/>
        </p:nvSpPr>
        <p:spPr>
          <a:xfrm>
            <a:off x="798531" y="5667922"/>
            <a:ext cx="1160751" cy="230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6" spc="6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JOIN operations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14517" y="5997213"/>
            <a:ext cx="164646" cy="164646"/>
          </a:xfrm>
          <a:custGeom>
            <a:avLst/>
            <a:gdLst/>
            <a:ahLst/>
            <a:cxnLst/>
            <a:rect l="l" t="t" r="r" b="b"/>
            <a:pathLst>
              <a:path w="164646" h="164646">
                <a:moveTo>
                  <a:pt x="10290" y="20581"/>
                </a:moveTo>
                <a:cubicBezTo>
                  <a:pt x="6142" y="20581"/>
                  <a:pt x="2380" y="23089"/>
                  <a:pt x="772" y="26948"/>
                </a:cubicBezTo>
                <a:cubicBezTo>
                  <a:pt x="-836" y="30807"/>
                  <a:pt x="64" y="35212"/>
                  <a:pt x="3023" y="38139"/>
                </a:cubicBezTo>
                <a:lnTo>
                  <a:pt x="61742" y="96890"/>
                </a:lnTo>
                <a:lnTo>
                  <a:pt x="61742" y="133774"/>
                </a:lnTo>
                <a:cubicBezTo>
                  <a:pt x="61742" y="136508"/>
                  <a:pt x="62835" y="139113"/>
                  <a:pt x="64765" y="141042"/>
                </a:cubicBezTo>
                <a:lnTo>
                  <a:pt x="85346" y="161623"/>
                </a:lnTo>
                <a:cubicBezTo>
                  <a:pt x="88304" y="164581"/>
                  <a:pt x="92710" y="165449"/>
                  <a:pt x="96568" y="163842"/>
                </a:cubicBezTo>
                <a:cubicBezTo>
                  <a:pt x="100427" y="162234"/>
                  <a:pt x="102903" y="158503"/>
                  <a:pt x="102903" y="154355"/>
                </a:cubicBezTo>
                <a:lnTo>
                  <a:pt x="102903" y="96890"/>
                </a:lnTo>
                <a:lnTo>
                  <a:pt x="161623" y="38171"/>
                </a:lnTo>
                <a:cubicBezTo>
                  <a:pt x="164581" y="35212"/>
                  <a:pt x="165449" y="30807"/>
                  <a:pt x="163842" y="26948"/>
                </a:cubicBezTo>
                <a:cubicBezTo>
                  <a:pt x="162234" y="23089"/>
                  <a:pt x="158503" y="20581"/>
                  <a:pt x="154355" y="20581"/>
                </a:cubicBezTo>
                <a:lnTo>
                  <a:pt x="10290" y="20581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28" name="Text 26"/>
          <p:cNvSpPr/>
          <p:nvPr/>
        </p:nvSpPr>
        <p:spPr>
          <a:xfrm>
            <a:off x="798531" y="5964284"/>
            <a:ext cx="1358325" cy="230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6" spc="6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Filtering &amp; sorting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14517" y="6293575"/>
            <a:ext cx="164646" cy="164646"/>
          </a:xfrm>
          <a:custGeom>
            <a:avLst/>
            <a:gdLst/>
            <a:ahLst/>
            <a:cxnLst/>
            <a:rect l="l" t="t" r="r" b="b"/>
            <a:pathLst>
              <a:path w="164646" h="164646">
                <a:moveTo>
                  <a:pt x="133774" y="66887"/>
                </a:moveTo>
                <a:cubicBezTo>
                  <a:pt x="133774" y="81647"/>
                  <a:pt x="128983" y="95282"/>
                  <a:pt x="120912" y="106344"/>
                </a:cubicBezTo>
                <a:lnTo>
                  <a:pt x="161623" y="147088"/>
                </a:lnTo>
                <a:cubicBezTo>
                  <a:pt x="165642" y="151107"/>
                  <a:pt x="165642" y="157635"/>
                  <a:pt x="161623" y="161655"/>
                </a:cubicBezTo>
                <a:cubicBezTo>
                  <a:pt x="157603" y="165675"/>
                  <a:pt x="151075" y="165675"/>
                  <a:pt x="147055" y="161655"/>
                </a:cubicBezTo>
                <a:lnTo>
                  <a:pt x="106344" y="120912"/>
                </a:lnTo>
                <a:cubicBezTo>
                  <a:pt x="95282" y="128983"/>
                  <a:pt x="81647" y="133774"/>
                  <a:pt x="66887" y="133774"/>
                </a:cubicBezTo>
                <a:cubicBezTo>
                  <a:pt x="29938" y="133774"/>
                  <a:pt x="0" y="103836"/>
                  <a:pt x="0" y="66887"/>
                </a:cubicBezTo>
                <a:cubicBezTo>
                  <a:pt x="0" y="29938"/>
                  <a:pt x="29938" y="0"/>
                  <a:pt x="66887" y="0"/>
                </a:cubicBezTo>
                <a:cubicBezTo>
                  <a:pt x="103836" y="0"/>
                  <a:pt x="133774" y="29938"/>
                  <a:pt x="133774" y="66887"/>
                </a:cubicBezTo>
                <a:close/>
                <a:moveTo>
                  <a:pt x="66887" y="36016"/>
                </a:moveTo>
                <a:cubicBezTo>
                  <a:pt x="62610" y="36016"/>
                  <a:pt x="59169" y="39457"/>
                  <a:pt x="59169" y="43734"/>
                </a:cubicBezTo>
                <a:lnTo>
                  <a:pt x="59169" y="59169"/>
                </a:lnTo>
                <a:lnTo>
                  <a:pt x="43734" y="59169"/>
                </a:lnTo>
                <a:cubicBezTo>
                  <a:pt x="39457" y="59169"/>
                  <a:pt x="36016" y="62610"/>
                  <a:pt x="36016" y="66887"/>
                </a:cubicBezTo>
                <a:cubicBezTo>
                  <a:pt x="36016" y="71164"/>
                  <a:pt x="39457" y="74605"/>
                  <a:pt x="43734" y="74605"/>
                </a:cubicBezTo>
                <a:lnTo>
                  <a:pt x="59169" y="74605"/>
                </a:lnTo>
                <a:lnTo>
                  <a:pt x="59169" y="90041"/>
                </a:lnTo>
                <a:cubicBezTo>
                  <a:pt x="59169" y="94317"/>
                  <a:pt x="62610" y="97758"/>
                  <a:pt x="66887" y="97758"/>
                </a:cubicBezTo>
                <a:cubicBezTo>
                  <a:pt x="71164" y="97758"/>
                  <a:pt x="74605" y="94317"/>
                  <a:pt x="74605" y="90041"/>
                </a:cubicBezTo>
                <a:lnTo>
                  <a:pt x="74605" y="74605"/>
                </a:lnTo>
                <a:lnTo>
                  <a:pt x="90041" y="74605"/>
                </a:lnTo>
                <a:cubicBezTo>
                  <a:pt x="94317" y="74605"/>
                  <a:pt x="97758" y="71164"/>
                  <a:pt x="97758" y="66887"/>
                </a:cubicBezTo>
                <a:cubicBezTo>
                  <a:pt x="97758" y="62610"/>
                  <a:pt x="94317" y="59169"/>
                  <a:pt x="90041" y="59169"/>
                </a:cubicBezTo>
                <a:lnTo>
                  <a:pt x="74605" y="59169"/>
                </a:lnTo>
                <a:lnTo>
                  <a:pt x="74605" y="43734"/>
                </a:lnTo>
                <a:cubicBezTo>
                  <a:pt x="74605" y="39457"/>
                  <a:pt x="71164" y="36016"/>
                  <a:pt x="66887" y="36016"/>
                </a:cubicBez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30" name="Text 28"/>
          <p:cNvSpPr/>
          <p:nvPr/>
        </p:nvSpPr>
        <p:spPr>
          <a:xfrm>
            <a:off x="798531" y="6260646"/>
            <a:ext cx="1210144" cy="230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6" spc="6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Full-text search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77808" y="1103125"/>
            <a:ext cx="5663806" cy="4379571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FFCD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8918" y="1284235"/>
            <a:ext cx="5425070" cy="29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45" b="1" spc="97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REST API Integration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67151" y="1720546"/>
            <a:ext cx="5285121" cy="806763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82402" y="1835797"/>
            <a:ext cx="419846" cy="312826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25400">
            <a:solidFill>
              <a:srgbClr val="A7F0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74170" y="1827565"/>
            <a:ext cx="477472" cy="296362"/>
          </a:xfrm>
          <a:prstGeom prst="rect">
            <a:avLst/>
          </a:prstGeom>
          <a:noFill/>
          <a:ln/>
        </p:spPr>
        <p:txBody>
          <a:bodyPr wrap="square" lIns="98787" tIns="32929" rIns="98787" bIns="32929" rtlCol="0" anchor="ctr"/>
          <a:lstStyle/>
          <a:p>
            <a:pPr>
              <a:lnSpc>
                <a:spcPct val="130000"/>
              </a:lnSpc>
            </a:pPr>
            <a:r>
              <a:rPr lang="en-US" sz="1167" spc="58" kern="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GET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12355" y="1876959"/>
            <a:ext cx="806763" cy="230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spc="58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/api/clients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74170" y="2222714"/>
            <a:ext cx="5136940" cy="197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7" spc="52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Retrieve all clients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67151" y="2642560"/>
            <a:ext cx="5285121" cy="806763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82402" y="2757812"/>
            <a:ext cx="510401" cy="312826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25400">
            <a:solidFill>
              <a:srgbClr val="FFCD7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74170" y="2749580"/>
            <a:ext cx="568027" cy="296362"/>
          </a:xfrm>
          <a:prstGeom prst="rect">
            <a:avLst/>
          </a:prstGeom>
          <a:noFill/>
          <a:ln/>
        </p:spPr>
        <p:txBody>
          <a:bodyPr wrap="square" lIns="98787" tIns="32929" rIns="98787" bIns="32929" rtlCol="0" anchor="ctr"/>
          <a:lstStyle/>
          <a:p>
            <a:pPr>
              <a:lnSpc>
                <a:spcPct val="130000"/>
              </a:lnSpc>
            </a:pPr>
            <a:r>
              <a:rPr lang="en-US" sz="1167" spc="58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POST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096607" y="2798974"/>
            <a:ext cx="913783" cy="230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spc="58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/api/projects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74170" y="3144729"/>
            <a:ext cx="5136940" cy="197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7" spc="52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Create new project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67151" y="3564575"/>
            <a:ext cx="5285121" cy="806763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82402" y="3679827"/>
            <a:ext cx="428078" cy="312826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74170" y="3671595"/>
            <a:ext cx="485704" cy="296362"/>
          </a:xfrm>
          <a:prstGeom prst="rect">
            <a:avLst/>
          </a:prstGeom>
          <a:noFill/>
          <a:ln/>
        </p:spPr>
        <p:txBody>
          <a:bodyPr wrap="square" lIns="98787" tIns="32929" rIns="98787" bIns="32929" rtlCol="0" anchor="ctr"/>
          <a:lstStyle/>
          <a:p>
            <a:pPr>
              <a:lnSpc>
                <a:spcPct val="130000"/>
              </a:lnSpc>
            </a:pPr>
            <a:r>
              <a:rPr lang="en-US" sz="1167" spc="58" kern="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PUT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017886" y="3720989"/>
            <a:ext cx="1094893" cy="230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spc="58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/api/invoices/:id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74170" y="4066744"/>
            <a:ext cx="5136940" cy="197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7" spc="52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Update invoice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67151" y="4486590"/>
            <a:ext cx="5285121" cy="806763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82402" y="4601842"/>
            <a:ext cx="617421" cy="312826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25400">
            <a:solidFill>
              <a:srgbClr val="FFCD7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74170" y="4593610"/>
            <a:ext cx="675047" cy="296362"/>
          </a:xfrm>
          <a:prstGeom prst="rect">
            <a:avLst/>
          </a:prstGeom>
          <a:noFill/>
          <a:ln/>
        </p:spPr>
        <p:txBody>
          <a:bodyPr wrap="square" lIns="98787" tIns="32929" rIns="98787" bIns="32929" rtlCol="0" anchor="ctr"/>
          <a:lstStyle/>
          <a:p>
            <a:pPr>
              <a:lnSpc>
                <a:spcPct val="130000"/>
              </a:lnSpc>
            </a:pPr>
            <a:r>
              <a:rPr lang="en-US" sz="1167" spc="58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DELETE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210187" y="4643003"/>
            <a:ext cx="1012570" cy="230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spc="58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/api/assets/:id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474170" y="4988759"/>
            <a:ext cx="5136940" cy="197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7" spc="52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Remove asset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177808" y="5647341"/>
            <a:ext cx="5663806" cy="119368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A7F07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74354" y="5803754"/>
            <a:ext cx="216097" cy="246968"/>
          </a:xfrm>
          <a:custGeom>
            <a:avLst/>
            <a:gdLst/>
            <a:ahLst/>
            <a:cxnLst/>
            <a:rect l="l" t="t" r="r" b="b"/>
            <a:pathLst>
              <a:path w="216097" h="246968">
                <a:moveTo>
                  <a:pt x="163424" y="-4775"/>
                </a:moveTo>
                <a:cubicBezTo>
                  <a:pt x="169164" y="-627"/>
                  <a:pt x="171286" y="6898"/>
                  <a:pt x="168681" y="13458"/>
                </a:cubicBezTo>
                <a:lnTo>
                  <a:pt x="130864" y="108049"/>
                </a:lnTo>
                <a:lnTo>
                  <a:pt x="200662" y="108049"/>
                </a:lnTo>
                <a:cubicBezTo>
                  <a:pt x="207174" y="108049"/>
                  <a:pt x="212962" y="112100"/>
                  <a:pt x="215181" y="118226"/>
                </a:cubicBezTo>
                <a:cubicBezTo>
                  <a:pt x="217400" y="124352"/>
                  <a:pt x="215518" y="131202"/>
                  <a:pt x="210550" y="135350"/>
                </a:cubicBezTo>
                <a:lnTo>
                  <a:pt x="71630" y="251117"/>
                </a:lnTo>
                <a:cubicBezTo>
                  <a:pt x="66180" y="255651"/>
                  <a:pt x="58414" y="255892"/>
                  <a:pt x="52674" y="251744"/>
                </a:cubicBezTo>
                <a:cubicBezTo>
                  <a:pt x="46934" y="247595"/>
                  <a:pt x="44811" y="240071"/>
                  <a:pt x="47416" y="233510"/>
                </a:cubicBezTo>
                <a:lnTo>
                  <a:pt x="85233" y="138920"/>
                </a:lnTo>
                <a:lnTo>
                  <a:pt x="15436" y="138920"/>
                </a:lnTo>
                <a:cubicBezTo>
                  <a:pt x="8924" y="138920"/>
                  <a:pt x="3135" y="134868"/>
                  <a:pt x="916" y="128742"/>
                </a:cubicBezTo>
                <a:cubicBezTo>
                  <a:pt x="-1302" y="122616"/>
                  <a:pt x="579" y="115766"/>
                  <a:pt x="5547" y="111618"/>
                </a:cubicBezTo>
                <a:lnTo>
                  <a:pt x="144467" y="-4148"/>
                </a:lnTo>
                <a:cubicBezTo>
                  <a:pt x="149917" y="-8682"/>
                  <a:pt x="157683" y="-8924"/>
                  <a:pt x="163424" y="-4775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55" name="Text 53"/>
          <p:cNvSpPr/>
          <p:nvPr/>
        </p:nvSpPr>
        <p:spPr>
          <a:xfrm>
            <a:off x="6733487" y="5795522"/>
            <a:ext cx="1160751" cy="263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6" b="1" spc="78" kern="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325989" y="6157742"/>
            <a:ext cx="5449766" cy="535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6" b="1" spc="65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Database indexing</a:t>
            </a:r>
            <a:pPr>
              <a:lnSpc>
                <a:spcPct val="140000"/>
              </a:lnSpc>
            </a:pPr>
            <a:r>
              <a:rPr lang="en-US" sz="1296" spc="6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on primary and foreign keys ensures fast query execution and optimal search performance.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5872" y="345872"/>
            <a:ext cx="103762" cy="553396"/>
          </a:xfrm>
          <a:prstGeom prst="roundRect">
            <a:avLst>
              <a:gd name="adj" fmla="val 0"/>
            </a:avLst>
          </a:prstGeom>
          <a:solidFill>
            <a:srgbClr val="29ADFF"/>
          </a:solidFill>
          <a:ln/>
        </p:spPr>
      </p:sp>
      <p:sp>
        <p:nvSpPr>
          <p:cNvPr id="3" name="Text 1"/>
          <p:cNvSpPr/>
          <p:nvPr/>
        </p:nvSpPr>
        <p:spPr>
          <a:xfrm>
            <a:off x="587983" y="363166"/>
            <a:ext cx="4513634" cy="5188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85" b="1" spc="204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FRONTEND INTERFACE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5872" y="968443"/>
            <a:ext cx="11500255" cy="34587"/>
          </a:xfrm>
          <a:prstGeom prst="roundRect">
            <a:avLst>
              <a:gd name="adj" fmla="val 0"/>
            </a:avLst>
          </a:prstGeom>
          <a:solidFill>
            <a:srgbClr val="29ADFF"/>
          </a:solidFill>
          <a:ln/>
        </p:spPr>
      </p:sp>
      <p:sp>
        <p:nvSpPr>
          <p:cNvPr id="5" name="Shape 3"/>
          <p:cNvSpPr/>
          <p:nvPr/>
        </p:nvSpPr>
        <p:spPr>
          <a:xfrm>
            <a:off x="363166" y="1681804"/>
            <a:ext cx="4479047" cy="2594043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3396" y="1872034"/>
            <a:ext cx="4228289" cy="31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43" b="1" spc="102" kern="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1217" y="2425430"/>
            <a:ext cx="233464" cy="311285"/>
          </a:xfrm>
          <a:custGeom>
            <a:avLst/>
            <a:gdLst/>
            <a:ahLst/>
            <a:cxnLst/>
            <a:rect l="l" t="t" r="r" b="b"/>
            <a:pathLst>
              <a:path w="233464" h="311285">
                <a:moveTo>
                  <a:pt x="0" y="19455"/>
                </a:moveTo>
                <a:lnTo>
                  <a:pt x="21218" y="260093"/>
                </a:lnTo>
                <a:lnTo>
                  <a:pt x="116428" y="291830"/>
                </a:lnTo>
                <a:lnTo>
                  <a:pt x="212245" y="260093"/>
                </a:lnTo>
                <a:lnTo>
                  <a:pt x="233464" y="19455"/>
                </a:lnTo>
                <a:lnTo>
                  <a:pt x="0" y="19455"/>
                </a:lnTo>
                <a:close/>
                <a:moveTo>
                  <a:pt x="187379" y="97216"/>
                </a:moveTo>
                <a:lnTo>
                  <a:pt x="75633" y="97216"/>
                </a:lnTo>
                <a:lnTo>
                  <a:pt x="78125" y="127250"/>
                </a:lnTo>
                <a:lnTo>
                  <a:pt x="184886" y="127250"/>
                </a:lnTo>
                <a:lnTo>
                  <a:pt x="176618" y="217474"/>
                </a:lnTo>
                <a:lnTo>
                  <a:pt x="117097" y="233889"/>
                </a:lnTo>
                <a:lnTo>
                  <a:pt x="117097" y="234072"/>
                </a:lnTo>
                <a:lnTo>
                  <a:pt x="116428" y="234072"/>
                </a:lnTo>
                <a:lnTo>
                  <a:pt x="56420" y="217474"/>
                </a:lnTo>
                <a:lnTo>
                  <a:pt x="52773" y="171389"/>
                </a:lnTo>
                <a:lnTo>
                  <a:pt x="81773" y="171389"/>
                </a:lnTo>
                <a:lnTo>
                  <a:pt x="83901" y="194553"/>
                </a:lnTo>
                <a:lnTo>
                  <a:pt x="116428" y="203369"/>
                </a:lnTo>
                <a:lnTo>
                  <a:pt x="149076" y="194553"/>
                </a:lnTo>
                <a:lnTo>
                  <a:pt x="152724" y="156737"/>
                </a:lnTo>
                <a:lnTo>
                  <a:pt x="51253" y="156737"/>
                </a:lnTo>
                <a:lnTo>
                  <a:pt x="43470" y="68215"/>
                </a:lnTo>
                <a:lnTo>
                  <a:pt x="190054" y="68215"/>
                </a:lnTo>
                <a:lnTo>
                  <a:pt x="187379" y="97216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8" name="Text 6"/>
          <p:cNvSpPr/>
          <p:nvPr/>
        </p:nvSpPr>
        <p:spPr>
          <a:xfrm>
            <a:off x="1080851" y="2321668"/>
            <a:ext cx="1392136" cy="276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4" b="1" spc="82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HTML5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80851" y="2598366"/>
            <a:ext cx="1366196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6" spc="61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Semantic structure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1217" y="3048000"/>
            <a:ext cx="233464" cy="311285"/>
          </a:xfrm>
          <a:custGeom>
            <a:avLst/>
            <a:gdLst/>
            <a:ahLst/>
            <a:cxnLst/>
            <a:rect l="l" t="t" r="r" b="b"/>
            <a:pathLst>
              <a:path w="233464" h="311285">
                <a:moveTo>
                  <a:pt x="0" y="19455"/>
                </a:moveTo>
                <a:lnTo>
                  <a:pt x="21218" y="260093"/>
                </a:lnTo>
                <a:lnTo>
                  <a:pt x="116732" y="291830"/>
                </a:lnTo>
                <a:lnTo>
                  <a:pt x="212245" y="260093"/>
                </a:lnTo>
                <a:lnTo>
                  <a:pt x="233464" y="19455"/>
                </a:lnTo>
                <a:lnTo>
                  <a:pt x="0" y="19455"/>
                </a:lnTo>
                <a:close/>
                <a:moveTo>
                  <a:pt x="190358" y="68094"/>
                </a:moveTo>
                <a:lnTo>
                  <a:pt x="187440" y="96851"/>
                </a:lnTo>
                <a:lnTo>
                  <a:pt x="117340" y="126824"/>
                </a:lnTo>
                <a:lnTo>
                  <a:pt x="117158" y="126885"/>
                </a:lnTo>
                <a:lnTo>
                  <a:pt x="184947" y="126885"/>
                </a:lnTo>
                <a:lnTo>
                  <a:pt x="177165" y="216015"/>
                </a:lnTo>
                <a:lnTo>
                  <a:pt x="117461" y="233464"/>
                </a:lnTo>
                <a:lnTo>
                  <a:pt x="57393" y="215711"/>
                </a:lnTo>
                <a:lnTo>
                  <a:pt x="53502" y="170781"/>
                </a:lnTo>
                <a:lnTo>
                  <a:pt x="83232" y="170781"/>
                </a:lnTo>
                <a:lnTo>
                  <a:pt x="85178" y="194067"/>
                </a:lnTo>
                <a:lnTo>
                  <a:pt x="117157" y="202153"/>
                </a:lnTo>
                <a:lnTo>
                  <a:pt x="150414" y="192790"/>
                </a:lnTo>
                <a:lnTo>
                  <a:pt x="152663" y="155339"/>
                </a:lnTo>
                <a:lnTo>
                  <a:pt x="51557" y="155035"/>
                </a:lnTo>
                <a:lnTo>
                  <a:pt x="51557" y="154974"/>
                </a:lnTo>
                <a:lnTo>
                  <a:pt x="51435" y="155035"/>
                </a:lnTo>
                <a:lnTo>
                  <a:pt x="49246" y="126885"/>
                </a:lnTo>
                <a:lnTo>
                  <a:pt x="117401" y="98493"/>
                </a:lnTo>
                <a:lnTo>
                  <a:pt x="121353" y="96851"/>
                </a:lnTo>
                <a:lnTo>
                  <a:pt x="46632" y="96851"/>
                </a:lnTo>
                <a:lnTo>
                  <a:pt x="43106" y="68094"/>
                </a:lnTo>
                <a:lnTo>
                  <a:pt x="190358" y="68094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11" name="Text 9"/>
          <p:cNvSpPr/>
          <p:nvPr/>
        </p:nvSpPr>
        <p:spPr>
          <a:xfrm>
            <a:off x="1080851" y="2944238"/>
            <a:ext cx="1322962" cy="276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4" b="1" spc="82" kern="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CSS3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80851" y="3220936"/>
            <a:ext cx="1297021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6" spc="61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Responsive styling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1762" y="3670570"/>
            <a:ext cx="272374" cy="311285"/>
          </a:xfrm>
          <a:custGeom>
            <a:avLst/>
            <a:gdLst/>
            <a:ahLst/>
            <a:cxnLst/>
            <a:rect l="l" t="t" r="r" b="b"/>
            <a:pathLst>
              <a:path w="272374" h="311285">
                <a:moveTo>
                  <a:pt x="0" y="19455"/>
                </a:moveTo>
                <a:lnTo>
                  <a:pt x="0" y="291830"/>
                </a:lnTo>
                <a:lnTo>
                  <a:pt x="272374" y="291830"/>
                </a:lnTo>
                <a:lnTo>
                  <a:pt x="272374" y="19455"/>
                </a:lnTo>
                <a:lnTo>
                  <a:pt x="0" y="19455"/>
                </a:lnTo>
                <a:close/>
                <a:moveTo>
                  <a:pt x="148225" y="231883"/>
                </a:moveTo>
                <a:cubicBezTo>
                  <a:pt x="148225" y="258391"/>
                  <a:pt x="132661" y="270490"/>
                  <a:pt x="109983" y="270490"/>
                </a:cubicBezTo>
                <a:cubicBezTo>
                  <a:pt x="89494" y="270490"/>
                  <a:pt x="77639" y="259911"/>
                  <a:pt x="71559" y="247083"/>
                </a:cubicBezTo>
                <a:lnTo>
                  <a:pt x="92413" y="234497"/>
                </a:lnTo>
                <a:cubicBezTo>
                  <a:pt x="96425" y="241611"/>
                  <a:pt x="100073" y="247630"/>
                  <a:pt x="108889" y="247630"/>
                </a:cubicBezTo>
                <a:cubicBezTo>
                  <a:pt x="117279" y="247630"/>
                  <a:pt x="122629" y="244347"/>
                  <a:pt x="122629" y="231518"/>
                </a:cubicBezTo>
                <a:lnTo>
                  <a:pt x="122629" y="144517"/>
                </a:lnTo>
                <a:lnTo>
                  <a:pt x="148225" y="144517"/>
                </a:lnTo>
                <a:lnTo>
                  <a:pt x="148225" y="231883"/>
                </a:lnTo>
                <a:close/>
                <a:moveTo>
                  <a:pt x="208780" y="270490"/>
                </a:moveTo>
                <a:cubicBezTo>
                  <a:pt x="185008" y="270490"/>
                  <a:pt x="169626" y="259181"/>
                  <a:pt x="162148" y="244347"/>
                </a:cubicBezTo>
                <a:lnTo>
                  <a:pt x="183002" y="232309"/>
                </a:lnTo>
                <a:cubicBezTo>
                  <a:pt x="188473" y="241246"/>
                  <a:pt x="195648" y="247873"/>
                  <a:pt x="208233" y="247873"/>
                </a:cubicBezTo>
                <a:cubicBezTo>
                  <a:pt x="218812" y="247873"/>
                  <a:pt x="225621" y="242584"/>
                  <a:pt x="225621" y="235227"/>
                </a:cubicBezTo>
                <a:cubicBezTo>
                  <a:pt x="225621" y="226472"/>
                  <a:pt x="218690" y="223371"/>
                  <a:pt x="206956" y="218204"/>
                </a:cubicBezTo>
                <a:lnTo>
                  <a:pt x="200572" y="215468"/>
                </a:lnTo>
                <a:cubicBezTo>
                  <a:pt x="182090" y="207625"/>
                  <a:pt x="169869" y="197715"/>
                  <a:pt x="169869" y="176861"/>
                </a:cubicBezTo>
                <a:cubicBezTo>
                  <a:pt x="169869" y="157649"/>
                  <a:pt x="184522" y="143057"/>
                  <a:pt x="207321" y="143057"/>
                </a:cubicBezTo>
                <a:cubicBezTo>
                  <a:pt x="223615" y="143057"/>
                  <a:pt x="235288" y="148712"/>
                  <a:pt x="243678" y="163546"/>
                </a:cubicBezTo>
                <a:lnTo>
                  <a:pt x="223736" y="176314"/>
                </a:lnTo>
                <a:cubicBezTo>
                  <a:pt x="219359" y="168471"/>
                  <a:pt x="214616" y="165370"/>
                  <a:pt x="207260" y="165370"/>
                </a:cubicBezTo>
                <a:cubicBezTo>
                  <a:pt x="199782" y="165370"/>
                  <a:pt x="195040" y="170112"/>
                  <a:pt x="195040" y="176314"/>
                </a:cubicBezTo>
                <a:cubicBezTo>
                  <a:pt x="195040" y="183974"/>
                  <a:pt x="199782" y="187075"/>
                  <a:pt x="210786" y="191878"/>
                </a:cubicBezTo>
                <a:lnTo>
                  <a:pt x="217170" y="194614"/>
                </a:lnTo>
                <a:cubicBezTo>
                  <a:pt x="238936" y="203916"/>
                  <a:pt x="251156" y="213461"/>
                  <a:pt x="251156" y="234862"/>
                </a:cubicBezTo>
                <a:cubicBezTo>
                  <a:pt x="251156" y="257844"/>
                  <a:pt x="233038" y="270490"/>
                  <a:pt x="208780" y="270490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4" name="Text 12"/>
          <p:cNvSpPr/>
          <p:nvPr/>
        </p:nvSpPr>
        <p:spPr>
          <a:xfrm>
            <a:off x="1080851" y="3566809"/>
            <a:ext cx="1478604" cy="276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4" b="1" spc="82" kern="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80851" y="3843506"/>
            <a:ext cx="1452664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6" spc="61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Dynamic interactions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3166" y="4448783"/>
            <a:ext cx="4479047" cy="1867711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A7F0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8809" y="4604426"/>
            <a:ext cx="4271523" cy="276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4" b="1" spc="82" kern="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0426" y="5019472"/>
            <a:ext cx="172936" cy="172936"/>
          </a:xfrm>
          <a:custGeom>
            <a:avLst/>
            <a:gdLst/>
            <a:ahLst/>
            <a:cxnLst/>
            <a:rect l="l" t="t" r="r" b="b"/>
            <a:pathLst>
              <a:path w="172936" h="172936">
                <a:moveTo>
                  <a:pt x="86468" y="172936"/>
                </a:moveTo>
                <a:cubicBezTo>
                  <a:pt x="134191" y="172936"/>
                  <a:pt x="172936" y="134191"/>
                  <a:pt x="172936" y="86468"/>
                </a:cubicBezTo>
                <a:cubicBezTo>
                  <a:pt x="172936" y="38745"/>
                  <a:pt x="134191" y="0"/>
                  <a:pt x="86468" y="0"/>
                </a:cubicBezTo>
                <a:cubicBezTo>
                  <a:pt x="38745" y="0"/>
                  <a:pt x="0" y="38745"/>
                  <a:pt x="0" y="86468"/>
                </a:cubicBezTo>
                <a:cubicBezTo>
                  <a:pt x="0" y="134191"/>
                  <a:pt x="38745" y="172936"/>
                  <a:pt x="86468" y="172936"/>
                </a:cubicBezTo>
                <a:close/>
                <a:moveTo>
                  <a:pt x="114976" y="71843"/>
                </a:moveTo>
                <a:lnTo>
                  <a:pt x="87954" y="115077"/>
                </a:lnTo>
                <a:cubicBezTo>
                  <a:pt x="86536" y="117340"/>
                  <a:pt x="84104" y="118759"/>
                  <a:pt x="81435" y="118894"/>
                </a:cubicBezTo>
                <a:cubicBezTo>
                  <a:pt x="78767" y="119029"/>
                  <a:pt x="76200" y="117813"/>
                  <a:pt x="74612" y="115651"/>
                </a:cubicBezTo>
                <a:lnTo>
                  <a:pt x="58400" y="94034"/>
                </a:lnTo>
                <a:cubicBezTo>
                  <a:pt x="55698" y="90454"/>
                  <a:pt x="56441" y="85387"/>
                  <a:pt x="60021" y="82685"/>
                </a:cubicBezTo>
                <a:cubicBezTo>
                  <a:pt x="63601" y="79983"/>
                  <a:pt x="68668" y="80726"/>
                  <a:pt x="71370" y="84306"/>
                </a:cubicBezTo>
                <a:lnTo>
                  <a:pt x="80490" y="96466"/>
                </a:lnTo>
                <a:lnTo>
                  <a:pt x="101228" y="63264"/>
                </a:lnTo>
                <a:cubicBezTo>
                  <a:pt x="103593" y="59481"/>
                  <a:pt x="108592" y="58298"/>
                  <a:pt x="112409" y="60697"/>
                </a:cubicBezTo>
                <a:cubicBezTo>
                  <a:pt x="116225" y="63095"/>
                  <a:pt x="117374" y="68060"/>
                  <a:pt x="114976" y="71877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9" name="Text 17"/>
          <p:cNvSpPr/>
          <p:nvPr/>
        </p:nvSpPr>
        <p:spPr>
          <a:xfrm>
            <a:off x="838740" y="4984885"/>
            <a:ext cx="1642894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spc="68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Dashboard navigation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0426" y="5330757"/>
            <a:ext cx="172936" cy="172936"/>
          </a:xfrm>
          <a:custGeom>
            <a:avLst/>
            <a:gdLst/>
            <a:ahLst/>
            <a:cxnLst/>
            <a:rect l="l" t="t" r="r" b="b"/>
            <a:pathLst>
              <a:path w="172936" h="172936">
                <a:moveTo>
                  <a:pt x="86468" y="172936"/>
                </a:moveTo>
                <a:cubicBezTo>
                  <a:pt x="134191" y="172936"/>
                  <a:pt x="172936" y="134191"/>
                  <a:pt x="172936" y="86468"/>
                </a:cubicBezTo>
                <a:cubicBezTo>
                  <a:pt x="172936" y="38745"/>
                  <a:pt x="134191" y="0"/>
                  <a:pt x="86468" y="0"/>
                </a:cubicBezTo>
                <a:cubicBezTo>
                  <a:pt x="38745" y="0"/>
                  <a:pt x="0" y="38745"/>
                  <a:pt x="0" y="86468"/>
                </a:cubicBezTo>
                <a:cubicBezTo>
                  <a:pt x="0" y="134191"/>
                  <a:pt x="38745" y="172936"/>
                  <a:pt x="86468" y="172936"/>
                </a:cubicBezTo>
                <a:close/>
                <a:moveTo>
                  <a:pt x="114976" y="71843"/>
                </a:moveTo>
                <a:lnTo>
                  <a:pt x="87954" y="115077"/>
                </a:lnTo>
                <a:cubicBezTo>
                  <a:pt x="86536" y="117340"/>
                  <a:pt x="84104" y="118759"/>
                  <a:pt x="81435" y="118894"/>
                </a:cubicBezTo>
                <a:cubicBezTo>
                  <a:pt x="78767" y="119029"/>
                  <a:pt x="76200" y="117813"/>
                  <a:pt x="74612" y="115651"/>
                </a:cubicBezTo>
                <a:lnTo>
                  <a:pt x="58400" y="94034"/>
                </a:lnTo>
                <a:cubicBezTo>
                  <a:pt x="55698" y="90454"/>
                  <a:pt x="56441" y="85387"/>
                  <a:pt x="60021" y="82685"/>
                </a:cubicBezTo>
                <a:cubicBezTo>
                  <a:pt x="63601" y="79983"/>
                  <a:pt x="68668" y="80726"/>
                  <a:pt x="71370" y="84306"/>
                </a:cubicBezTo>
                <a:lnTo>
                  <a:pt x="80490" y="96466"/>
                </a:lnTo>
                <a:lnTo>
                  <a:pt x="101228" y="63264"/>
                </a:lnTo>
                <a:cubicBezTo>
                  <a:pt x="103593" y="59481"/>
                  <a:pt x="108592" y="58298"/>
                  <a:pt x="112409" y="60697"/>
                </a:cubicBezTo>
                <a:cubicBezTo>
                  <a:pt x="116225" y="63095"/>
                  <a:pt x="117374" y="68060"/>
                  <a:pt x="114976" y="71877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1" name="Text 19"/>
          <p:cNvSpPr/>
          <p:nvPr/>
        </p:nvSpPr>
        <p:spPr>
          <a:xfrm>
            <a:off x="838740" y="5296170"/>
            <a:ext cx="1184613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spc="68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Search &amp; filter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0426" y="5642043"/>
            <a:ext cx="172936" cy="172936"/>
          </a:xfrm>
          <a:custGeom>
            <a:avLst/>
            <a:gdLst/>
            <a:ahLst/>
            <a:cxnLst/>
            <a:rect l="l" t="t" r="r" b="b"/>
            <a:pathLst>
              <a:path w="172936" h="172936">
                <a:moveTo>
                  <a:pt x="86468" y="172936"/>
                </a:moveTo>
                <a:cubicBezTo>
                  <a:pt x="134191" y="172936"/>
                  <a:pt x="172936" y="134191"/>
                  <a:pt x="172936" y="86468"/>
                </a:cubicBezTo>
                <a:cubicBezTo>
                  <a:pt x="172936" y="38745"/>
                  <a:pt x="134191" y="0"/>
                  <a:pt x="86468" y="0"/>
                </a:cubicBezTo>
                <a:cubicBezTo>
                  <a:pt x="38745" y="0"/>
                  <a:pt x="0" y="38745"/>
                  <a:pt x="0" y="86468"/>
                </a:cubicBezTo>
                <a:cubicBezTo>
                  <a:pt x="0" y="134191"/>
                  <a:pt x="38745" y="172936"/>
                  <a:pt x="86468" y="172936"/>
                </a:cubicBezTo>
                <a:close/>
                <a:moveTo>
                  <a:pt x="114976" y="71843"/>
                </a:moveTo>
                <a:lnTo>
                  <a:pt x="87954" y="115077"/>
                </a:lnTo>
                <a:cubicBezTo>
                  <a:pt x="86536" y="117340"/>
                  <a:pt x="84104" y="118759"/>
                  <a:pt x="81435" y="118894"/>
                </a:cubicBezTo>
                <a:cubicBezTo>
                  <a:pt x="78767" y="119029"/>
                  <a:pt x="76200" y="117813"/>
                  <a:pt x="74612" y="115651"/>
                </a:cubicBezTo>
                <a:lnTo>
                  <a:pt x="58400" y="94034"/>
                </a:lnTo>
                <a:cubicBezTo>
                  <a:pt x="55698" y="90454"/>
                  <a:pt x="56441" y="85387"/>
                  <a:pt x="60021" y="82685"/>
                </a:cubicBezTo>
                <a:cubicBezTo>
                  <a:pt x="63601" y="79983"/>
                  <a:pt x="68668" y="80726"/>
                  <a:pt x="71370" y="84306"/>
                </a:cubicBezTo>
                <a:lnTo>
                  <a:pt x="80490" y="96466"/>
                </a:lnTo>
                <a:lnTo>
                  <a:pt x="101228" y="63264"/>
                </a:lnTo>
                <a:cubicBezTo>
                  <a:pt x="103593" y="59481"/>
                  <a:pt x="108592" y="58298"/>
                  <a:pt x="112409" y="60697"/>
                </a:cubicBezTo>
                <a:cubicBezTo>
                  <a:pt x="116225" y="63095"/>
                  <a:pt x="117374" y="68060"/>
                  <a:pt x="114976" y="71877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3" name="Text 21"/>
          <p:cNvSpPr/>
          <p:nvPr/>
        </p:nvSpPr>
        <p:spPr>
          <a:xfrm>
            <a:off x="838740" y="5607455"/>
            <a:ext cx="1513191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spc="68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JSON import/export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0426" y="5953328"/>
            <a:ext cx="172936" cy="172936"/>
          </a:xfrm>
          <a:custGeom>
            <a:avLst/>
            <a:gdLst/>
            <a:ahLst/>
            <a:cxnLst/>
            <a:rect l="l" t="t" r="r" b="b"/>
            <a:pathLst>
              <a:path w="172936" h="172936">
                <a:moveTo>
                  <a:pt x="86468" y="172936"/>
                </a:moveTo>
                <a:cubicBezTo>
                  <a:pt x="134191" y="172936"/>
                  <a:pt x="172936" y="134191"/>
                  <a:pt x="172936" y="86468"/>
                </a:cubicBezTo>
                <a:cubicBezTo>
                  <a:pt x="172936" y="38745"/>
                  <a:pt x="134191" y="0"/>
                  <a:pt x="86468" y="0"/>
                </a:cubicBezTo>
                <a:cubicBezTo>
                  <a:pt x="38745" y="0"/>
                  <a:pt x="0" y="38745"/>
                  <a:pt x="0" y="86468"/>
                </a:cubicBezTo>
                <a:cubicBezTo>
                  <a:pt x="0" y="134191"/>
                  <a:pt x="38745" y="172936"/>
                  <a:pt x="86468" y="172936"/>
                </a:cubicBezTo>
                <a:close/>
                <a:moveTo>
                  <a:pt x="114976" y="71843"/>
                </a:moveTo>
                <a:lnTo>
                  <a:pt x="87954" y="115077"/>
                </a:lnTo>
                <a:cubicBezTo>
                  <a:pt x="86536" y="117340"/>
                  <a:pt x="84104" y="118759"/>
                  <a:pt x="81435" y="118894"/>
                </a:cubicBezTo>
                <a:cubicBezTo>
                  <a:pt x="78767" y="119029"/>
                  <a:pt x="76200" y="117813"/>
                  <a:pt x="74612" y="115651"/>
                </a:cubicBezTo>
                <a:lnTo>
                  <a:pt x="58400" y="94034"/>
                </a:lnTo>
                <a:cubicBezTo>
                  <a:pt x="55698" y="90454"/>
                  <a:pt x="56441" y="85387"/>
                  <a:pt x="60021" y="82685"/>
                </a:cubicBezTo>
                <a:cubicBezTo>
                  <a:pt x="63601" y="79983"/>
                  <a:pt x="68668" y="80726"/>
                  <a:pt x="71370" y="84306"/>
                </a:cubicBezTo>
                <a:lnTo>
                  <a:pt x="80490" y="96466"/>
                </a:lnTo>
                <a:lnTo>
                  <a:pt x="101228" y="63264"/>
                </a:lnTo>
                <a:cubicBezTo>
                  <a:pt x="103593" y="59481"/>
                  <a:pt x="108592" y="58298"/>
                  <a:pt x="112409" y="60697"/>
                </a:cubicBezTo>
                <a:cubicBezTo>
                  <a:pt x="116225" y="63095"/>
                  <a:pt x="117374" y="68060"/>
                  <a:pt x="114976" y="71877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5" name="Text 23"/>
          <p:cNvSpPr/>
          <p:nvPr/>
        </p:nvSpPr>
        <p:spPr>
          <a:xfrm>
            <a:off x="838740" y="5918740"/>
            <a:ext cx="1409430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spc="68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Responsive design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17716" y="1158672"/>
            <a:ext cx="6805038" cy="5680953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FFCD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07946" y="1348902"/>
            <a:ext cx="6554281" cy="31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43" b="1" spc="102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Dashboard Layout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225239" y="1815830"/>
            <a:ext cx="6389991" cy="3389549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89529" y="1980119"/>
            <a:ext cx="6061413" cy="466928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58703" y="2092528"/>
            <a:ext cx="5923064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62" b="1" spc="68" kern="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NAVIGATION BAR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389529" y="2568102"/>
            <a:ext cx="1426723" cy="674451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25400">
            <a:solidFill>
              <a:srgbClr val="A7F07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72513" y="2680511"/>
            <a:ext cx="259404" cy="207523"/>
          </a:xfrm>
          <a:custGeom>
            <a:avLst/>
            <a:gdLst/>
            <a:ahLst/>
            <a:cxnLst/>
            <a:rect l="l" t="t" r="r" b="b"/>
            <a:pathLst>
              <a:path w="259404" h="207523">
                <a:moveTo>
                  <a:pt x="129702" y="6485"/>
                </a:moveTo>
                <a:cubicBezTo>
                  <a:pt x="152967" y="6485"/>
                  <a:pt x="171855" y="25373"/>
                  <a:pt x="171855" y="48638"/>
                </a:cubicBezTo>
                <a:cubicBezTo>
                  <a:pt x="171855" y="71903"/>
                  <a:pt x="152967" y="90791"/>
                  <a:pt x="129702" y="90791"/>
                </a:cubicBezTo>
                <a:cubicBezTo>
                  <a:pt x="106437" y="90791"/>
                  <a:pt x="87549" y="71903"/>
                  <a:pt x="87549" y="48638"/>
                </a:cubicBezTo>
                <a:cubicBezTo>
                  <a:pt x="87549" y="25373"/>
                  <a:pt x="106437" y="6485"/>
                  <a:pt x="129702" y="6485"/>
                </a:cubicBezTo>
                <a:close/>
                <a:moveTo>
                  <a:pt x="38911" y="35668"/>
                </a:moveTo>
                <a:cubicBezTo>
                  <a:pt x="55017" y="35668"/>
                  <a:pt x="68094" y="48745"/>
                  <a:pt x="68094" y="64851"/>
                </a:cubicBezTo>
                <a:cubicBezTo>
                  <a:pt x="68094" y="80958"/>
                  <a:pt x="55017" y="94034"/>
                  <a:pt x="38911" y="94034"/>
                </a:cubicBezTo>
                <a:cubicBezTo>
                  <a:pt x="22804" y="94034"/>
                  <a:pt x="9728" y="80958"/>
                  <a:pt x="9728" y="64851"/>
                </a:cubicBezTo>
                <a:cubicBezTo>
                  <a:pt x="9728" y="48745"/>
                  <a:pt x="22804" y="35668"/>
                  <a:pt x="38911" y="35668"/>
                </a:cubicBezTo>
                <a:close/>
                <a:moveTo>
                  <a:pt x="0" y="168613"/>
                </a:moveTo>
                <a:cubicBezTo>
                  <a:pt x="0" y="139957"/>
                  <a:pt x="23225" y="116732"/>
                  <a:pt x="51881" y="116732"/>
                </a:cubicBezTo>
                <a:cubicBezTo>
                  <a:pt x="57069" y="116732"/>
                  <a:pt x="62095" y="117502"/>
                  <a:pt x="66837" y="118921"/>
                </a:cubicBezTo>
                <a:cubicBezTo>
                  <a:pt x="53502" y="133836"/>
                  <a:pt x="45396" y="153535"/>
                  <a:pt x="45396" y="175098"/>
                </a:cubicBezTo>
                <a:lnTo>
                  <a:pt x="45396" y="181583"/>
                </a:lnTo>
                <a:cubicBezTo>
                  <a:pt x="45396" y="186204"/>
                  <a:pt x="46369" y="190581"/>
                  <a:pt x="48111" y="194553"/>
                </a:cubicBezTo>
                <a:lnTo>
                  <a:pt x="12970" y="194553"/>
                </a:lnTo>
                <a:cubicBezTo>
                  <a:pt x="5796" y="194553"/>
                  <a:pt x="0" y="188757"/>
                  <a:pt x="0" y="181583"/>
                </a:cubicBezTo>
                <a:lnTo>
                  <a:pt x="0" y="168613"/>
                </a:lnTo>
                <a:close/>
                <a:moveTo>
                  <a:pt x="211293" y="194553"/>
                </a:moveTo>
                <a:cubicBezTo>
                  <a:pt x="213036" y="190581"/>
                  <a:pt x="214009" y="186204"/>
                  <a:pt x="214009" y="181583"/>
                </a:cubicBezTo>
                <a:lnTo>
                  <a:pt x="214009" y="175098"/>
                </a:lnTo>
                <a:cubicBezTo>
                  <a:pt x="214009" y="153535"/>
                  <a:pt x="205902" y="133836"/>
                  <a:pt x="192567" y="118921"/>
                </a:cubicBezTo>
                <a:cubicBezTo>
                  <a:pt x="197309" y="117502"/>
                  <a:pt x="202335" y="116732"/>
                  <a:pt x="207523" y="116732"/>
                </a:cubicBezTo>
                <a:cubicBezTo>
                  <a:pt x="236179" y="116732"/>
                  <a:pt x="259404" y="139957"/>
                  <a:pt x="259404" y="168613"/>
                </a:cubicBezTo>
                <a:lnTo>
                  <a:pt x="259404" y="181583"/>
                </a:lnTo>
                <a:cubicBezTo>
                  <a:pt x="259404" y="188757"/>
                  <a:pt x="253608" y="194553"/>
                  <a:pt x="246434" y="194553"/>
                </a:cubicBezTo>
                <a:lnTo>
                  <a:pt x="211293" y="194553"/>
                </a:lnTo>
                <a:close/>
                <a:moveTo>
                  <a:pt x="191311" y="64851"/>
                </a:moveTo>
                <a:cubicBezTo>
                  <a:pt x="191311" y="48745"/>
                  <a:pt x="204387" y="35668"/>
                  <a:pt x="220494" y="35668"/>
                </a:cubicBezTo>
                <a:cubicBezTo>
                  <a:pt x="236600" y="35668"/>
                  <a:pt x="249677" y="48745"/>
                  <a:pt x="249677" y="64851"/>
                </a:cubicBezTo>
                <a:cubicBezTo>
                  <a:pt x="249677" y="80958"/>
                  <a:pt x="236600" y="94034"/>
                  <a:pt x="220494" y="94034"/>
                </a:cubicBezTo>
                <a:cubicBezTo>
                  <a:pt x="204387" y="94034"/>
                  <a:pt x="191311" y="80958"/>
                  <a:pt x="191311" y="64851"/>
                </a:cubicBezTo>
                <a:close/>
                <a:moveTo>
                  <a:pt x="64851" y="175098"/>
                </a:moveTo>
                <a:cubicBezTo>
                  <a:pt x="64851" y="139268"/>
                  <a:pt x="93872" y="110247"/>
                  <a:pt x="129702" y="110247"/>
                </a:cubicBezTo>
                <a:cubicBezTo>
                  <a:pt x="165532" y="110247"/>
                  <a:pt x="194553" y="139268"/>
                  <a:pt x="194553" y="175098"/>
                </a:cubicBezTo>
                <a:lnTo>
                  <a:pt x="194553" y="181583"/>
                </a:lnTo>
                <a:cubicBezTo>
                  <a:pt x="194553" y="188757"/>
                  <a:pt x="188757" y="194553"/>
                  <a:pt x="181583" y="194553"/>
                </a:cubicBezTo>
                <a:lnTo>
                  <a:pt x="77821" y="194553"/>
                </a:lnTo>
                <a:cubicBezTo>
                  <a:pt x="70647" y="194553"/>
                  <a:pt x="64851" y="188757"/>
                  <a:pt x="64851" y="181583"/>
                </a:cubicBezTo>
                <a:lnTo>
                  <a:pt x="64851" y="175098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33" name="Text 31"/>
          <p:cNvSpPr/>
          <p:nvPr/>
        </p:nvSpPr>
        <p:spPr>
          <a:xfrm>
            <a:off x="5467350" y="2922621"/>
            <a:ext cx="1271081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9" spc="54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Clients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936091" y="2568102"/>
            <a:ext cx="1426723" cy="674451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25400">
            <a:solidFill>
              <a:srgbClr val="A7F07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45151" y="2680511"/>
            <a:ext cx="207523" cy="207523"/>
          </a:xfrm>
          <a:custGeom>
            <a:avLst/>
            <a:gdLst/>
            <a:ahLst/>
            <a:cxnLst/>
            <a:rect l="l" t="t" r="r" b="b"/>
            <a:pathLst>
              <a:path w="207523" h="207523">
                <a:moveTo>
                  <a:pt x="0" y="32426"/>
                </a:moveTo>
                <a:cubicBezTo>
                  <a:pt x="0" y="21685"/>
                  <a:pt x="8714" y="12970"/>
                  <a:pt x="19455" y="12970"/>
                </a:cubicBezTo>
                <a:lnTo>
                  <a:pt x="58366" y="12970"/>
                </a:lnTo>
                <a:cubicBezTo>
                  <a:pt x="69107" y="12970"/>
                  <a:pt x="77821" y="21685"/>
                  <a:pt x="77821" y="32426"/>
                </a:cubicBezTo>
                <a:lnTo>
                  <a:pt x="77821" y="38911"/>
                </a:lnTo>
                <a:lnTo>
                  <a:pt x="129702" y="38911"/>
                </a:lnTo>
                <a:lnTo>
                  <a:pt x="129702" y="32426"/>
                </a:lnTo>
                <a:cubicBezTo>
                  <a:pt x="129702" y="21685"/>
                  <a:pt x="138416" y="12970"/>
                  <a:pt x="149157" y="12970"/>
                </a:cubicBezTo>
                <a:lnTo>
                  <a:pt x="188068" y="12970"/>
                </a:lnTo>
                <a:cubicBezTo>
                  <a:pt x="198809" y="12970"/>
                  <a:pt x="207523" y="21685"/>
                  <a:pt x="207523" y="32426"/>
                </a:cubicBezTo>
                <a:lnTo>
                  <a:pt x="207523" y="71336"/>
                </a:lnTo>
                <a:cubicBezTo>
                  <a:pt x="207523" y="82077"/>
                  <a:pt x="198809" y="90791"/>
                  <a:pt x="188068" y="90791"/>
                </a:cubicBezTo>
                <a:lnTo>
                  <a:pt x="149157" y="90791"/>
                </a:lnTo>
                <a:cubicBezTo>
                  <a:pt x="138416" y="90791"/>
                  <a:pt x="129702" y="82077"/>
                  <a:pt x="129702" y="71336"/>
                </a:cubicBezTo>
                <a:lnTo>
                  <a:pt x="129702" y="64851"/>
                </a:lnTo>
                <a:lnTo>
                  <a:pt x="77821" y="64851"/>
                </a:lnTo>
                <a:lnTo>
                  <a:pt x="77821" y="71336"/>
                </a:lnTo>
                <a:cubicBezTo>
                  <a:pt x="77821" y="74295"/>
                  <a:pt x="77132" y="77132"/>
                  <a:pt x="75957" y="79645"/>
                </a:cubicBezTo>
                <a:lnTo>
                  <a:pt x="103762" y="116732"/>
                </a:lnTo>
                <a:lnTo>
                  <a:pt x="136187" y="116732"/>
                </a:lnTo>
                <a:cubicBezTo>
                  <a:pt x="146928" y="116732"/>
                  <a:pt x="155643" y="125446"/>
                  <a:pt x="155643" y="136187"/>
                </a:cubicBezTo>
                <a:lnTo>
                  <a:pt x="155643" y="175098"/>
                </a:lnTo>
                <a:cubicBezTo>
                  <a:pt x="155643" y="185839"/>
                  <a:pt x="146928" y="194553"/>
                  <a:pt x="136187" y="194553"/>
                </a:cubicBezTo>
                <a:lnTo>
                  <a:pt x="97277" y="194553"/>
                </a:lnTo>
                <a:cubicBezTo>
                  <a:pt x="86536" y="194553"/>
                  <a:pt x="77821" y="185839"/>
                  <a:pt x="77821" y="175098"/>
                </a:cubicBezTo>
                <a:lnTo>
                  <a:pt x="77821" y="136187"/>
                </a:lnTo>
                <a:cubicBezTo>
                  <a:pt x="77821" y="133228"/>
                  <a:pt x="78510" y="130391"/>
                  <a:pt x="79686" y="127878"/>
                </a:cubicBezTo>
                <a:lnTo>
                  <a:pt x="51881" y="90791"/>
                </a:lnTo>
                <a:lnTo>
                  <a:pt x="19455" y="90791"/>
                </a:lnTo>
                <a:cubicBezTo>
                  <a:pt x="8714" y="90791"/>
                  <a:pt x="0" y="82077"/>
                  <a:pt x="0" y="71336"/>
                </a:cubicBezTo>
                <a:lnTo>
                  <a:pt x="0" y="32426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36" name="Text 34"/>
          <p:cNvSpPr/>
          <p:nvPr/>
        </p:nvSpPr>
        <p:spPr>
          <a:xfrm>
            <a:off x="7013913" y="2922621"/>
            <a:ext cx="1271081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9" spc="54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Projects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482789" y="2568102"/>
            <a:ext cx="1426723" cy="674451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25400">
            <a:solidFill>
              <a:srgbClr val="A7F07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17654" y="2680511"/>
            <a:ext cx="155643" cy="207523"/>
          </a:xfrm>
          <a:custGeom>
            <a:avLst/>
            <a:gdLst/>
            <a:ahLst/>
            <a:cxnLst/>
            <a:rect l="l" t="t" r="r" b="b"/>
            <a:pathLst>
              <a:path w="155643" h="207523">
                <a:moveTo>
                  <a:pt x="0" y="25940"/>
                </a:moveTo>
                <a:cubicBezTo>
                  <a:pt x="0" y="11633"/>
                  <a:pt x="11633" y="0"/>
                  <a:pt x="25940" y="0"/>
                </a:cubicBezTo>
                <a:lnTo>
                  <a:pt x="86536" y="0"/>
                </a:lnTo>
                <a:cubicBezTo>
                  <a:pt x="93426" y="0"/>
                  <a:pt x="100033" y="2716"/>
                  <a:pt x="104897" y="7579"/>
                </a:cubicBezTo>
                <a:lnTo>
                  <a:pt x="148063" y="50786"/>
                </a:lnTo>
                <a:cubicBezTo>
                  <a:pt x="152927" y="55650"/>
                  <a:pt x="155643" y="62257"/>
                  <a:pt x="155643" y="69147"/>
                </a:cubicBezTo>
                <a:lnTo>
                  <a:pt x="155643" y="181583"/>
                </a:lnTo>
                <a:cubicBezTo>
                  <a:pt x="155643" y="195891"/>
                  <a:pt x="144010" y="207523"/>
                  <a:pt x="129702" y="207523"/>
                </a:cubicBezTo>
                <a:lnTo>
                  <a:pt x="25940" y="207523"/>
                </a:lnTo>
                <a:cubicBezTo>
                  <a:pt x="11633" y="207523"/>
                  <a:pt x="0" y="195891"/>
                  <a:pt x="0" y="181583"/>
                </a:cubicBezTo>
                <a:lnTo>
                  <a:pt x="0" y="25940"/>
                </a:lnTo>
                <a:close/>
                <a:moveTo>
                  <a:pt x="84306" y="23711"/>
                </a:moveTo>
                <a:lnTo>
                  <a:pt x="84306" y="61609"/>
                </a:lnTo>
                <a:cubicBezTo>
                  <a:pt x="84306" y="66999"/>
                  <a:pt x="88643" y="71336"/>
                  <a:pt x="94034" y="71336"/>
                </a:cubicBezTo>
                <a:lnTo>
                  <a:pt x="131931" y="71336"/>
                </a:lnTo>
                <a:lnTo>
                  <a:pt x="84306" y="23711"/>
                </a:lnTo>
                <a:close/>
                <a:moveTo>
                  <a:pt x="25940" y="35668"/>
                </a:moveTo>
                <a:cubicBezTo>
                  <a:pt x="25940" y="41059"/>
                  <a:pt x="30277" y="45396"/>
                  <a:pt x="35668" y="45396"/>
                </a:cubicBezTo>
                <a:lnTo>
                  <a:pt x="55123" y="45396"/>
                </a:lnTo>
                <a:cubicBezTo>
                  <a:pt x="60514" y="45396"/>
                  <a:pt x="64851" y="41059"/>
                  <a:pt x="64851" y="35668"/>
                </a:cubicBezTo>
                <a:cubicBezTo>
                  <a:pt x="64851" y="30277"/>
                  <a:pt x="60514" y="25940"/>
                  <a:pt x="55123" y="25940"/>
                </a:cubicBezTo>
                <a:lnTo>
                  <a:pt x="35668" y="25940"/>
                </a:lnTo>
                <a:cubicBezTo>
                  <a:pt x="30277" y="25940"/>
                  <a:pt x="25940" y="30277"/>
                  <a:pt x="25940" y="35668"/>
                </a:cubicBezTo>
                <a:close/>
                <a:moveTo>
                  <a:pt x="25940" y="74579"/>
                </a:moveTo>
                <a:cubicBezTo>
                  <a:pt x="25940" y="79969"/>
                  <a:pt x="30277" y="84306"/>
                  <a:pt x="35668" y="84306"/>
                </a:cubicBezTo>
                <a:lnTo>
                  <a:pt x="55123" y="84306"/>
                </a:lnTo>
                <a:cubicBezTo>
                  <a:pt x="60514" y="84306"/>
                  <a:pt x="64851" y="79969"/>
                  <a:pt x="64851" y="74579"/>
                </a:cubicBezTo>
                <a:cubicBezTo>
                  <a:pt x="64851" y="69188"/>
                  <a:pt x="60514" y="64851"/>
                  <a:pt x="55123" y="64851"/>
                </a:cubicBezTo>
                <a:lnTo>
                  <a:pt x="35668" y="64851"/>
                </a:lnTo>
                <a:cubicBezTo>
                  <a:pt x="30277" y="64851"/>
                  <a:pt x="25940" y="69188"/>
                  <a:pt x="25940" y="74579"/>
                </a:cubicBezTo>
                <a:close/>
                <a:moveTo>
                  <a:pt x="71336" y="105383"/>
                </a:moveTo>
                <a:lnTo>
                  <a:pt x="71336" y="107004"/>
                </a:lnTo>
                <a:cubicBezTo>
                  <a:pt x="59663" y="107126"/>
                  <a:pt x="50260" y="116610"/>
                  <a:pt x="50260" y="128284"/>
                </a:cubicBezTo>
                <a:cubicBezTo>
                  <a:pt x="50260" y="138700"/>
                  <a:pt x="57758" y="147577"/>
                  <a:pt x="68053" y="149279"/>
                </a:cubicBezTo>
                <a:lnTo>
                  <a:pt x="84955" y="152116"/>
                </a:lnTo>
                <a:cubicBezTo>
                  <a:pt x="87387" y="152522"/>
                  <a:pt x="89170" y="154629"/>
                  <a:pt x="89170" y="157102"/>
                </a:cubicBezTo>
                <a:cubicBezTo>
                  <a:pt x="89170" y="159898"/>
                  <a:pt x="86900" y="162168"/>
                  <a:pt x="84104" y="162168"/>
                </a:cubicBezTo>
                <a:lnTo>
                  <a:pt x="61609" y="162128"/>
                </a:lnTo>
                <a:cubicBezTo>
                  <a:pt x="57150" y="162128"/>
                  <a:pt x="53502" y="165776"/>
                  <a:pt x="53502" y="170234"/>
                </a:cubicBezTo>
                <a:cubicBezTo>
                  <a:pt x="53502" y="174693"/>
                  <a:pt x="57150" y="178340"/>
                  <a:pt x="61609" y="178340"/>
                </a:cubicBezTo>
                <a:lnTo>
                  <a:pt x="71336" y="178340"/>
                </a:lnTo>
                <a:lnTo>
                  <a:pt x="71336" y="179962"/>
                </a:lnTo>
                <a:cubicBezTo>
                  <a:pt x="71336" y="184420"/>
                  <a:pt x="74984" y="188068"/>
                  <a:pt x="79443" y="188068"/>
                </a:cubicBezTo>
                <a:cubicBezTo>
                  <a:pt x="83901" y="188068"/>
                  <a:pt x="87549" y="184420"/>
                  <a:pt x="87549" y="179962"/>
                </a:cubicBezTo>
                <a:lnTo>
                  <a:pt x="87549" y="178057"/>
                </a:lnTo>
                <a:cubicBezTo>
                  <a:pt x="97682" y="176395"/>
                  <a:pt x="105383" y="167640"/>
                  <a:pt x="105383" y="157061"/>
                </a:cubicBezTo>
                <a:cubicBezTo>
                  <a:pt x="105383" y="146644"/>
                  <a:pt x="97885" y="137768"/>
                  <a:pt x="87589" y="136066"/>
                </a:cubicBezTo>
                <a:lnTo>
                  <a:pt x="70688" y="133228"/>
                </a:lnTo>
                <a:cubicBezTo>
                  <a:pt x="68256" y="132823"/>
                  <a:pt x="66472" y="130715"/>
                  <a:pt x="66472" y="128243"/>
                </a:cubicBezTo>
                <a:cubicBezTo>
                  <a:pt x="66472" y="125446"/>
                  <a:pt x="68742" y="123176"/>
                  <a:pt x="71539" y="123176"/>
                </a:cubicBezTo>
                <a:lnTo>
                  <a:pt x="90791" y="123176"/>
                </a:lnTo>
                <a:cubicBezTo>
                  <a:pt x="95250" y="123176"/>
                  <a:pt x="98898" y="119529"/>
                  <a:pt x="98898" y="115070"/>
                </a:cubicBezTo>
                <a:cubicBezTo>
                  <a:pt x="98898" y="110612"/>
                  <a:pt x="95250" y="106964"/>
                  <a:pt x="90791" y="106964"/>
                </a:cubicBezTo>
                <a:lnTo>
                  <a:pt x="87549" y="106964"/>
                </a:lnTo>
                <a:lnTo>
                  <a:pt x="87549" y="105342"/>
                </a:lnTo>
                <a:cubicBezTo>
                  <a:pt x="87549" y="100884"/>
                  <a:pt x="83901" y="97236"/>
                  <a:pt x="79443" y="97236"/>
                </a:cubicBezTo>
                <a:cubicBezTo>
                  <a:pt x="74984" y="97236"/>
                  <a:pt x="71336" y="100884"/>
                  <a:pt x="71336" y="105342"/>
                </a:cubicBez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39" name="Text 37"/>
          <p:cNvSpPr/>
          <p:nvPr/>
        </p:nvSpPr>
        <p:spPr>
          <a:xfrm>
            <a:off x="8560611" y="2922621"/>
            <a:ext cx="1271081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9" spc="54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Invoices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029352" y="2568102"/>
            <a:ext cx="1426723" cy="674451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25400">
            <a:solidFill>
              <a:srgbClr val="A7F07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625441" y="2680511"/>
            <a:ext cx="233464" cy="207523"/>
          </a:xfrm>
          <a:custGeom>
            <a:avLst/>
            <a:gdLst/>
            <a:ahLst/>
            <a:cxnLst/>
            <a:rect l="l" t="t" r="r" b="b"/>
            <a:pathLst>
              <a:path w="233464" h="207523">
                <a:moveTo>
                  <a:pt x="38911" y="38911"/>
                </a:moveTo>
                <a:cubicBezTo>
                  <a:pt x="38911" y="24603"/>
                  <a:pt x="50543" y="12970"/>
                  <a:pt x="64851" y="12970"/>
                </a:cubicBezTo>
                <a:lnTo>
                  <a:pt x="194553" y="12970"/>
                </a:lnTo>
                <a:cubicBezTo>
                  <a:pt x="208861" y="12970"/>
                  <a:pt x="220494" y="24603"/>
                  <a:pt x="220494" y="38911"/>
                </a:cubicBezTo>
                <a:lnTo>
                  <a:pt x="220494" y="142672"/>
                </a:lnTo>
                <a:cubicBezTo>
                  <a:pt x="220494" y="156980"/>
                  <a:pt x="208861" y="168613"/>
                  <a:pt x="194553" y="168613"/>
                </a:cubicBezTo>
                <a:lnTo>
                  <a:pt x="64851" y="168613"/>
                </a:lnTo>
                <a:cubicBezTo>
                  <a:pt x="50543" y="168613"/>
                  <a:pt x="38911" y="156980"/>
                  <a:pt x="38911" y="142672"/>
                </a:cubicBezTo>
                <a:lnTo>
                  <a:pt x="38911" y="38911"/>
                </a:lnTo>
                <a:close/>
                <a:moveTo>
                  <a:pt x="9728" y="51881"/>
                </a:moveTo>
                <a:cubicBezTo>
                  <a:pt x="15118" y="51881"/>
                  <a:pt x="19455" y="56218"/>
                  <a:pt x="19455" y="61609"/>
                </a:cubicBezTo>
                <a:lnTo>
                  <a:pt x="19455" y="181583"/>
                </a:lnTo>
                <a:cubicBezTo>
                  <a:pt x="19455" y="185150"/>
                  <a:pt x="22374" y="188068"/>
                  <a:pt x="25940" y="188068"/>
                </a:cubicBezTo>
                <a:lnTo>
                  <a:pt x="171855" y="188068"/>
                </a:lnTo>
                <a:cubicBezTo>
                  <a:pt x="177246" y="188068"/>
                  <a:pt x="181583" y="192405"/>
                  <a:pt x="181583" y="197796"/>
                </a:cubicBezTo>
                <a:cubicBezTo>
                  <a:pt x="181583" y="203186"/>
                  <a:pt x="177246" y="207523"/>
                  <a:pt x="171855" y="207523"/>
                </a:cubicBezTo>
                <a:lnTo>
                  <a:pt x="25940" y="207523"/>
                </a:lnTo>
                <a:cubicBezTo>
                  <a:pt x="11633" y="207523"/>
                  <a:pt x="0" y="195891"/>
                  <a:pt x="0" y="181583"/>
                </a:cubicBezTo>
                <a:lnTo>
                  <a:pt x="0" y="61609"/>
                </a:lnTo>
                <a:cubicBezTo>
                  <a:pt x="0" y="56218"/>
                  <a:pt x="4337" y="51881"/>
                  <a:pt x="9728" y="51881"/>
                </a:cubicBezTo>
                <a:close/>
                <a:moveTo>
                  <a:pt x="77821" y="64851"/>
                </a:moveTo>
                <a:cubicBezTo>
                  <a:pt x="84980" y="64851"/>
                  <a:pt x="90791" y="59039"/>
                  <a:pt x="90791" y="51881"/>
                </a:cubicBezTo>
                <a:cubicBezTo>
                  <a:pt x="90791" y="44722"/>
                  <a:pt x="84980" y="38911"/>
                  <a:pt x="77821" y="38911"/>
                </a:cubicBezTo>
                <a:cubicBezTo>
                  <a:pt x="70663" y="38911"/>
                  <a:pt x="64851" y="44722"/>
                  <a:pt x="64851" y="51881"/>
                </a:cubicBezTo>
                <a:cubicBezTo>
                  <a:pt x="64851" y="59039"/>
                  <a:pt x="70663" y="64851"/>
                  <a:pt x="77821" y="64851"/>
                </a:cubicBezTo>
                <a:close/>
                <a:moveTo>
                  <a:pt x="157466" y="69512"/>
                </a:moveTo>
                <a:cubicBezTo>
                  <a:pt x="155683" y="66634"/>
                  <a:pt x="152562" y="64851"/>
                  <a:pt x="149157" y="64851"/>
                </a:cubicBezTo>
                <a:cubicBezTo>
                  <a:pt x="145753" y="64851"/>
                  <a:pt x="142632" y="66634"/>
                  <a:pt x="140848" y="69512"/>
                </a:cubicBezTo>
                <a:lnTo>
                  <a:pt x="118029" y="106842"/>
                </a:lnTo>
                <a:lnTo>
                  <a:pt x="108099" y="94439"/>
                </a:lnTo>
                <a:cubicBezTo>
                  <a:pt x="106234" y="92129"/>
                  <a:pt x="103478" y="90791"/>
                  <a:pt x="100519" y="90791"/>
                </a:cubicBezTo>
                <a:cubicBezTo>
                  <a:pt x="97560" y="90791"/>
                  <a:pt x="94764" y="92129"/>
                  <a:pt x="92940" y="94439"/>
                </a:cubicBezTo>
                <a:lnTo>
                  <a:pt x="66999" y="126865"/>
                </a:lnTo>
                <a:cubicBezTo>
                  <a:pt x="64648" y="129783"/>
                  <a:pt x="64203" y="133796"/>
                  <a:pt x="65824" y="137160"/>
                </a:cubicBezTo>
                <a:cubicBezTo>
                  <a:pt x="67445" y="140524"/>
                  <a:pt x="70850" y="142672"/>
                  <a:pt x="74579" y="142672"/>
                </a:cubicBezTo>
                <a:lnTo>
                  <a:pt x="184826" y="142672"/>
                </a:lnTo>
                <a:cubicBezTo>
                  <a:pt x="188352" y="142672"/>
                  <a:pt x="191594" y="140767"/>
                  <a:pt x="193297" y="137687"/>
                </a:cubicBezTo>
                <a:cubicBezTo>
                  <a:pt x="194999" y="134606"/>
                  <a:pt x="194959" y="130878"/>
                  <a:pt x="193094" y="127838"/>
                </a:cubicBezTo>
                <a:lnTo>
                  <a:pt x="157426" y="69472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42" name="Text 40"/>
          <p:cNvSpPr/>
          <p:nvPr/>
        </p:nvSpPr>
        <p:spPr>
          <a:xfrm>
            <a:off x="10107173" y="2922621"/>
            <a:ext cx="1271081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9" spc="54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Assets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389529" y="3363609"/>
            <a:ext cx="6061413" cy="466928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25400">
            <a:solidFill>
              <a:srgbClr val="FFCD7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63027" y="3476017"/>
            <a:ext cx="5914417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26" b="1" spc="61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SEARCH &amp; FILTER BAR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389529" y="3951591"/>
            <a:ext cx="6061413" cy="1089498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97614" y="4098587"/>
            <a:ext cx="5845243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26" b="1" spc="61" kern="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CONTENT AREA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545171" y="4453106"/>
            <a:ext cx="1833123" cy="43234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25400">
            <a:solidFill>
              <a:srgbClr val="A7F07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22993" y="4565515"/>
            <a:ext cx="1677481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9" spc="54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Data Table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503538" y="4453106"/>
            <a:ext cx="1833123" cy="43234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25400">
            <a:solidFill>
              <a:srgbClr val="A7F07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81360" y="4565515"/>
            <a:ext cx="1677481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9" spc="54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Data Table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461905" y="4453106"/>
            <a:ext cx="1833123" cy="43234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25400">
            <a:solidFill>
              <a:srgbClr val="A7F07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539727" y="4565515"/>
            <a:ext cx="1677481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9" spc="54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Data Table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225239" y="5378315"/>
            <a:ext cx="6389991" cy="1253787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80882" y="5533957"/>
            <a:ext cx="6182468" cy="276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4" b="1" spc="82" kern="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User Experience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380882" y="5914417"/>
            <a:ext cx="6165174" cy="562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62" spc="68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Intuitive interface with </a:t>
            </a:r>
            <a:pPr>
              <a:lnSpc>
                <a:spcPct val="140000"/>
              </a:lnSpc>
            </a:pPr>
            <a:r>
              <a:rPr lang="en-US" sz="1362" b="1" spc="68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minimal learning curve</a:t>
            </a:r>
            <a:pPr>
              <a:lnSpc>
                <a:spcPct val="140000"/>
              </a:lnSpc>
            </a:pPr>
            <a:r>
              <a:rPr lang="en-US" sz="1362" spc="68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. Contextual actions and clear visual feedback ensure efficient workflow management.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8617" y="368617"/>
            <a:ext cx="110585" cy="589787"/>
          </a:xfrm>
          <a:prstGeom prst="roundRect">
            <a:avLst>
              <a:gd name="adj" fmla="val 0"/>
            </a:avLst>
          </a:prstGeom>
          <a:solidFill>
            <a:srgbClr val="FFCD75"/>
          </a:solidFill>
          <a:ln/>
        </p:spPr>
      </p:sp>
      <p:sp>
        <p:nvSpPr>
          <p:cNvPr id="3" name="Text 1"/>
          <p:cNvSpPr/>
          <p:nvPr/>
        </p:nvSpPr>
        <p:spPr>
          <a:xfrm>
            <a:off x="626649" y="387048"/>
            <a:ext cx="5547683" cy="55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354" b="1" spc="218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INNOVATION &amp; FEATURES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8617" y="1032127"/>
            <a:ext cx="11454766" cy="36862"/>
          </a:xfrm>
          <a:prstGeom prst="roundRect">
            <a:avLst>
              <a:gd name="adj" fmla="val 0"/>
            </a:avLst>
          </a:prstGeom>
          <a:solidFill>
            <a:srgbClr val="29ADFF"/>
          </a:solidFill>
          <a:ln/>
        </p:spPr>
      </p:sp>
      <p:sp>
        <p:nvSpPr>
          <p:cNvPr id="5" name="Shape 3"/>
          <p:cNvSpPr/>
          <p:nvPr/>
        </p:nvSpPr>
        <p:spPr>
          <a:xfrm>
            <a:off x="387048" y="1640345"/>
            <a:ext cx="5612190" cy="4792018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864" y="1806222"/>
            <a:ext cx="248816" cy="331755"/>
          </a:xfrm>
          <a:custGeom>
            <a:avLst/>
            <a:gdLst/>
            <a:ahLst/>
            <a:cxnLst/>
            <a:rect l="l" t="t" r="r" b="b"/>
            <a:pathLst>
              <a:path w="248816" h="331755">
                <a:moveTo>
                  <a:pt x="189787" y="248816"/>
                </a:moveTo>
                <a:cubicBezTo>
                  <a:pt x="194517" y="234367"/>
                  <a:pt x="203978" y="221278"/>
                  <a:pt x="214669" y="210004"/>
                </a:cubicBezTo>
                <a:cubicBezTo>
                  <a:pt x="235857" y="187714"/>
                  <a:pt x="248816" y="157584"/>
                  <a:pt x="248816" y="124408"/>
                </a:cubicBezTo>
                <a:cubicBezTo>
                  <a:pt x="248816" y="55724"/>
                  <a:pt x="193092" y="0"/>
                  <a:pt x="124408" y="0"/>
                </a:cubicBezTo>
                <a:cubicBezTo>
                  <a:pt x="55724" y="0"/>
                  <a:pt x="0" y="55724"/>
                  <a:pt x="0" y="124408"/>
                </a:cubicBezTo>
                <a:cubicBezTo>
                  <a:pt x="0" y="157584"/>
                  <a:pt x="12959" y="187714"/>
                  <a:pt x="34147" y="210004"/>
                </a:cubicBezTo>
                <a:cubicBezTo>
                  <a:pt x="44839" y="221278"/>
                  <a:pt x="54364" y="234367"/>
                  <a:pt x="59029" y="248816"/>
                </a:cubicBezTo>
                <a:lnTo>
                  <a:pt x="189722" y="248816"/>
                </a:lnTo>
                <a:close/>
                <a:moveTo>
                  <a:pt x="186612" y="279918"/>
                </a:moveTo>
                <a:lnTo>
                  <a:pt x="62204" y="279918"/>
                </a:lnTo>
                <a:lnTo>
                  <a:pt x="62204" y="290286"/>
                </a:lnTo>
                <a:cubicBezTo>
                  <a:pt x="62204" y="318926"/>
                  <a:pt x="85401" y="342122"/>
                  <a:pt x="114041" y="342122"/>
                </a:cubicBezTo>
                <a:lnTo>
                  <a:pt x="134776" y="342122"/>
                </a:lnTo>
                <a:cubicBezTo>
                  <a:pt x="163415" y="342122"/>
                  <a:pt x="186612" y="318926"/>
                  <a:pt x="186612" y="290286"/>
                </a:cubicBezTo>
                <a:lnTo>
                  <a:pt x="186612" y="279918"/>
                </a:lnTo>
                <a:close/>
                <a:moveTo>
                  <a:pt x="119224" y="72571"/>
                </a:moveTo>
                <a:cubicBezTo>
                  <a:pt x="93436" y="72571"/>
                  <a:pt x="72571" y="93436"/>
                  <a:pt x="72571" y="119224"/>
                </a:cubicBezTo>
                <a:cubicBezTo>
                  <a:pt x="72571" y="127842"/>
                  <a:pt x="65638" y="134776"/>
                  <a:pt x="57020" y="134776"/>
                </a:cubicBezTo>
                <a:cubicBezTo>
                  <a:pt x="48403" y="134776"/>
                  <a:pt x="41469" y="127842"/>
                  <a:pt x="41469" y="119224"/>
                </a:cubicBezTo>
                <a:cubicBezTo>
                  <a:pt x="41469" y="76265"/>
                  <a:pt x="76265" y="41469"/>
                  <a:pt x="119224" y="41469"/>
                </a:cubicBezTo>
                <a:cubicBezTo>
                  <a:pt x="127842" y="41469"/>
                  <a:pt x="134776" y="48403"/>
                  <a:pt x="134776" y="57020"/>
                </a:cubicBezTo>
                <a:cubicBezTo>
                  <a:pt x="134776" y="65638"/>
                  <a:pt x="127842" y="72571"/>
                  <a:pt x="119224" y="72571"/>
                </a:cubicBez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7" name="Text 5"/>
          <p:cNvSpPr/>
          <p:nvPr/>
        </p:nvSpPr>
        <p:spPr>
          <a:xfrm>
            <a:off x="1115066" y="1806222"/>
            <a:ext cx="2552671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77" b="1" spc="109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Innovation Highlights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1356" y="2266993"/>
            <a:ext cx="5243574" cy="88468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1841" y="2432871"/>
            <a:ext cx="193524" cy="221170"/>
          </a:xfrm>
          <a:custGeom>
            <a:avLst/>
            <a:gdLst/>
            <a:ahLst/>
            <a:cxnLst/>
            <a:rect l="l" t="t" r="r" b="b"/>
            <a:pathLst>
              <a:path w="193524" h="221170">
                <a:moveTo>
                  <a:pt x="193524" y="88900"/>
                </a:moveTo>
                <a:cubicBezTo>
                  <a:pt x="187131" y="93133"/>
                  <a:pt x="179787" y="96546"/>
                  <a:pt x="172141" y="99267"/>
                </a:cubicBezTo>
                <a:cubicBezTo>
                  <a:pt x="151838" y="106524"/>
                  <a:pt x="125186" y="110585"/>
                  <a:pt x="96762" y="110585"/>
                </a:cubicBezTo>
                <a:cubicBezTo>
                  <a:pt x="68338" y="110585"/>
                  <a:pt x="41642" y="106481"/>
                  <a:pt x="21383" y="99267"/>
                </a:cubicBezTo>
                <a:cubicBezTo>
                  <a:pt x="13780" y="96546"/>
                  <a:pt x="6393" y="93133"/>
                  <a:pt x="0" y="88900"/>
                </a:cubicBezTo>
                <a:lnTo>
                  <a:pt x="0" y="124408"/>
                </a:lnTo>
                <a:cubicBezTo>
                  <a:pt x="0" y="143501"/>
                  <a:pt x="43327" y="158966"/>
                  <a:pt x="96762" y="158966"/>
                </a:cubicBezTo>
                <a:cubicBezTo>
                  <a:pt x="150197" y="158966"/>
                  <a:pt x="193524" y="143501"/>
                  <a:pt x="193524" y="124408"/>
                </a:cubicBezTo>
                <a:lnTo>
                  <a:pt x="193524" y="88900"/>
                </a:lnTo>
                <a:close/>
                <a:moveTo>
                  <a:pt x="193524" y="55293"/>
                </a:moveTo>
                <a:lnTo>
                  <a:pt x="193524" y="34558"/>
                </a:lnTo>
                <a:cubicBezTo>
                  <a:pt x="193524" y="15465"/>
                  <a:pt x="150197" y="0"/>
                  <a:pt x="96762" y="0"/>
                </a:cubicBezTo>
                <a:cubicBezTo>
                  <a:pt x="43327" y="0"/>
                  <a:pt x="0" y="15465"/>
                  <a:pt x="0" y="34558"/>
                </a:cubicBezTo>
                <a:lnTo>
                  <a:pt x="0" y="55293"/>
                </a:lnTo>
                <a:cubicBezTo>
                  <a:pt x="0" y="74386"/>
                  <a:pt x="43327" y="89850"/>
                  <a:pt x="96762" y="89850"/>
                </a:cubicBezTo>
                <a:cubicBezTo>
                  <a:pt x="150197" y="89850"/>
                  <a:pt x="193524" y="74386"/>
                  <a:pt x="193524" y="55293"/>
                </a:cubicBezTo>
                <a:close/>
                <a:moveTo>
                  <a:pt x="172141" y="168383"/>
                </a:moveTo>
                <a:cubicBezTo>
                  <a:pt x="151882" y="175597"/>
                  <a:pt x="125229" y="179701"/>
                  <a:pt x="96762" y="179701"/>
                </a:cubicBezTo>
                <a:cubicBezTo>
                  <a:pt x="68295" y="179701"/>
                  <a:pt x="41642" y="175597"/>
                  <a:pt x="21383" y="168383"/>
                </a:cubicBezTo>
                <a:cubicBezTo>
                  <a:pt x="13780" y="165662"/>
                  <a:pt x="6393" y="162249"/>
                  <a:pt x="0" y="158016"/>
                </a:cubicBezTo>
                <a:lnTo>
                  <a:pt x="0" y="186612"/>
                </a:lnTo>
                <a:cubicBezTo>
                  <a:pt x="0" y="205705"/>
                  <a:pt x="43327" y="221170"/>
                  <a:pt x="96762" y="221170"/>
                </a:cubicBezTo>
                <a:cubicBezTo>
                  <a:pt x="150197" y="221170"/>
                  <a:pt x="193524" y="205705"/>
                  <a:pt x="193524" y="186612"/>
                </a:cubicBezTo>
                <a:lnTo>
                  <a:pt x="193524" y="158016"/>
                </a:lnTo>
                <a:cubicBezTo>
                  <a:pt x="187131" y="162249"/>
                  <a:pt x="179787" y="165662"/>
                  <a:pt x="172141" y="168383"/>
                </a:cubicBez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10" name="Text 8"/>
          <p:cNvSpPr/>
          <p:nvPr/>
        </p:nvSpPr>
        <p:spPr>
          <a:xfrm>
            <a:off x="1087420" y="2396009"/>
            <a:ext cx="1612698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2" b="1" spc="87" kern="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Hybrid Database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0372" y="2764626"/>
            <a:ext cx="5068481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spc="6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SQLite + MongoDB for optimal performance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1356" y="3299120"/>
            <a:ext cx="5243574" cy="88468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A7F0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1841" y="3464998"/>
            <a:ext cx="193524" cy="221170"/>
          </a:xfrm>
          <a:custGeom>
            <a:avLst/>
            <a:gdLst/>
            <a:ahLst/>
            <a:cxnLst/>
            <a:rect l="l" t="t" r="r" b="b"/>
            <a:pathLst>
              <a:path w="193524" h="221170">
                <a:moveTo>
                  <a:pt x="27646" y="13823"/>
                </a:moveTo>
                <a:cubicBezTo>
                  <a:pt x="12398" y="13823"/>
                  <a:pt x="0" y="26221"/>
                  <a:pt x="0" y="41469"/>
                </a:cubicBezTo>
                <a:lnTo>
                  <a:pt x="0" y="112356"/>
                </a:lnTo>
                <a:cubicBezTo>
                  <a:pt x="7819" y="106870"/>
                  <a:pt x="17365" y="103673"/>
                  <a:pt x="27646" y="103673"/>
                </a:cubicBezTo>
                <a:lnTo>
                  <a:pt x="165878" y="103673"/>
                </a:lnTo>
                <a:cubicBezTo>
                  <a:pt x="176159" y="103673"/>
                  <a:pt x="185705" y="106870"/>
                  <a:pt x="193524" y="112356"/>
                </a:cubicBezTo>
                <a:lnTo>
                  <a:pt x="193524" y="41469"/>
                </a:lnTo>
                <a:cubicBezTo>
                  <a:pt x="193524" y="26221"/>
                  <a:pt x="181126" y="13823"/>
                  <a:pt x="165878" y="13823"/>
                </a:cubicBezTo>
                <a:lnTo>
                  <a:pt x="27646" y="13823"/>
                </a:lnTo>
                <a:close/>
                <a:moveTo>
                  <a:pt x="193524" y="152054"/>
                </a:moveTo>
                <a:cubicBezTo>
                  <a:pt x="193524" y="136806"/>
                  <a:pt x="181126" y="124408"/>
                  <a:pt x="165878" y="124408"/>
                </a:cubicBezTo>
                <a:lnTo>
                  <a:pt x="27646" y="124408"/>
                </a:lnTo>
                <a:cubicBezTo>
                  <a:pt x="12398" y="124408"/>
                  <a:pt x="0" y="136806"/>
                  <a:pt x="0" y="152054"/>
                </a:cubicBezTo>
                <a:lnTo>
                  <a:pt x="0" y="179701"/>
                </a:lnTo>
                <a:cubicBezTo>
                  <a:pt x="0" y="194949"/>
                  <a:pt x="12398" y="207347"/>
                  <a:pt x="27646" y="207347"/>
                </a:cubicBezTo>
                <a:lnTo>
                  <a:pt x="165878" y="207347"/>
                </a:lnTo>
                <a:cubicBezTo>
                  <a:pt x="181126" y="207347"/>
                  <a:pt x="193524" y="194949"/>
                  <a:pt x="193524" y="179701"/>
                </a:cubicBezTo>
                <a:lnTo>
                  <a:pt x="193524" y="152054"/>
                </a:lnTo>
                <a:close/>
                <a:moveTo>
                  <a:pt x="96762" y="165878"/>
                </a:moveTo>
                <a:cubicBezTo>
                  <a:pt x="96762" y="158248"/>
                  <a:pt x="102956" y="152054"/>
                  <a:pt x="110585" y="152054"/>
                </a:cubicBezTo>
                <a:cubicBezTo>
                  <a:pt x="118214" y="152054"/>
                  <a:pt x="124408" y="158248"/>
                  <a:pt x="124408" y="165878"/>
                </a:cubicBezTo>
                <a:cubicBezTo>
                  <a:pt x="124408" y="173507"/>
                  <a:pt x="118214" y="179701"/>
                  <a:pt x="110585" y="179701"/>
                </a:cubicBezTo>
                <a:cubicBezTo>
                  <a:pt x="102956" y="179701"/>
                  <a:pt x="96762" y="173507"/>
                  <a:pt x="96762" y="165878"/>
                </a:cubicBezTo>
                <a:close/>
                <a:moveTo>
                  <a:pt x="152054" y="152054"/>
                </a:moveTo>
                <a:cubicBezTo>
                  <a:pt x="159684" y="152054"/>
                  <a:pt x="165878" y="158248"/>
                  <a:pt x="165878" y="165878"/>
                </a:cubicBezTo>
                <a:cubicBezTo>
                  <a:pt x="165878" y="173507"/>
                  <a:pt x="159684" y="179701"/>
                  <a:pt x="152054" y="179701"/>
                </a:cubicBezTo>
                <a:cubicBezTo>
                  <a:pt x="144425" y="179701"/>
                  <a:pt x="138231" y="173507"/>
                  <a:pt x="138231" y="165878"/>
                </a:cubicBezTo>
                <a:cubicBezTo>
                  <a:pt x="138231" y="158248"/>
                  <a:pt x="144425" y="152054"/>
                  <a:pt x="152054" y="152054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4" name="Text 12"/>
          <p:cNvSpPr/>
          <p:nvPr/>
        </p:nvSpPr>
        <p:spPr>
          <a:xfrm>
            <a:off x="1087420" y="3428136"/>
            <a:ext cx="1327020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2" b="1" spc="87" kern="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LocalStorage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0372" y="3796753"/>
            <a:ext cx="5068481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spc="6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Offline data persistence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1356" y="4331247"/>
            <a:ext cx="5243574" cy="88468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FFCD7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4195" y="4497125"/>
            <a:ext cx="248816" cy="221170"/>
          </a:xfrm>
          <a:custGeom>
            <a:avLst/>
            <a:gdLst/>
            <a:ahLst/>
            <a:cxnLst/>
            <a:rect l="l" t="t" r="r" b="b"/>
            <a:pathLst>
              <a:path w="248816" h="221170">
                <a:moveTo>
                  <a:pt x="124408" y="13823"/>
                </a:moveTo>
                <a:cubicBezTo>
                  <a:pt x="89505" y="13823"/>
                  <a:pt x="61556" y="29720"/>
                  <a:pt x="41210" y="48640"/>
                </a:cubicBezTo>
                <a:cubicBezTo>
                  <a:pt x="20994" y="67431"/>
                  <a:pt x="7473" y="89850"/>
                  <a:pt x="1037" y="105272"/>
                </a:cubicBezTo>
                <a:cubicBezTo>
                  <a:pt x="-389" y="108684"/>
                  <a:pt x="-389" y="112486"/>
                  <a:pt x="1037" y="115898"/>
                </a:cubicBezTo>
                <a:cubicBezTo>
                  <a:pt x="7473" y="131320"/>
                  <a:pt x="20994" y="153782"/>
                  <a:pt x="41210" y="172530"/>
                </a:cubicBezTo>
                <a:cubicBezTo>
                  <a:pt x="61556" y="191407"/>
                  <a:pt x="89505" y="207347"/>
                  <a:pt x="124408" y="207347"/>
                </a:cubicBezTo>
                <a:cubicBezTo>
                  <a:pt x="159312" y="207347"/>
                  <a:pt x="187260" y="191450"/>
                  <a:pt x="207606" y="172530"/>
                </a:cubicBezTo>
                <a:cubicBezTo>
                  <a:pt x="227822" y="153739"/>
                  <a:pt x="241343" y="131320"/>
                  <a:pt x="247780" y="115898"/>
                </a:cubicBezTo>
                <a:cubicBezTo>
                  <a:pt x="249205" y="112486"/>
                  <a:pt x="249205" y="108684"/>
                  <a:pt x="247780" y="105272"/>
                </a:cubicBezTo>
                <a:cubicBezTo>
                  <a:pt x="241343" y="89850"/>
                  <a:pt x="227822" y="67388"/>
                  <a:pt x="207606" y="48640"/>
                </a:cubicBezTo>
                <a:cubicBezTo>
                  <a:pt x="187260" y="29763"/>
                  <a:pt x="159312" y="13823"/>
                  <a:pt x="124408" y="13823"/>
                </a:cubicBezTo>
                <a:close/>
                <a:moveTo>
                  <a:pt x="62204" y="110585"/>
                </a:moveTo>
                <a:cubicBezTo>
                  <a:pt x="62204" y="76254"/>
                  <a:pt x="90077" y="48381"/>
                  <a:pt x="124408" y="48381"/>
                </a:cubicBezTo>
                <a:cubicBezTo>
                  <a:pt x="158740" y="48381"/>
                  <a:pt x="186612" y="76254"/>
                  <a:pt x="186612" y="110585"/>
                </a:cubicBezTo>
                <a:cubicBezTo>
                  <a:pt x="186612" y="144916"/>
                  <a:pt x="158740" y="172789"/>
                  <a:pt x="124408" y="172789"/>
                </a:cubicBezTo>
                <a:cubicBezTo>
                  <a:pt x="90077" y="172789"/>
                  <a:pt x="62204" y="144916"/>
                  <a:pt x="62204" y="110585"/>
                </a:cubicBezTo>
                <a:close/>
                <a:moveTo>
                  <a:pt x="124408" y="82939"/>
                </a:moveTo>
                <a:cubicBezTo>
                  <a:pt x="124408" y="98187"/>
                  <a:pt x="112011" y="110585"/>
                  <a:pt x="96762" y="110585"/>
                </a:cubicBezTo>
                <a:cubicBezTo>
                  <a:pt x="91794" y="110585"/>
                  <a:pt x="87129" y="109289"/>
                  <a:pt x="83068" y="106956"/>
                </a:cubicBezTo>
                <a:cubicBezTo>
                  <a:pt x="82636" y="111665"/>
                  <a:pt x="83025" y="116503"/>
                  <a:pt x="84321" y="121298"/>
                </a:cubicBezTo>
                <a:cubicBezTo>
                  <a:pt x="90239" y="143415"/>
                  <a:pt x="113004" y="156547"/>
                  <a:pt x="135121" y="150629"/>
                </a:cubicBezTo>
                <a:cubicBezTo>
                  <a:pt x="157238" y="144711"/>
                  <a:pt x="170370" y="121946"/>
                  <a:pt x="164452" y="99829"/>
                </a:cubicBezTo>
                <a:cubicBezTo>
                  <a:pt x="159182" y="80088"/>
                  <a:pt x="140478" y="67517"/>
                  <a:pt x="120780" y="69245"/>
                </a:cubicBezTo>
                <a:cubicBezTo>
                  <a:pt x="123069" y="73263"/>
                  <a:pt x="124408" y="77928"/>
                  <a:pt x="124408" y="82939"/>
                </a:cubicBez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18" name="Text 16"/>
          <p:cNvSpPr/>
          <p:nvPr/>
        </p:nvSpPr>
        <p:spPr>
          <a:xfrm>
            <a:off x="1087420" y="4460263"/>
            <a:ext cx="1437605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2" b="1" spc="87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Asset Preview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0372" y="4828880"/>
            <a:ext cx="5068481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spc="6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Visual file preview support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1356" y="5363374"/>
            <a:ext cx="5243574" cy="88468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5664" y="5529252"/>
            <a:ext cx="165878" cy="221170"/>
          </a:xfrm>
          <a:custGeom>
            <a:avLst/>
            <a:gdLst/>
            <a:ahLst/>
            <a:cxnLst/>
            <a:rect l="l" t="t" r="r" b="b"/>
            <a:pathLst>
              <a:path w="165878" h="221170">
                <a:moveTo>
                  <a:pt x="0" y="27646"/>
                </a:moveTo>
                <a:cubicBezTo>
                  <a:pt x="0" y="12398"/>
                  <a:pt x="12398" y="0"/>
                  <a:pt x="27646" y="0"/>
                </a:cubicBezTo>
                <a:lnTo>
                  <a:pt x="92226" y="0"/>
                </a:lnTo>
                <a:cubicBezTo>
                  <a:pt x="99570" y="0"/>
                  <a:pt x="106611" y="2894"/>
                  <a:pt x="111795" y="8078"/>
                </a:cubicBezTo>
                <a:lnTo>
                  <a:pt x="157800" y="54126"/>
                </a:lnTo>
                <a:cubicBezTo>
                  <a:pt x="162983" y="59310"/>
                  <a:pt x="165878" y="66351"/>
                  <a:pt x="165878" y="73695"/>
                </a:cubicBezTo>
                <a:lnTo>
                  <a:pt x="165878" y="193524"/>
                </a:lnTo>
                <a:cubicBezTo>
                  <a:pt x="165878" y="208772"/>
                  <a:pt x="153480" y="221170"/>
                  <a:pt x="138231" y="221170"/>
                </a:cubicBezTo>
                <a:lnTo>
                  <a:pt x="27646" y="221170"/>
                </a:lnTo>
                <a:cubicBezTo>
                  <a:pt x="12398" y="221170"/>
                  <a:pt x="0" y="208772"/>
                  <a:pt x="0" y="193524"/>
                </a:cubicBezTo>
                <a:lnTo>
                  <a:pt x="0" y="27646"/>
                </a:lnTo>
                <a:close/>
                <a:moveTo>
                  <a:pt x="89850" y="25270"/>
                </a:moveTo>
                <a:lnTo>
                  <a:pt x="89850" y="65660"/>
                </a:lnTo>
                <a:cubicBezTo>
                  <a:pt x="89850" y="71405"/>
                  <a:pt x="94472" y="76027"/>
                  <a:pt x="100218" y="76027"/>
                </a:cubicBezTo>
                <a:lnTo>
                  <a:pt x="140607" y="76027"/>
                </a:lnTo>
                <a:lnTo>
                  <a:pt x="89850" y="25270"/>
                </a:lnTo>
                <a:close/>
                <a:moveTo>
                  <a:pt x="66610" y="127691"/>
                </a:moveTo>
                <a:cubicBezTo>
                  <a:pt x="70325" y="123328"/>
                  <a:pt x="69850" y="116805"/>
                  <a:pt x="65487" y="113090"/>
                </a:cubicBezTo>
                <a:cubicBezTo>
                  <a:pt x="61124" y="109376"/>
                  <a:pt x="54601" y="109851"/>
                  <a:pt x="50886" y="114214"/>
                </a:cubicBezTo>
                <a:lnTo>
                  <a:pt x="30152" y="138404"/>
                </a:lnTo>
                <a:cubicBezTo>
                  <a:pt x="26826" y="142292"/>
                  <a:pt x="26826" y="147994"/>
                  <a:pt x="30152" y="151882"/>
                </a:cubicBezTo>
                <a:lnTo>
                  <a:pt x="50886" y="176072"/>
                </a:lnTo>
                <a:cubicBezTo>
                  <a:pt x="54601" y="180435"/>
                  <a:pt x="61167" y="180910"/>
                  <a:pt x="65487" y="177195"/>
                </a:cubicBezTo>
                <a:cubicBezTo>
                  <a:pt x="69807" y="173480"/>
                  <a:pt x="70325" y="166914"/>
                  <a:pt x="66610" y="162595"/>
                </a:cubicBezTo>
                <a:lnTo>
                  <a:pt x="51664" y="145143"/>
                </a:lnTo>
                <a:lnTo>
                  <a:pt x="66610" y="127691"/>
                </a:lnTo>
                <a:close/>
                <a:moveTo>
                  <a:pt x="114991" y="114214"/>
                </a:moveTo>
                <a:cubicBezTo>
                  <a:pt x="111276" y="109851"/>
                  <a:pt x="104710" y="109376"/>
                  <a:pt x="100390" y="113090"/>
                </a:cubicBezTo>
                <a:cubicBezTo>
                  <a:pt x="96071" y="116805"/>
                  <a:pt x="95552" y="123371"/>
                  <a:pt x="99267" y="127691"/>
                </a:cubicBezTo>
                <a:lnTo>
                  <a:pt x="114214" y="145143"/>
                </a:lnTo>
                <a:lnTo>
                  <a:pt x="99267" y="162595"/>
                </a:lnTo>
                <a:cubicBezTo>
                  <a:pt x="95552" y="166957"/>
                  <a:pt x="96028" y="173480"/>
                  <a:pt x="100390" y="177195"/>
                </a:cubicBezTo>
                <a:cubicBezTo>
                  <a:pt x="104753" y="180910"/>
                  <a:pt x="111276" y="180435"/>
                  <a:pt x="114991" y="176072"/>
                </a:cubicBezTo>
                <a:lnTo>
                  <a:pt x="135726" y="151882"/>
                </a:lnTo>
                <a:cubicBezTo>
                  <a:pt x="139052" y="147994"/>
                  <a:pt x="139052" y="142292"/>
                  <a:pt x="135726" y="138404"/>
                </a:cubicBezTo>
                <a:lnTo>
                  <a:pt x="114991" y="114214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22" name="Text 20"/>
          <p:cNvSpPr/>
          <p:nvPr/>
        </p:nvSpPr>
        <p:spPr>
          <a:xfrm>
            <a:off x="1087420" y="5492390"/>
            <a:ext cx="1253297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2" b="1" spc="87" kern="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JSON Backup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0372" y="5861007"/>
            <a:ext cx="5068481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spc="6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Import/export functionality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86570" y="1234866"/>
            <a:ext cx="5612190" cy="3317551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A7F0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73183" y="1400744"/>
            <a:ext cx="373224" cy="331755"/>
          </a:xfrm>
          <a:custGeom>
            <a:avLst/>
            <a:gdLst/>
            <a:ahLst/>
            <a:cxnLst/>
            <a:rect l="l" t="t" r="r" b="b"/>
            <a:pathLst>
              <a:path w="373224" h="331755">
                <a:moveTo>
                  <a:pt x="200543" y="-12246"/>
                </a:moveTo>
                <a:cubicBezTo>
                  <a:pt x="197887" y="-17430"/>
                  <a:pt x="192509" y="-20735"/>
                  <a:pt x="186677" y="-20735"/>
                </a:cubicBezTo>
                <a:cubicBezTo>
                  <a:pt x="180845" y="-20735"/>
                  <a:pt x="175467" y="-17430"/>
                  <a:pt x="172811" y="-12246"/>
                </a:cubicBezTo>
                <a:lnTo>
                  <a:pt x="125121" y="81189"/>
                </a:lnTo>
                <a:lnTo>
                  <a:pt x="21512" y="97647"/>
                </a:lnTo>
                <a:cubicBezTo>
                  <a:pt x="15745" y="98555"/>
                  <a:pt x="10951" y="102637"/>
                  <a:pt x="9136" y="108209"/>
                </a:cubicBezTo>
                <a:cubicBezTo>
                  <a:pt x="7322" y="113782"/>
                  <a:pt x="8812" y="119872"/>
                  <a:pt x="12894" y="124019"/>
                </a:cubicBezTo>
                <a:lnTo>
                  <a:pt x="87021" y="198211"/>
                </a:lnTo>
                <a:lnTo>
                  <a:pt x="70692" y="301819"/>
                </a:lnTo>
                <a:cubicBezTo>
                  <a:pt x="69785" y="307586"/>
                  <a:pt x="72183" y="313418"/>
                  <a:pt x="76913" y="316852"/>
                </a:cubicBezTo>
                <a:cubicBezTo>
                  <a:pt x="81643" y="320286"/>
                  <a:pt x="87863" y="320805"/>
                  <a:pt x="93112" y="318148"/>
                </a:cubicBezTo>
                <a:lnTo>
                  <a:pt x="186677" y="270588"/>
                </a:lnTo>
                <a:lnTo>
                  <a:pt x="280178" y="318148"/>
                </a:lnTo>
                <a:cubicBezTo>
                  <a:pt x="285361" y="320805"/>
                  <a:pt x="291646" y="320286"/>
                  <a:pt x="296377" y="316852"/>
                </a:cubicBezTo>
                <a:cubicBezTo>
                  <a:pt x="301107" y="313418"/>
                  <a:pt x="303504" y="307651"/>
                  <a:pt x="302597" y="301819"/>
                </a:cubicBezTo>
                <a:lnTo>
                  <a:pt x="286204" y="198211"/>
                </a:lnTo>
                <a:lnTo>
                  <a:pt x="360330" y="124019"/>
                </a:lnTo>
                <a:cubicBezTo>
                  <a:pt x="364477" y="119872"/>
                  <a:pt x="365903" y="113782"/>
                  <a:pt x="364088" y="108209"/>
                </a:cubicBezTo>
                <a:cubicBezTo>
                  <a:pt x="362274" y="102637"/>
                  <a:pt x="357544" y="98555"/>
                  <a:pt x="351712" y="97647"/>
                </a:cubicBezTo>
                <a:lnTo>
                  <a:pt x="248168" y="81189"/>
                </a:lnTo>
                <a:lnTo>
                  <a:pt x="200543" y="-12246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6" name="Text 24"/>
          <p:cNvSpPr/>
          <p:nvPr/>
        </p:nvSpPr>
        <p:spPr>
          <a:xfrm>
            <a:off x="6914588" y="1400744"/>
            <a:ext cx="1852299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77" b="1" spc="109" kern="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System Output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70879" y="1861515"/>
            <a:ext cx="2552671" cy="1179574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38283" y="1990531"/>
            <a:ext cx="414694" cy="331755"/>
          </a:xfrm>
          <a:custGeom>
            <a:avLst/>
            <a:gdLst/>
            <a:ahLst/>
            <a:cxnLst/>
            <a:rect l="l" t="t" r="r" b="b"/>
            <a:pathLst>
              <a:path w="414694" h="331755">
                <a:moveTo>
                  <a:pt x="207347" y="10367"/>
                </a:moveTo>
                <a:cubicBezTo>
                  <a:pt x="244539" y="10367"/>
                  <a:pt x="274735" y="40563"/>
                  <a:pt x="274735" y="77755"/>
                </a:cubicBezTo>
                <a:cubicBezTo>
                  <a:pt x="274735" y="114947"/>
                  <a:pt x="244539" y="145143"/>
                  <a:pt x="207347" y="145143"/>
                </a:cubicBezTo>
                <a:cubicBezTo>
                  <a:pt x="170155" y="145143"/>
                  <a:pt x="139959" y="114947"/>
                  <a:pt x="139959" y="77755"/>
                </a:cubicBezTo>
                <a:cubicBezTo>
                  <a:pt x="139959" y="40563"/>
                  <a:pt x="170155" y="10367"/>
                  <a:pt x="207347" y="10367"/>
                </a:cubicBezTo>
                <a:close/>
                <a:moveTo>
                  <a:pt x="62204" y="57020"/>
                </a:moveTo>
                <a:cubicBezTo>
                  <a:pt x="87953" y="57020"/>
                  <a:pt x="108857" y="77925"/>
                  <a:pt x="108857" y="103673"/>
                </a:cubicBezTo>
                <a:cubicBezTo>
                  <a:pt x="108857" y="129422"/>
                  <a:pt x="87953" y="150327"/>
                  <a:pt x="62204" y="150327"/>
                </a:cubicBezTo>
                <a:cubicBezTo>
                  <a:pt x="36456" y="150327"/>
                  <a:pt x="15551" y="129422"/>
                  <a:pt x="15551" y="103673"/>
                </a:cubicBezTo>
                <a:cubicBezTo>
                  <a:pt x="15551" y="77925"/>
                  <a:pt x="36456" y="57020"/>
                  <a:pt x="62204" y="57020"/>
                </a:cubicBezTo>
                <a:close/>
                <a:moveTo>
                  <a:pt x="0" y="269551"/>
                </a:moveTo>
                <a:cubicBezTo>
                  <a:pt x="0" y="223740"/>
                  <a:pt x="37128" y="186612"/>
                  <a:pt x="82939" y="186612"/>
                </a:cubicBezTo>
                <a:cubicBezTo>
                  <a:pt x="91233" y="186612"/>
                  <a:pt x="99267" y="187843"/>
                  <a:pt x="106848" y="190111"/>
                </a:cubicBezTo>
                <a:cubicBezTo>
                  <a:pt x="85531" y="213956"/>
                  <a:pt x="72571" y="245447"/>
                  <a:pt x="72571" y="279918"/>
                </a:cubicBezTo>
                <a:lnTo>
                  <a:pt x="72571" y="290286"/>
                </a:lnTo>
                <a:cubicBezTo>
                  <a:pt x="72571" y="297672"/>
                  <a:pt x="74127" y="304670"/>
                  <a:pt x="76913" y="311020"/>
                </a:cubicBezTo>
                <a:lnTo>
                  <a:pt x="20735" y="311020"/>
                </a:lnTo>
                <a:cubicBezTo>
                  <a:pt x="9266" y="311020"/>
                  <a:pt x="0" y="301755"/>
                  <a:pt x="0" y="290286"/>
                </a:cubicBezTo>
                <a:lnTo>
                  <a:pt x="0" y="269551"/>
                </a:lnTo>
                <a:close/>
                <a:moveTo>
                  <a:pt x="337781" y="311020"/>
                </a:moveTo>
                <a:cubicBezTo>
                  <a:pt x="340567" y="304670"/>
                  <a:pt x="342122" y="297672"/>
                  <a:pt x="342122" y="290286"/>
                </a:cubicBezTo>
                <a:lnTo>
                  <a:pt x="342122" y="279918"/>
                </a:lnTo>
                <a:cubicBezTo>
                  <a:pt x="342122" y="245447"/>
                  <a:pt x="329163" y="213956"/>
                  <a:pt x="307845" y="190111"/>
                </a:cubicBezTo>
                <a:cubicBezTo>
                  <a:pt x="315427" y="187843"/>
                  <a:pt x="323461" y="186612"/>
                  <a:pt x="331755" y="186612"/>
                </a:cubicBezTo>
                <a:cubicBezTo>
                  <a:pt x="377566" y="186612"/>
                  <a:pt x="414694" y="223740"/>
                  <a:pt x="414694" y="269551"/>
                </a:cubicBezTo>
                <a:lnTo>
                  <a:pt x="414694" y="290286"/>
                </a:lnTo>
                <a:cubicBezTo>
                  <a:pt x="414694" y="301755"/>
                  <a:pt x="405428" y="311020"/>
                  <a:pt x="393959" y="311020"/>
                </a:cubicBezTo>
                <a:lnTo>
                  <a:pt x="337781" y="311020"/>
                </a:lnTo>
                <a:close/>
                <a:moveTo>
                  <a:pt x="305837" y="103673"/>
                </a:moveTo>
                <a:cubicBezTo>
                  <a:pt x="305837" y="77925"/>
                  <a:pt x="326741" y="57020"/>
                  <a:pt x="352490" y="57020"/>
                </a:cubicBezTo>
                <a:cubicBezTo>
                  <a:pt x="378238" y="57020"/>
                  <a:pt x="399143" y="77925"/>
                  <a:pt x="399143" y="103673"/>
                </a:cubicBezTo>
                <a:cubicBezTo>
                  <a:pt x="399143" y="129422"/>
                  <a:pt x="378238" y="150327"/>
                  <a:pt x="352490" y="150327"/>
                </a:cubicBezTo>
                <a:cubicBezTo>
                  <a:pt x="326741" y="150327"/>
                  <a:pt x="305837" y="129422"/>
                  <a:pt x="305837" y="103673"/>
                </a:cubicBezTo>
                <a:close/>
                <a:moveTo>
                  <a:pt x="103673" y="279918"/>
                </a:moveTo>
                <a:cubicBezTo>
                  <a:pt x="103673" y="222639"/>
                  <a:pt x="150067" y="176245"/>
                  <a:pt x="207347" y="176245"/>
                </a:cubicBezTo>
                <a:cubicBezTo>
                  <a:pt x="264627" y="176245"/>
                  <a:pt x="311020" y="222639"/>
                  <a:pt x="311020" y="279918"/>
                </a:cubicBezTo>
                <a:lnTo>
                  <a:pt x="311020" y="290286"/>
                </a:lnTo>
                <a:cubicBezTo>
                  <a:pt x="311020" y="301755"/>
                  <a:pt x="301755" y="311020"/>
                  <a:pt x="290286" y="311020"/>
                </a:cubicBezTo>
                <a:lnTo>
                  <a:pt x="124408" y="311020"/>
                </a:lnTo>
                <a:cubicBezTo>
                  <a:pt x="112939" y="311020"/>
                  <a:pt x="103673" y="301755"/>
                  <a:pt x="103673" y="290286"/>
                </a:cubicBezTo>
                <a:lnTo>
                  <a:pt x="103673" y="279918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29" name="Text 27"/>
          <p:cNvSpPr/>
          <p:nvPr/>
        </p:nvSpPr>
        <p:spPr>
          <a:xfrm>
            <a:off x="6453817" y="2396009"/>
            <a:ext cx="2386794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1" b="1" spc="73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Client Management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63033" y="2690902"/>
            <a:ext cx="2368363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1" spc="58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Organized records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067829" y="1861515"/>
            <a:ext cx="2552671" cy="1179574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176703" y="1990531"/>
            <a:ext cx="331755" cy="331755"/>
          </a:xfrm>
          <a:custGeom>
            <a:avLst/>
            <a:gdLst/>
            <a:ahLst/>
            <a:cxnLst/>
            <a:rect l="l" t="t" r="r" b="b"/>
            <a:pathLst>
              <a:path w="331755" h="331755">
                <a:moveTo>
                  <a:pt x="0" y="51837"/>
                </a:moveTo>
                <a:cubicBezTo>
                  <a:pt x="0" y="34666"/>
                  <a:pt x="13931" y="20735"/>
                  <a:pt x="31102" y="20735"/>
                </a:cubicBezTo>
                <a:lnTo>
                  <a:pt x="93306" y="20735"/>
                </a:lnTo>
                <a:cubicBezTo>
                  <a:pt x="110477" y="20735"/>
                  <a:pt x="124408" y="34666"/>
                  <a:pt x="124408" y="51837"/>
                </a:cubicBezTo>
                <a:lnTo>
                  <a:pt x="124408" y="62204"/>
                </a:lnTo>
                <a:lnTo>
                  <a:pt x="207347" y="62204"/>
                </a:lnTo>
                <a:lnTo>
                  <a:pt x="207347" y="51837"/>
                </a:lnTo>
                <a:cubicBezTo>
                  <a:pt x="207347" y="34666"/>
                  <a:pt x="221278" y="20735"/>
                  <a:pt x="238449" y="20735"/>
                </a:cubicBezTo>
                <a:lnTo>
                  <a:pt x="300653" y="20735"/>
                </a:lnTo>
                <a:cubicBezTo>
                  <a:pt x="317824" y="20735"/>
                  <a:pt x="331755" y="34666"/>
                  <a:pt x="331755" y="51837"/>
                </a:cubicBezTo>
                <a:lnTo>
                  <a:pt x="331755" y="114041"/>
                </a:lnTo>
                <a:cubicBezTo>
                  <a:pt x="331755" y="131212"/>
                  <a:pt x="317824" y="145143"/>
                  <a:pt x="300653" y="145143"/>
                </a:cubicBezTo>
                <a:lnTo>
                  <a:pt x="238449" y="145143"/>
                </a:lnTo>
                <a:cubicBezTo>
                  <a:pt x="221278" y="145143"/>
                  <a:pt x="207347" y="131212"/>
                  <a:pt x="207347" y="114041"/>
                </a:cubicBezTo>
                <a:lnTo>
                  <a:pt x="207347" y="103673"/>
                </a:lnTo>
                <a:lnTo>
                  <a:pt x="124408" y="103673"/>
                </a:lnTo>
                <a:lnTo>
                  <a:pt x="124408" y="114041"/>
                </a:lnTo>
                <a:cubicBezTo>
                  <a:pt x="124408" y="118771"/>
                  <a:pt x="123307" y="123307"/>
                  <a:pt x="121428" y="127324"/>
                </a:cubicBezTo>
                <a:lnTo>
                  <a:pt x="165878" y="186612"/>
                </a:lnTo>
                <a:lnTo>
                  <a:pt x="217714" y="186612"/>
                </a:lnTo>
                <a:cubicBezTo>
                  <a:pt x="234885" y="186612"/>
                  <a:pt x="248816" y="200543"/>
                  <a:pt x="248816" y="217714"/>
                </a:cubicBezTo>
                <a:lnTo>
                  <a:pt x="248816" y="279918"/>
                </a:lnTo>
                <a:cubicBezTo>
                  <a:pt x="248816" y="297089"/>
                  <a:pt x="234885" y="311020"/>
                  <a:pt x="217714" y="311020"/>
                </a:cubicBezTo>
                <a:lnTo>
                  <a:pt x="155510" y="311020"/>
                </a:lnTo>
                <a:cubicBezTo>
                  <a:pt x="138339" y="311020"/>
                  <a:pt x="124408" y="297089"/>
                  <a:pt x="124408" y="279918"/>
                </a:cubicBezTo>
                <a:lnTo>
                  <a:pt x="124408" y="217714"/>
                </a:lnTo>
                <a:cubicBezTo>
                  <a:pt x="124408" y="212984"/>
                  <a:pt x="125510" y="208448"/>
                  <a:pt x="127389" y="204431"/>
                </a:cubicBezTo>
                <a:lnTo>
                  <a:pt x="82939" y="145143"/>
                </a:lnTo>
                <a:lnTo>
                  <a:pt x="31102" y="145143"/>
                </a:lnTo>
                <a:cubicBezTo>
                  <a:pt x="13931" y="145143"/>
                  <a:pt x="0" y="131212"/>
                  <a:pt x="0" y="114041"/>
                </a:cubicBezTo>
                <a:lnTo>
                  <a:pt x="0" y="51837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33" name="Text 31"/>
          <p:cNvSpPr/>
          <p:nvPr/>
        </p:nvSpPr>
        <p:spPr>
          <a:xfrm>
            <a:off x="9150768" y="2396009"/>
            <a:ext cx="2386794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1" b="1" spc="73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Project Tracking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59983" y="2690902"/>
            <a:ext cx="2368363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1" spc="58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Status monitoring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70879" y="3188535"/>
            <a:ext cx="2552671" cy="1179574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21222" y="3317551"/>
            <a:ext cx="248816" cy="331755"/>
          </a:xfrm>
          <a:custGeom>
            <a:avLst/>
            <a:gdLst/>
            <a:ahLst/>
            <a:cxnLst/>
            <a:rect l="l" t="t" r="r" b="b"/>
            <a:pathLst>
              <a:path w="248816" h="331755">
                <a:moveTo>
                  <a:pt x="0" y="41469"/>
                </a:moveTo>
                <a:cubicBezTo>
                  <a:pt x="0" y="18596"/>
                  <a:pt x="18596" y="0"/>
                  <a:pt x="41469" y="0"/>
                </a:cubicBezTo>
                <a:lnTo>
                  <a:pt x="138339" y="0"/>
                </a:lnTo>
                <a:cubicBezTo>
                  <a:pt x="149355" y="0"/>
                  <a:pt x="159916" y="4341"/>
                  <a:pt x="167692" y="12117"/>
                </a:cubicBezTo>
                <a:lnTo>
                  <a:pt x="236699" y="81189"/>
                </a:lnTo>
                <a:cubicBezTo>
                  <a:pt x="244475" y="88965"/>
                  <a:pt x="248816" y="99527"/>
                  <a:pt x="248816" y="110542"/>
                </a:cubicBezTo>
                <a:lnTo>
                  <a:pt x="248816" y="290286"/>
                </a:lnTo>
                <a:cubicBezTo>
                  <a:pt x="248816" y="313159"/>
                  <a:pt x="230220" y="331755"/>
                  <a:pt x="207347" y="331755"/>
                </a:cubicBezTo>
                <a:lnTo>
                  <a:pt x="41469" y="331755"/>
                </a:lnTo>
                <a:cubicBezTo>
                  <a:pt x="18596" y="331755"/>
                  <a:pt x="0" y="313159"/>
                  <a:pt x="0" y="290286"/>
                </a:cubicBezTo>
                <a:lnTo>
                  <a:pt x="0" y="41469"/>
                </a:lnTo>
                <a:close/>
                <a:moveTo>
                  <a:pt x="134776" y="37906"/>
                </a:moveTo>
                <a:lnTo>
                  <a:pt x="134776" y="98490"/>
                </a:lnTo>
                <a:cubicBezTo>
                  <a:pt x="134776" y="107108"/>
                  <a:pt x="141709" y="114041"/>
                  <a:pt x="150327" y="114041"/>
                </a:cubicBezTo>
                <a:lnTo>
                  <a:pt x="210911" y="114041"/>
                </a:lnTo>
                <a:lnTo>
                  <a:pt x="134776" y="37906"/>
                </a:lnTo>
                <a:close/>
                <a:moveTo>
                  <a:pt x="41469" y="57020"/>
                </a:moveTo>
                <a:cubicBezTo>
                  <a:pt x="41469" y="65638"/>
                  <a:pt x="48403" y="72571"/>
                  <a:pt x="57020" y="72571"/>
                </a:cubicBezTo>
                <a:lnTo>
                  <a:pt x="88122" y="72571"/>
                </a:lnTo>
                <a:cubicBezTo>
                  <a:pt x="96740" y="72571"/>
                  <a:pt x="103673" y="65638"/>
                  <a:pt x="103673" y="57020"/>
                </a:cubicBezTo>
                <a:cubicBezTo>
                  <a:pt x="103673" y="48403"/>
                  <a:pt x="96740" y="41469"/>
                  <a:pt x="88122" y="41469"/>
                </a:cubicBezTo>
                <a:lnTo>
                  <a:pt x="57020" y="41469"/>
                </a:lnTo>
                <a:cubicBezTo>
                  <a:pt x="48403" y="41469"/>
                  <a:pt x="41469" y="48403"/>
                  <a:pt x="41469" y="57020"/>
                </a:cubicBezTo>
                <a:close/>
                <a:moveTo>
                  <a:pt x="41469" y="119224"/>
                </a:moveTo>
                <a:cubicBezTo>
                  <a:pt x="41469" y="127842"/>
                  <a:pt x="48403" y="134776"/>
                  <a:pt x="57020" y="134776"/>
                </a:cubicBezTo>
                <a:lnTo>
                  <a:pt x="88122" y="134776"/>
                </a:lnTo>
                <a:cubicBezTo>
                  <a:pt x="96740" y="134776"/>
                  <a:pt x="103673" y="127842"/>
                  <a:pt x="103673" y="119224"/>
                </a:cubicBezTo>
                <a:cubicBezTo>
                  <a:pt x="103673" y="110607"/>
                  <a:pt x="96740" y="103673"/>
                  <a:pt x="88122" y="103673"/>
                </a:cubicBezTo>
                <a:lnTo>
                  <a:pt x="57020" y="103673"/>
                </a:lnTo>
                <a:cubicBezTo>
                  <a:pt x="48403" y="103673"/>
                  <a:pt x="41469" y="110607"/>
                  <a:pt x="41469" y="119224"/>
                </a:cubicBezTo>
                <a:close/>
                <a:moveTo>
                  <a:pt x="114041" y="168469"/>
                </a:moveTo>
                <a:lnTo>
                  <a:pt x="114041" y="171061"/>
                </a:lnTo>
                <a:cubicBezTo>
                  <a:pt x="95380" y="171256"/>
                  <a:pt x="80347" y="186418"/>
                  <a:pt x="80347" y="205079"/>
                </a:cubicBezTo>
                <a:cubicBezTo>
                  <a:pt x="80347" y="221732"/>
                  <a:pt x="92334" y="235922"/>
                  <a:pt x="108792" y="238643"/>
                </a:cubicBezTo>
                <a:lnTo>
                  <a:pt x="135812" y="243179"/>
                </a:lnTo>
                <a:cubicBezTo>
                  <a:pt x="139700" y="243827"/>
                  <a:pt x="142551" y="247196"/>
                  <a:pt x="142551" y="251149"/>
                </a:cubicBezTo>
                <a:cubicBezTo>
                  <a:pt x="142551" y="255620"/>
                  <a:pt x="138922" y="259248"/>
                  <a:pt x="134452" y="259248"/>
                </a:cubicBezTo>
                <a:lnTo>
                  <a:pt x="98490" y="259184"/>
                </a:lnTo>
                <a:cubicBezTo>
                  <a:pt x="91362" y="259184"/>
                  <a:pt x="85531" y="265015"/>
                  <a:pt x="85531" y="272143"/>
                </a:cubicBezTo>
                <a:cubicBezTo>
                  <a:pt x="85531" y="279270"/>
                  <a:pt x="91362" y="285102"/>
                  <a:pt x="98490" y="285102"/>
                </a:cubicBezTo>
                <a:lnTo>
                  <a:pt x="114041" y="285102"/>
                </a:lnTo>
                <a:lnTo>
                  <a:pt x="114041" y="287694"/>
                </a:lnTo>
                <a:cubicBezTo>
                  <a:pt x="114041" y="294821"/>
                  <a:pt x="119872" y="300653"/>
                  <a:pt x="127000" y="300653"/>
                </a:cubicBezTo>
                <a:cubicBezTo>
                  <a:pt x="134128" y="300653"/>
                  <a:pt x="139959" y="294821"/>
                  <a:pt x="139959" y="287694"/>
                </a:cubicBezTo>
                <a:lnTo>
                  <a:pt x="139959" y="284648"/>
                </a:lnTo>
                <a:cubicBezTo>
                  <a:pt x="156158" y="281992"/>
                  <a:pt x="168469" y="267996"/>
                  <a:pt x="168469" y="251084"/>
                </a:cubicBezTo>
                <a:cubicBezTo>
                  <a:pt x="168469" y="234432"/>
                  <a:pt x="156482" y="220241"/>
                  <a:pt x="140024" y="217520"/>
                </a:cubicBezTo>
                <a:lnTo>
                  <a:pt x="113004" y="212984"/>
                </a:lnTo>
                <a:cubicBezTo>
                  <a:pt x="109116" y="212336"/>
                  <a:pt x="106265" y="208967"/>
                  <a:pt x="106265" y="205014"/>
                </a:cubicBezTo>
                <a:cubicBezTo>
                  <a:pt x="106265" y="200543"/>
                  <a:pt x="109894" y="196915"/>
                  <a:pt x="114365" y="196915"/>
                </a:cubicBezTo>
                <a:lnTo>
                  <a:pt x="145143" y="196915"/>
                </a:lnTo>
                <a:cubicBezTo>
                  <a:pt x="152270" y="196915"/>
                  <a:pt x="158102" y="191083"/>
                  <a:pt x="158102" y="183956"/>
                </a:cubicBezTo>
                <a:cubicBezTo>
                  <a:pt x="158102" y="176828"/>
                  <a:pt x="152270" y="170996"/>
                  <a:pt x="145143" y="170996"/>
                </a:cubicBezTo>
                <a:lnTo>
                  <a:pt x="139959" y="170996"/>
                </a:lnTo>
                <a:lnTo>
                  <a:pt x="139959" y="168405"/>
                </a:lnTo>
                <a:cubicBezTo>
                  <a:pt x="139959" y="161277"/>
                  <a:pt x="134128" y="155445"/>
                  <a:pt x="127000" y="155445"/>
                </a:cubicBezTo>
                <a:cubicBezTo>
                  <a:pt x="119872" y="155445"/>
                  <a:pt x="114041" y="161277"/>
                  <a:pt x="114041" y="168405"/>
                </a:cubicBez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37" name="Text 35"/>
          <p:cNvSpPr/>
          <p:nvPr/>
        </p:nvSpPr>
        <p:spPr>
          <a:xfrm>
            <a:off x="6453817" y="3723029"/>
            <a:ext cx="2386794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1" b="1" spc="73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Invoice Management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63033" y="4017923"/>
            <a:ext cx="2368363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1" spc="58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Payment tracking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067829" y="3188535"/>
            <a:ext cx="2552671" cy="1179574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55968" y="3317551"/>
            <a:ext cx="373224" cy="331755"/>
          </a:xfrm>
          <a:custGeom>
            <a:avLst/>
            <a:gdLst/>
            <a:ahLst/>
            <a:cxnLst/>
            <a:rect l="l" t="t" r="r" b="b"/>
            <a:pathLst>
              <a:path w="373224" h="331755">
                <a:moveTo>
                  <a:pt x="62204" y="62204"/>
                </a:moveTo>
                <a:cubicBezTo>
                  <a:pt x="62204" y="39331"/>
                  <a:pt x="80801" y="20735"/>
                  <a:pt x="103673" y="20735"/>
                </a:cubicBezTo>
                <a:lnTo>
                  <a:pt x="311020" y="20735"/>
                </a:lnTo>
                <a:cubicBezTo>
                  <a:pt x="333893" y="20735"/>
                  <a:pt x="352490" y="39331"/>
                  <a:pt x="352490" y="62204"/>
                </a:cubicBezTo>
                <a:lnTo>
                  <a:pt x="352490" y="228082"/>
                </a:lnTo>
                <a:cubicBezTo>
                  <a:pt x="352490" y="250955"/>
                  <a:pt x="333893" y="269551"/>
                  <a:pt x="311020" y="269551"/>
                </a:cubicBezTo>
                <a:lnTo>
                  <a:pt x="103673" y="269551"/>
                </a:lnTo>
                <a:cubicBezTo>
                  <a:pt x="80801" y="269551"/>
                  <a:pt x="62204" y="250955"/>
                  <a:pt x="62204" y="228082"/>
                </a:cubicBezTo>
                <a:lnTo>
                  <a:pt x="62204" y="62204"/>
                </a:lnTo>
                <a:close/>
                <a:moveTo>
                  <a:pt x="15551" y="82939"/>
                </a:moveTo>
                <a:cubicBezTo>
                  <a:pt x="24169" y="82939"/>
                  <a:pt x="31102" y="89872"/>
                  <a:pt x="31102" y="98490"/>
                </a:cubicBezTo>
                <a:lnTo>
                  <a:pt x="31102" y="290286"/>
                </a:lnTo>
                <a:cubicBezTo>
                  <a:pt x="31102" y="295988"/>
                  <a:pt x="35767" y="300653"/>
                  <a:pt x="41469" y="300653"/>
                </a:cubicBezTo>
                <a:lnTo>
                  <a:pt x="274735" y="300653"/>
                </a:lnTo>
                <a:cubicBezTo>
                  <a:pt x="283353" y="300653"/>
                  <a:pt x="290286" y="307586"/>
                  <a:pt x="290286" y="316204"/>
                </a:cubicBezTo>
                <a:cubicBezTo>
                  <a:pt x="290286" y="324822"/>
                  <a:pt x="283353" y="331755"/>
                  <a:pt x="274735" y="331755"/>
                </a:cubicBezTo>
                <a:lnTo>
                  <a:pt x="41469" y="331755"/>
                </a:lnTo>
                <a:cubicBezTo>
                  <a:pt x="18596" y="331755"/>
                  <a:pt x="0" y="313159"/>
                  <a:pt x="0" y="290286"/>
                </a:cubicBezTo>
                <a:lnTo>
                  <a:pt x="0" y="98490"/>
                </a:lnTo>
                <a:cubicBezTo>
                  <a:pt x="0" y="89872"/>
                  <a:pt x="6933" y="82939"/>
                  <a:pt x="15551" y="82939"/>
                </a:cubicBezTo>
                <a:close/>
                <a:moveTo>
                  <a:pt x="124408" y="103673"/>
                </a:moveTo>
                <a:cubicBezTo>
                  <a:pt x="135852" y="103673"/>
                  <a:pt x="145143" y="94383"/>
                  <a:pt x="145143" y="82939"/>
                </a:cubicBezTo>
                <a:cubicBezTo>
                  <a:pt x="145143" y="71495"/>
                  <a:pt x="135852" y="62204"/>
                  <a:pt x="124408" y="62204"/>
                </a:cubicBezTo>
                <a:cubicBezTo>
                  <a:pt x="112964" y="62204"/>
                  <a:pt x="103673" y="71495"/>
                  <a:pt x="103673" y="82939"/>
                </a:cubicBezTo>
                <a:cubicBezTo>
                  <a:pt x="103673" y="94383"/>
                  <a:pt x="112964" y="103673"/>
                  <a:pt x="124408" y="103673"/>
                </a:cubicBezTo>
                <a:close/>
                <a:moveTo>
                  <a:pt x="251732" y="111125"/>
                </a:moveTo>
                <a:cubicBezTo>
                  <a:pt x="248881" y="106524"/>
                  <a:pt x="243892" y="103673"/>
                  <a:pt x="238449" y="103673"/>
                </a:cubicBezTo>
                <a:cubicBezTo>
                  <a:pt x="233006" y="103673"/>
                  <a:pt x="228017" y="106524"/>
                  <a:pt x="225166" y="111125"/>
                </a:cubicBezTo>
                <a:lnTo>
                  <a:pt x="188686" y="170802"/>
                </a:lnTo>
                <a:lnTo>
                  <a:pt x="172811" y="150974"/>
                </a:lnTo>
                <a:cubicBezTo>
                  <a:pt x="169830" y="147281"/>
                  <a:pt x="165424" y="145143"/>
                  <a:pt x="160694" y="145143"/>
                </a:cubicBezTo>
                <a:cubicBezTo>
                  <a:pt x="155964" y="145143"/>
                  <a:pt x="151493" y="147281"/>
                  <a:pt x="148577" y="150974"/>
                </a:cubicBezTo>
                <a:lnTo>
                  <a:pt x="107108" y="202811"/>
                </a:lnTo>
                <a:cubicBezTo>
                  <a:pt x="103349" y="207477"/>
                  <a:pt x="102637" y="213891"/>
                  <a:pt x="105229" y="219269"/>
                </a:cubicBezTo>
                <a:cubicBezTo>
                  <a:pt x="107820" y="224647"/>
                  <a:pt x="113263" y="228082"/>
                  <a:pt x="119224" y="228082"/>
                </a:cubicBezTo>
                <a:lnTo>
                  <a:pt x="295469" y="228082"/>
                </a:lnTo>
                <a:cubicBezTo>
                  <a:pt x="301107" y="228082"/>
                  <a:pt x="306290" y="225036"/>
                  <a:pt x="309012" y="220112"/>
                </a:cubicBezTo>
                <a:cubicBezTo>
                  <a:pt x="311733" y="215187"/>
                  <a:pt x="311668" y="209226"/>
                  <a:pt x="308688" y="204366"/>
                </a:cubicBezTo>
                <a:lnTo>
                  <a:pt x="251667" y="111060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41" name="Text 39"/>
          <p:cNvSpPr/>
          <p:nvPr/>
        </p:nvSpPr>
        <p:spPr>
          <a:xfrm>
            <a:off x="9150768" y="3723029"/>
            <a:ext cx="2386794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1" b="1" spc="73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Asset Dashboard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159983" y="4017923"/>
            <a:ext cx="2368363" cy="221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1" spc="58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Visual library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86570" y="4699864"/>
            <a:ext cx="5612190" cy="2137977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FFCD7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2448" y="4865741"/>
            <a:ext cx="5391020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2" b="1" spc="87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Workflow Benefits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52448" y="5271220"/>
            <a:ext cx="294893" cy="294893"/>
          </a:xfrm>
          <a:prstGeom prst="roundRect">
            <a:avLst>
              <a:gd name="adj" fmla="val 0"/>
            </a:avLst>
          </a:prstGeom>
          <a:solidFill>
            <a:srgbClr val="A7F070"/>
          </a:solidFill>
          <a:ln/>
        </p:spPr>
      </p:sp>
      <p:sp>
        <p:nvSpPr>
          <p:cNvPr id="46" name="Text 44"/>
          <p:cNvSpPr/>
          <p:nvPr/>
        </p:nvSpPr>
        <p:spPr>
          <a:xfrm>
            <a:off x="6474120" y="5289651"/>
            <a:ext cx="138231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b="1" spc="65" kern="0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757926" y="5289651"/>
            <a:ext cx="1363882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1" spc="73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Centralized data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52448" y="5639837"/>
            <a:ext cx="294893" cy="294893"/>
          </a:xfrm>
          <a:prstGeom prst="roundRect">
            <a:avLst>
              <a:gd name="adj" fmla="val 0"/>
            </a:avLst>
          </a:prstGeom>
          <a:solidFill>
            <a:srgbClr val="A7F070"/>
          </a:solidFill>
          <a:ln/>
        </p:spPr>
      </p:sp>
      <p:sp>
        <p:nvSpPr>
          <p:cNvPr id="49" name="Text 47"/>
          <p:cNvSpPr/>
          <p:nvPr/>
        </p:nvSpPr>
        <p:spPr>
          <a:xfrm>
            <a:off x="6458857" y="5658268"/>
            <a:ext cx="165878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b="1" spc="65" kern="0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2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757926" y="5658268"/>
            <a:ext cx="1087420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1" spc="73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Quick access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52448" y="6008454"/>
            <a:ext cx="294893" cy="294893"/>
          </a:xfrm>
          <a:prstGeom prst="roundRect">
            <a:avLst>
              <a:gd name="adj" fmla="val 0"/>
            </a:avLst>
          </a:prstGeom>
          <a:solidFill>
            <a:srgbClr val="A7F070"/>
          </a:solidFill>
          <a:ln/>
        </p:spPr>
      </p:sp>
      <p:sp>
        <p:nvSpPr>
          <p:cNvPr id="52" name="Text 50"/>
          <p:cNvSpPr/>
          <p:nvPr/>
        </p:nvSpPr>
        <p:spPr>
          <a:xfrm>
            <a:off x="6458857" y="6026884"/>
            <a:ext cx="165878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b="1" spc="65" kern="0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3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757926" y="6026884"/>
            <a:ext cx="1290159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1" spc="73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Reduced errors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52448" y="6377070"/>
            <a:ext cx="294893" cy="294893"/>
          </a:xfrm>
          <a:prstGeom prst="roundRect">
            <a:avLst>
              <a:gd name="adj" fmla="val 0"/>
            </a:avLst>
          </a:prstGeom>
          <a:solidFill>
            <a:srgbClr val="A7F070"/>
          </a:solidFill>
          <a:ln/>
        </p:spPr>
      </p:sp>
      <p:sp>
        <p:nvSpPr>
          <p:cNvPr id="55" name="Text 53"/>
          <p:cNvSpPr/>
          <p:nvPr/>
        </p:nvSpPr>
        <p:spPr>
          <a:xfrm>
            <a:off x="6461881" y="6395501"/>
            <a:ext cx="156662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6" b="1" spc="65" kern="0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4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757926" y="6395501"/>
            <a:ext cx="1797007" cy="25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1" spc="73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Improved productivity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8183" y="328183"/>
            <a:ext cx="98455" cy="525093"/>
          </a:xfrm>
          <a:prstGeom prst="roundRect">
            <a:avLst>
              <a:gd name="adj" fmla="val 0"/>
            </a:avLst>
          </a:prstGeom>
          <a:solidFill>
            <a:srgbClr val="A7F070"/>
          </a:solidFill>
          <a:ln/>
        </p:spPr>
      </p:sp>
      <p:sp>
        <p:nvSpPr>
          <p:cNvPr id="3" name="Text 1"/>
          <p:cNvSpPr/>
          <p:nvPr/>
        </p:nvSpPr>
        <p:spPr>
          <a:xfrm>
            <a:off x="557911" y="344592"/>
            <a:ext cx="5628339" cy="492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876" b="1" spc="194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ADVANTAGES &amp; LIMITATIONS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8183" y="918913"/>
            <a:ext cx="11535634" cy="32818"/>
          </a:xfrm>
          <a:prstGeom prst="roundRect">
            <a:avLst>
              <a:gd name="adj" fmla="val 0"/>
            </a:avLst>
          </a:prstGeom>
          <a:solidFill>
            <a:srgbClr val="29ADFF"/>
          </a:solidFill>
          <a:ln/>
        </p:spPr>
      </p:sp>
      <p:sp>
        <p:nvSpPr>
          <p:cNvPr id="5" name="Shape 3"/>
          <p:cNvSpPr/>
          <p:nvPr/>
        </p:nvSpPr>
        <p:spPr>
          <a:xfrm>
            <a:off x="344592" y="1370164"/>
            <a:ext cx="5636544" cy="4873518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A7F0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4320" y="1550665"/>
            <a:ext cx="393820" cy="393820"/>
          </a:xfrm>
          <a:custGeom>
            <a:avLst/>
            <a:gdLst/>
            <a:ahLst/>
            <a:cxnLst/>
            <a:rect l="l" t="t" r="r" b="b"/>
            <a:pathLst>
              <a:path w="393820" h="393820">
                <a:moveTo>
                  <a:pt x="61534" y="123069"/>
                </a:moveTo>
                <a:cubicBezTo>
                  <a:pt x="75149" y="123069"/>
                  <a:pt x="86148" y="134068"/>
                  <a:pt x="86148" y="147682"/>
                </a:cubicBezTo>
                <a:lnTo>
                  <a:pt x="86148" y="344592"/>
                </a:lnTo>
                <a:cubicBezTo>
                  <a:pt x="86148" y="358207"/>
                  <a:pt x="75149" y="369206"/>
                  <a:pt x="61534" y="369206"/>
                </a:cubicBezTo>
                <a:lnTo>
                  <a:pt x="24614" y="369206"/>
                </a:lnTo>
                <a:cubicBezTo>
                  <a:pt x="10999" y="369206"/>
                  <a:pt x="0" y="358207"/>
                  <a:pt x="0" y="344592"/>
                </a:cubicBezTo>
                <a:lnTo>
                  <a:pt x="0" y="147682"/>
                </a:lnTo>
                <a:cubicBezTo>
                  <a:pt x="0" y="134068"/>
                  <a:pt x="10999" y="123069"/>
                  <a:pt x="24614" y="123069"/>
                </a:cubicBezTo>
                <a:lnTo>
                  <a:pt x="61534" y="123069"/>
                </a:lnTo>
                <a:close/>
                <a:moveTo>
                  <a:pt x="208140" y="12307"/>
                </a:moveTo>
                <a:cubicBezTo>
                  <a:pt x="229138" y="12307"/>
                  <a:pt x="246137" y="29306"/>
                  <a:pt x="246137" y="50304"/>
                </a:cubicBezTo>
                <a:lnTo>
                  <a:pt x="246137" y="53535"/>
                </a:lnTo>
                <a:cubicBezTo>
                  <a:pt x="246137" y="58765"/>
                  <a:pt x="245137" y="63996"/>
                  <a:pt x="243214" y="68842"/>
                </a:cubicBezTo>
                <a:lnTo>
                  <a:pt x="221524" y="123069"/>
                </a:lnTo>
                <a:lnTo>
                  <a:pt x="344592" y="123069"/>
                </a:lnTo>
                <a:cubicBezTo>
                  <a:pt x="364975" y="123069"/>
                  <a:pt x="381513" y="139606"/>
                  <a:pt x="381513" y="159989"/>
                </a:cubicBezTo>
                <a:cubicBezTo>
                  <a:pt x="381513" y="175142"/>
                  <a:pt x="372360" y="188141"/>
                  <a:pt x="359284" y="193833"/>
                </a:cubicBezTo>
                <a:cubicBezTo>
                  <a:pt x="372360" y="199525"/>
                  <a:pt x="381513" y="212524"/>
                  <a:pt x="381513" y="227677"/>
                </a:cubicBezTo>
                <a:cubicBezTo>
                  <a:pt x="381513" y="245676"/>
                  <a:pt x="368591" y="260675"/>
                  <a:pt x="351515" y="263905"/>
                </a:cubicBezTo>
                <a:cubicBezTo>
                  <a:pt x="354899" y="269520"/>
                  <a:pt x="356899" y="276058"/>
                  <a:pt x="356899" y="283058"/>
                </a:cubicBezTo>
                <a:cubicBezTo>
                  <a:pt x="356899" y="300134"/>
                  <a:pt x="345361" y="314440"/>
                  <a:pt x="329670" y="318671"/>
                </a:cubicBezTo>
                <a:cubicBezTo>
                  <a:pt x="331362" y="322901"/>
                  <a:pt x="332285" y="327516"/>
                  <a:pt x="332285" y="332285"/>
                </a:cubicBezTo>
                <a:cubicBezTo>
                  <a:pt x="332285" y="352669"/>
                  <a:pt x="315748" y="369206"/>
                  <a:pt x="295365" y="369206"/>
                </a:cubicBezTo>
                <a:lnTo>
                  <a:pt x="227754" y="369206"/>
                </a:lnTo>
                <a:cubicBezTo>
                  <a:pt x="199833" y="369206"/>
                  <a:pt x="172681" y="359668"/>
                  <a:pt x="150913" y="342208"/>
                </a:cubicBezTo>
                <a:lnTo>
                  <a:pt x="141529" y="334747"/>
                </a:lnTo>
                <a:cubicBezTo>
                  <a:pt x="129837" y="325440"/>
                  <a:pt x="123069" y="311287"/>
                  <a:pt x="123069" y="296288"/>
                </a:cubicBezTo>
                <a:lnTo>
                  <a:pt x="123069" y="152759"/>
                </a:lnTo>
                <a:cubicBezTo>
                  <a:pt x="123069" y="141298"/>
                  <a:pt x="125761" y="129991"/>
                  <a:pt x="130837" y="119761"/>
                </a:cubicBezTo>
                <a:lnTo>
                  <a:pt x="174065" y="33305"/>
                </a:lnTo>
                <a:cubicBezTo>
                  <a:pt x="180526" y="20460"/>
                  <a:pt x="193679" y="12307"/>
                  <a:pt x="208140" y="12307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7" name="Text 5"/>
          <p:cNvSpPr/>
          <p:nvPr/>
        </p:nvSpPr>
        <p:spPr>
          <a:xfrm>
            <a:off x="1148641" y="1583483"/>
            <a:ext cx="1583483" cy="32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26" b="1" spc="116" kern="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1502" y="2092167"/>
            <a:ext cx="5242724" cy="894299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A7F0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003" y="2248054"/>
            <a:ext cx="246137" cy="246137"/>
          </a:xfrm>
          <a:custGeom>
            <a:avLst/>
            <a:gdLst/>
            <a:ahLst/>
            <a:cxnLst/>
            <a:rect l="l" t="t" r="r" b="b"/>
            <a:pathLst>
              <a:path w="246137" h="246137">
                <a:moveTo>
                  <a:pt x="123069" y="246137"/>
                </a:moveTo>
                <a:cubicBezTo>
                  <a:pt x="190992" y="246137"/>
                  <a:pt x="246137" y="190992"/>
                  <a:pt x="246137" y="123069"/>
                </a:cubicBezTo>
                <a:cubicBezTo>
                  <a:pt x="246137" y="55145"/>
                  <a:pt x="190992" y="0"/>
                  <a:pt x="123069" y="0"/>
                </a:cubicBezTo>
                <a:cubicBezTo>
                  <a:pt x="55145" y="0"/>
                  <a:pt x="0" y="55145"/>
                  <a:pt x="0" y="123069"/>
                </a:cubicBezTo>
                <a:cubicBezTo>
                  <a:pt x="0" y="190992"/>
                  <a:pt x="55145" y="246137"/>
                  <a:pt x="123069" y="246137"/>
                </a:cubicBezTo>
                <a:close/>
                <a:moveTo>
                  <a:pt x="163643" y="102253"/>
                </a:moveTo>
                <a:lnTo>
                  <a:pt x="125184" y="163787"/>
                </a:lnTo>
                <a:cubicBezTo>
                  <a:pt x="123165" y="167008"/>
                  <a:pt x="119703" y="169027"/>
                  <a:pt x="115906" y="169219"/>
                </a:cubicBezTo>
                <a:cubicBezTo>
                  <a:pt x="112108" y="169412"/>
                  <a:pt x="108454" y="167681"/>
                  <a:pt x="106195" y="164604"/>
                </a:cubicBezTo>
                <a:lnTo>
                  <a:pt x="83119" y="133837"/>
                </a:lnTo>
                <a:cubicBezTo>
                  <a:pt x="79274" y="128741"/>
                  <a:pt x="80331" y="121530"/>
                  <a:pt x="85427" y="117684"/>
                </a:cubicBezTo>
                <a:cubicBezTo>
                  <a:pt x="90523" y="113838"/>
                  <a:pt x="97734" y="114896"/>
                  <a:pt x="101580" y="119992"/>
                </a:cubicBezTo>
                <a:lnTo>
                  <a:pt x="114560" y="137298"/>
                </a:lnTo>
                <a:lnTo>
                  <a:pt x="144077" y="90042"/>
                </a:lnTo>
                <a:cubicBezTo>
                  <a:pt x="147442" y="84658"/>
                  <a:pt x="154557" y="82975"/>
                  <a:pt x="159989" y="86388"/>
                </a:cubicBezTo>
                <a:cubicBezTo>
                  <a:pt x="165422" y="89802"/>
                  <a:pt x="167056" y="96868"/>
                  <a:pt x="163643" y="102301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0" name="Text 8"/>
          <p:cNvSpPr/>
          <p:nvPr/>
        </p:nvSpPr>
        <p:spPr>
          <a:xfrm>
            <a:off x="1095311" y="2239849"/>
            <a:ext cx="1058390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0" b="1" spc="78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Easy to Use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9184" y="2568032"/>
            <a:ext cx="5029405" cy="270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2" spc="6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Simple, </a:t>
            </a:r>
            <a:pPr>
              <a:lnSpc>
                <a:spcPct val="140000"/>
              </a:lnSpc>
            </a:pPr>
            <a:r>
              <a:rPr lang="en-US" sz="1292" b="1" spc="65" kern="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intuitive interface</a:t>
            </a:r>
            <a:pPr>
              <a:lnSpc>
                <a:spcPct val="140000"/>
              </a:lnSpc>
            </a:pPr>
            <a:r>
              <a:rPr lang="en-US" sz="1292" spc="6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requiring minimal training.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1502" y="3113637"/>
            <a:ext cx="5242724" cy="894299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A7F0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2003" y="3269524"/>
            <a:ext cx="246137" cy="246137"/>
          </a:xfrm>
          <a:custGeom>
            <a:avLst/>
            <a:gdLst/>
            <a:ahLst/>
            <a:cxnLst/>
            <a:rect l="l" t="t" r="r" b="b"/>
            <a:pathLst>
              <a:path w="246137" h="246137">
                <a:moveTo>
                  <a:pt x="123069" y="0"/>
                </a:moveTo>
                <a:cubicBezTo>
                  <a:pt x="190992" y="0"/>
                  <a:pt x="246137" y="55145"/>
                  <a:pt x="246137" y="123069"/>
                </a:cubicBezTo>
                <a:cubicBezTo>
                  <a:pt x="246137" y="190992"/>
                  <a:pt x="190992" y="246137"/>
                  <a:pt x="123069" y="246137"/>
                </a:cubicBezTo>
                <a:cubicBezTo>
                  <a:pt x="55145" y="246137"/>
                  <a:pt x="0" y="190992"/>
                  <a:pt x="0" y="123069"/>
                </a:cubicBezTo>
                <a:cubicBezTo>
                  <a:pt x="0" y="55145"/>
                  <a:pt x="55145" y="0"/>
                  <a:pt x="123069" y="0"/>
                </a:cubicBezTo>
                <a:close/>
                <a:moveTo>
                  <a:pt x="111531" y="57688"/>
                </a:moveTo>
                <a:lnTo>
                  <a:pt x="111531" y="123069"/>
                </a:lnTo>
                <a:cubicBezTo>
                  <a:pt x="111531" y="126915"/>
                  <a:pt x="113454" y="130520"/>
                  <a:pt x="116675" y="132683"/>
                </a:cubicBezTo>
                <a:lnTo>
                  <a:pt x="162826" y="163451"/>
                </a:lnTo>
                <a:cubicBezTo>
                  <a:pt x="168114" y="167008"/>
                  <a:pt x="175277" y="165566"/>
                  <a:pt x="178834" y="160230"/>
                </a:cubicBezTo>
                <a:cubicBezTo>
                  <a:pt x="182392" y="154893"/>
                  <a:pt x="180949" y="147779"/>
                  <a:pt x="175613" y="144221"/>
                </a:cubicBezTo>
                <a:lnTo>
                  <a:pt x="134606" y="116915"/>
                </a:lnTo>
                <a:lnTo>
                  <a:pt x="134606" y="57688"/>
                </a:lnTo>
                <a:cubicBezTo>
                  <a:pt x="134606" y="51295"/>
                  <a:pt x="129462" y="46151"/>
                  <a:pt x="123069" y="46151"/>
                </a:cubicBezTo>
                <a:cubicBezTo>
                  <a:pt x="116675" y="46151"/>
                  <a:pt x="111531" y="51295"/>
                  <a:pt x="111531" y="57688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4" name="Text 12"/>
          <p:cNvSpPr/>
          <p:nvPr/>
        </p:nvSpPr>
        <p:spPr>
          <a:xfrm>
            <a:off x="1095311" y="3261319"/>
            <a:ext cx="1017367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0" b="1" spc="78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Saves Time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9184" y="3589502"/>
            <a:ext cx="5029405" cy="270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2" spc="6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Automates tasks, reducing </a:t>
            </a:r>
            <a:pPr>
              <a:lnSpc>
                <a:spcPct val="140000"/>
              </a:lnSpc>
            </a:pPr>
            <a:r>
              <a:rPr lang="en-US" sz="1292" b="1" spc="65" kern="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administrative overhead</a:t>
            </a:r>
            <a:pPr>
              <a:lnSpc>
                <a:spcPct val="140000"/>
              </a:lnSpc>
            </a:pPr>
            <a:r>
              <a:rPr lang="en-US" sz="1292" spc="6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1502" y="4135106"/>
            <a:ext cx="5242724" cy="894299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A7F0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6619" y="4290993"/>
            <a:ext cx="276904" cy="246137"/>
          </a:xfrm>
          <a:custGeom>
            <a:avLst/>
            <a:gdLst/>
            <a:ahLst/>
            <a:cxnLst/>
            <a:rect l="l" t="t" r="r" b="b"/>
            <a:pathLst>
              <a:path w="276904" h="246137">
                <a:moveTo>
                  <a:pt x="26921" y="108454"/>
                </a:moveTo>
                <a:lnTo>
                  <a:pt x="15576" y="142394"/>
                </a:lnTo>
                <a:lnTo>
                  <a:pt x="15576" y="46151"/>
                </a:lnTo>
                <a:cubicBezTo>
                  <a:pt x="15576" y="29181"/>
                  <a:pt x="29373" y="15384"/>
                  <a:pt x="46343" y="15384"/>
                </a:cubicBezTo>
                <a:lnTo>
                  <a:pt x="113021" y="15384"/>
                </a:lnTo>
                <a:cubicBezTo>
                  <a:pt x="119655" y="15384"/>
                  <a:pt x="126145" y="17547"/>
                  <a:pt x="131482" y="21537"/>
                </a:cubicBezTo>
                <a:lnTo>
                  <a:pt x="149942" y="35382"/>
                </a:lnTo>
                <a:cubicBezTo>
                  <a:pt x="152586" y="37401"/>
                  <a:pt x="155855" y="38459"/>
                  <a:pt x="159172" y="38459"/>
                </a:cubicBezTo>
                <a:lnTo>
                  <a:pt x="215562" y="38459"/>
                </a:lnTo>
                <a:cubicBezTo>
                  <a:pt x="232532" y="38459"/>
                  <a:pt x="246330" y="52256"/>
                  <a:pt x="246330" y="69226"/>
                </a:cubicBezTo>
                <a:lnTo>
                  <a:pt x="246330" y="76918"/>
                </a:lnTo>
                <a:lnTo>
                  <a:pt x="70668" y="76918"/>
                </a:lnTo>
                <a:cubicBezTo>
                  <a:pt x="50814" y="76918"/>
                  <a:pt x="33171" y="89609"/>
                  <a:pt x="26873" y="108454"/>
                </a:cubicBezTo>
                <a:close/>
                <a:moveTo>
                  <a:pt x="229696" y="215370"/>
                </a:moveTo>
                <a:lnTo>
                  <a:pt x="47593" y="215370"/>
                </a:lnTo>
                <a:cubicBezTo>
                  <a:pt x="31825" y="215370"/>
                  <a:pt x="20720" y="199938"/>
                  <a:pt x="25719" y="184988"/>
                </a:cubicBezTo>
                <a:lnTo>
                  <a:pt x="48795" y="115761"/>
                </a:lnTo>
                <a:cubicBezTo>
                  <a:pt x="51920" y="106339"/>
                  <a:pt x="60765" y="99993"/>
                  <a:pt x="70668" y="99993"/>
                </a:cubicBezTo>
                <a:lnTo>
                  <a:pt x="252771" y="99993"/>
                </a:lnTo>
                <a:cubicBezTo>
                  <a:pt x="268540" y="99993"/>
                  <a:pt x="279645" y="115425"/>
                  <a:pt x="274645" y="130376"/>
                </a:cubicBezTo>
                <a:lnTo>
                  <a:pt x="251570" y="199602"/>
                </a:lnTo>
                <a:cubicBezTo>
                  <a:pt x="248445" y="209024"/>
                  <a:pt x="239599" y="215370"/>
                  <a:pt x="229696" y="215370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8" name="Text 16"/>
          <p:cNvSpPr/>
          <p:nvPr/>
        </p:nvSpPr>
        <p:spPr>
          <a:xfrm>
            <a:off x="1095311" y="4282789"/>
            <a:ext cx="1928075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0" b="1" spc="78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Improves Organization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9184" y="4610972"/>
            <a:ext cx="5029405" cy="270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2" spc="6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Centralizes data for </a:t>
            </a:r>
            <a:pPr>
              <a:lnSpc>
                <a:spcPct val="140000"/>
              </a:lnSpc>
            </a:pPr>
            <a:r>
              <a:rPr lang="en-US" sz="1292" b="1" spc="65" kern="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better organization</a:t>
            </a:r>
            <a:pPr>
              <a:lnSpc>
                <a:spcPct val="140000"/>
              </a:lnSpc>
            </a:pPr>
            <a:r>
              <a:rPr lang="en-US" sz="1292" spc="6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1502" y="5156576"/>
            <a:ext cx="5242724" cy="894299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A7F0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7386" y="5312463"/>
            <a:ext cx="215370" cy="246137"/>
          </a:xfrm>
          <a:custGeom>
            <a:avLst/>
            <a:gdLst/>
            <a:ahLst/>
            <a:cxnLst/>
            <a:rect l="l" t="t" r="r" b="b"/>
            <a:pathLst>
              <a:path w="215370" h="246137">
                <a:moveTo>
                  <a:pt x="162874" y="-4759"/>
                </a:moveTo>
                <a:cubicBezTo>
                  <a:pt x="168594" y="-625"/>
                  <a:pt x="170710" y="6875"/>
                  <a:pt x="168114" y="13413"/>
                </a:cubicBezTo>
                <a:lnTo>
                  <a:pt x="130424" y="107685"/>
                </a:lnTo>
                <a:lnTo>
                  <a:pt x="199987" y="107685"/>
                </a:lnTo>
                <a:cubicBezTo>
                  <a:pt x="206476" y="107685"/>
                  <a:pt x="212245" y="111723"/>
                  <a:pt x="214457" y="117829"/>
                </a:cubicBezTo>
                <a:cubicBezTo>
                  <a:pt x="216668" y="123934"/>
                  <a:pt x="214793" y="130760"/>
                  <a:pt x="209842" y="134895"/>
                </a:cubicBezTo>
                <a:lnTo>
                  <a:pt x="71389" y="250272"/>
                </a:lnTo>
                <a:cubicBezTo>
                  <a:pt x="65957" y="254791"/>
                  <a:pt x="58217" y="255031"/>
                  <a:pt x="52496" y="250897"/>
                </a:cubicBezTo>
                <a:cubicBezTo>
                  <a:pt x="46776" y="246762"/>
                  <a:pt x="44660" y="239263"/>
                  <a:pt x="47256" y="232725"/>
                </a:cubicBezTo>
                <a:lnTo>
                  <a:pt x="84946" y="138452"/>
                </a:lnTo>
                <a:lnTo>
                  <a:pt x="15384" y="138452"/>
                </a:lnTo>
                <a:cubicBezTo>
                  <a:pt x="8894" y="138452"/>
                  <a:pt x="3125" y="134414"/>
                  <a:pt x="913" y="128309"/>
                </a:cubicBezTo>
                <a:cubicBezTo>
                  <a:pt x="-1298" y="122203"/>
                  <a:pt x="577" y="115377"/>
                  <a:pt x="5528" y="111243"/>
                </a:cubicBezTo>
                <a:lnTo>
                  <a:pt x="143981" y="-4134"/>
                </a:lnTo>
                <a:cubicBezTo>
                  <a:pt x="149413" y="-8653"/>
                  <a:pt x="157153" y="-8894"/>
                  <a:pt x="162874" y="-4759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2" name="Text 20"/>
          <p:cNvSpPr/>
          <p:nvPr/>
        </p:nvSpPr>
        <p:spPr>
          <a:xfrm>
            <a:off x="1095311" y="5304258"/>
            <a:ext cx="1526051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0" b="1" spc="78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Fast Data Access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9184" y="5632441"/>
            <a:ext cx="5029405" cy="270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2" spc="6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Optimized queries ensure </a:t>
            </a:r>
            <a:pPr>
              <a:lnSpc>
                <a:spcPct val="140000"/>
              </a:lnSpc>
            </a:pPr>
            <a:r>
              <a:rPr lang="en-US" sz="1292" b="1" spc="65" kern="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fast data retrieval</a:t>
            </a:r>
            <a:pPr>
              <a:lnSpc>
                <a:spcPct val="140000"/>
              </a:lnSpc>
            </a:pPr>
            <a:r>
              <a:rPr lang="en-US" sz="1292" spc="6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1761" y="1204022"/>
            <a:ext cx="5636544" cy="3856151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FFCD7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1490" y="1384522"/>
            <a:ext cx="393820" cy="393820"/>
          </a:xfrm>
          <a:custGeom>
            <a:avLst/>
            <a:gdLst/>
            <a:ahLst/>
            <a:cxnLst/>
            <a:rect l="l" t="t" r="r" b="b"/>
            <a:pathLst>
              <a:path w="393820" h="393820">
                <a:moveTo>
                  <a:pt x="196910" y="0"/>
                </a:moveTo>
                <a:cubicBezTo>
                  <a:pt x="208217" y="0"/>
                  <a:pt x="218601" y="6230"/>
                  <a:pt x="223985" y="16153"/>
                </a:cubicBezTo>
                <a:lnTo>
                  <a:pt x="390128" y="323824"/>
                </a:lnTo>
                <a:cubicBezTo>
                  <a:pt x="395281" y="333362"/>
                  <a:pt x="395050" y="344900"/>
                  <a:pt x="389512" y="354207"/>
                </a:cubicBezTo>
                <a:cubicBezTo>
                  <a:pt x="383974" y="363514"/>
                  <a:pt x="373898" y="369206"/>
                  <a:pt x="363052" y="369206"/>
                </a:cubicBezTo>
                <a:lnTo>
                  <a:pt x="30767" y="369206"/>
                </a:lnTo>
                <a:cubicBezTo>
                  <a:pt x="19922" y="369206"/>
                  <a:pt x="9922" y="363514"/>
                  <a:pt x="4307" y="354207"/>
                </a:cubicBezTo>
                <a:cubicBezTo>
                  <a:pt x="-1308" y="344900"/>
                  <a:pt x="-1461" y="333362"/>
                  <a:pt x="3692" y="323824"/>
                </a:cubicBezTo>
                <a:lnTo>
                  <a:pt x="169835" y="16153"/>
                </a:lnTo>
                <a:cubicBezTo>
                  <a:pt x="175219" y="6230"/>
                  <a:pt x="185603" y="0"/>
                  <a:pt x="196910" y="0"/>
                </a:cubicBezTo>
                <a:close/>
                <a:moveTo>
                  <a:pt x="196910" y="129222"/>
                </a:moveTo>
                <a:cubicBezTo>
                  <a:pt x="186680" y="129222"/>
                  <a:pt x="178450" y="137452"/>
                  <a:pt x="178450" y="147682"/>
                </a:cubicBezTo>
                <a:lnTo>
                  <a:pt x="178450" y="233830"/>
                </a:lnTo>
                <a:cubicBezTo>
                  <a:pt x="178450" y="244060"/>
                  <a:pt x="186680" y="252291"/>
                  <a:pt x="196910" y="252291"/>
                </a:cubicBezTo>
                <a:cubicBezTo>
                  <a:pt x="207140" y="252291"/>
                  <a:pt x="215370" y="244060"/>
                  <a:pt x="215370" y="233830"/>
                </a:cubicBezTo>
                <a:lnTo>
                  <a:pt x="215370" y="147682"/>
                </a:lnTo>
                <a:cubicBezTo>
                  <a:pt x="215370" y="137452"/>
                  <a:pt x="207140" y="129222"/>
                  <a:pt x="196910" y="129222"/>
                </a:cubicBezTo>
                <a:close/>
                <a:moveTo>
                  <a:pt x="217447" y="295365"/>
                </a:moveTo>
                <a:cubicBezTo>
                  <a:pt x="217914" y="287742"/>
                  <a:pt x="214112" y="280489"/>
                  <a:pt x="207578" y="276536"/>
                </a:cubicBezTo>
                <a:cubicBezTo>
                  <a:pt x="201043" y="272583"/>
                  <a:pt x="192854" y="272583"/>
                  <a:pt x="186319" y="276536"/>
                </a:cubicBezTo>
                <a:cubicBezTo>
                  <a:pt x="179784" y="280489"/>
                  <a:pt x="175982" y="287742"/>
                  <a:pt x="176450" y="295365"/>
                </a:cubicBezTo>
                <a:cubicBezTo>
                  <a:pt x="175982" y="302988"/>
                  <a:pt x="179784" y="310241"/>
                  <a:pt x="186319" y="314193"/>
                </a:cubicBezTo>
                <a:cubicBezTo>
                  <a:pt x="192854" y="318146"/>
                  <a:pt x="201043" y="318146"/>
                  <a:pt x="207578" y="314193"/>
                </a:cubicBezTo>
                <a:cubicBezTo>
                  <a:pt x="214112" y="310241"/>
                  <a:pt x="217914" y="302988"/>
                  <a:pt x="217447" y="295365"/>
                </a:cubicBez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26" name="Text 24"/>
          <p:cNvSpPr/>
          <p:nvPr/>
        </p:nvSpPr>
        <p:spPr>
          <a:xfrm>
            <a:off x="7015810" y="1417341"/>
            <a:ext cx="1509642" cy="32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26" b="1" spc="116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08671" y="1926024"/>
            <a:ext cx="5242724" cy="894299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FFCD7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04556" y="2081911"/>
            <a:ext cx="215370" cy="246137"/>
          </a:xfrm>
          <a:custGeom>
            <a:avLst/>
            <a:gdLst/>
            <a:ahLst/>
            <a:cxnLst/>
            <a:rect l="l" t="t" r="r" b="b"/>
            <a:pathLst>
              <a:path w="215370" h="246137">
                <a:moveTo>
                  <a:pt x="80764" y="15384"/>
                </a:moveTo>
                <a:lnTo>
                  <a:pt x="11538" y="15384"/>
                </a:lnTo>
                <a:cubicBezTo>
                  <a:pt x="5144" y="15384"/>
                  <a:pt x="0" y="20527"/>
                  <a:pt x="0" y="26921"/>
                </a:cubicBezTo>
                <a:lnTo>
                  <a:pt x="0" y="96147"/>
                </a:lnTo>
                <a:cubicBezTo>
                  <a:pt x="0" y="100811"/>
                  <a:pt x="2788" y="105041"/>
                  <a:pt x="7115" y="106820"/>
                </a:cubicBezTo>
                <a:cubicBezTo>
                  <a:pt x="11442" y="108598"/>
                  <a:pt x="16393" y="107589"/>
                  <a:pt x="19710" y="104320"/>
                </a:cubicBezTo>
                <a:lnTo>
                  <a:pt x="38940" y="85090"/>
                </a:lnTo>
                <a:lnTo>
                  <a:pt x="76918" y="123069"/>
                </a:lnTo>
                <a:lnTo>
                  <a:pt x="38940" y="161047"/>
                </a:lnTo>
                <a:lnTo>
                  <a:pt x="19710" y="141817"/>
                </a:lnTo>
                <a:cubicBezTo>
                  <a:pt x="16393" y="138500"/>
                  <a:pt x="11442" y="137539"/>
                  <a:pt x="7115" y="139318"/>
                </a:cubicBezTo>
                <a:cubicBezTo>
                  <a:pt x="2788" y="141096"/>
                  <a:pt x="0" y="145327"/>
                  <a:pt x="0" y="149990"/>
                </a:cubicBezTo>
                <a:lnTo>
                  <a:pt x="0" y="219216"/>
                </a:lnTo>
                <a:cubicBezTo>
                  <a:pt x="0" y="225610"/>
                  <a:pt x="5144" y="230754"/>
                  <a:pt x="11538" y="230754"/>
                </a:cubicBezTo>
                <a:lnTo>
                  <a:pt x="80764" y="230754"/>
                </a:lnTo>
                <a:cubicBezTo>
                  <a:pt x="85427" y="230754"/>
                  <a:pt x="89657" y="227965"/>
                  <a:pt x="91436" y="223639"/>
                </a:cubicBezTo>
                <a:cubicBezTo>
                  <a:pt x="93215" y="219312"/>
                  <a:pt x="92253" y="214361"/>
                  <a:pt x="88936" y="211043"/>
                </a:cubicBezTo>
                <a:lnTo>
                  <a:pt x="69707" y="191814"/>
                </a:lnTo>
                <a:lnTo>
                  <a:pt x="107685" y="153836"/>
                </a:lnTo>
                <a:lnTo>
                  <a:pt x="145663" y="191814"/>
                </a:lnTo>
                <a:lnTo>
                  <a:pt x="126434" y="211043"/>
                </a:lnTo>
                <a:cubicBezTo>
                  <a:pt x="123117" y="214361"/>
                  <a:pt x="122155" y="219312"/>
                  <a:pt x="123934" y="223639"/>
                </a:cubicBezTo>
                <a:cubicBezTo>
                  <a:pt x="125713" y="227965"/>
                  <a:pt x="129943" y="230754"/>
                  <a:pt x="134606" y="230754"/>
                </a:cubicBezTo>
                <a:lnTo>
                  <a:pt x="203832" y="230754"/>
                </a:lnTo>
                <a:cubicBezTo>
                  <a:pt x="210226" y="230754"/>
                  <a:pt x="215370" y="225610"/>
                  <a:pt x="215370" y="219216"/>
                </a:cubicBezTo>
                <a:lnTo>
                  <a:pt x="215370" y="149990"/>
                </a:lnTo>
                <a:cubicBezTo>
                  <a:pt x="215370" y="145327"/>
                  <a:pt x="212582" y="141096"/>
                  <a:pt x="208255" y="139318"/>
                </a:cubicBezTo>
                <a:cubicBezTo>
                  <a:pt x="203929" y="137539"/>
                  <a:pt x="198977" y="138500"/>
                  <a:pt x="195660" y="141817"/>
                </a:cubicBezTo>
                <a:lnTo>
                  <a:pt x="176430" y="161047"/>
                </a:lnTo>
                <a:lnTo>
                  <a:pt x="138452" y="123069"/>
                </a:lnTo>
                <a:lnTo>
                  <a:pt x="176430" y="85090"/>
                </a:lnTo>
                <a:lnTo>
                  <a:pt x="195660" y="104320"/>
                </a:lnTo>
                <a:cubicBezTo>
                  <a:pt x="198977" y="107637"/>
                  <a:pt x="203929" y="108598"/>
                  <a:pt x="208255" y="106820"/>
                </a:cubicBezTo>
                <a:cubicBezTo>
                  <a:pt x="212582" y="105041"/>
                  <a:pt x="215370" y="100811"/>
                  <a:pt x="215370" y="96147"/>
                </a:cubicBezTo>
                <a:lnTo>
                  <a:pt x="215370" y="26921"/>
                </a:lnTo>
                <a:cubicBezTo>
                  <a:pt x="215370" y="20527"/>
                  <a:pt x="210226" y="15384"/>
                  <a:pt x="203832" y="15384"/>
                </a:cubicBezTo>
                <a:lnTo>
                  <a:pt x="134606" y="15384"/>
                </a:lnTo>
                <a:cubicBezTo>
                  <a:pt x="129943" y="15384"/>
                  <a:pt x="125713" y="18172"/>
                  <a:pt x="123934" y="22498"/>
                </a:cubicBezTo>
                <a:cubicBezTo>
                  <a:pt x="122155" y="26825"/>
                  <a:pt x="123165" y="31777"/>
                  <a:pt x="126434" y="35094"/>
                </a:cubicBezTo>
                <a:lnTo>
                  <a:pt x="145663" y="54323"/>
                </a:lnTo>
                <a:lnTo>
                  <a:pt x="107685" y="92301"/>
                </a:lnTo>
                <a:lnTo>
                  <a:pt x="69707" y="54323"/>
                </a:lnTo>
                <a:lnTo>
                  <a:pt x="88936" y="35094"/>
                </a:lnTo>
                <a:cubicBezTo>
                  <a:pt x="92253" y="31777"/>
                  <a:pt x="93215" y="26825"/>
                  <a:pt x="91436" y="22498"/>
                </a:cubicBezTo>
                <a:cubicBezTo>
                  <a:pt x="89657" y="18172"/>
                  <a:pt x="85427" y="15384"/>
                  <a:pt x="80764" y="15384"/>
                </a:cubicBez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29" name="Text 27"/>
          <p:cNvSpPr/>
          <p:nvPr/>
        </p:nvSpPr>
        <p:spPr>
          <a:xfrm>
            <a:off x="6962480" y="2073707"/>
            <a:ext cx="1599892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0" b="1" spc="78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Limited Scalability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56354" y="2401890"/>
            <a:ext cx="5029405" cy="270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2" spc="6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Designed for </a:t>
            </a:r>
            <a:pPr>
              <a:lnSpc>
                <a:spcPct val="140000"/>
              </a:lnSpc>
            </a:pPr>
            <a:r>
              <a:rPr lang="en-US" sz="1292" b="1" spc="65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small-scale operations</a:t>
            </a:r>
            <a:pPr>
              <a:lnSpc>
                <a:spcPct val="140000"/>
              </a:lnSpc>
            </a:pPr>
            <a:r>
              <a:rPr lang="en-US" sz="1292" spc="6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, may need migration for growth.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08671" y="2947494"/>
            <a:ext cx="5242724" cy="894299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FFCD7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89172" y="3103381"/>
            <a:ext cx="246137" cy="246137"/>
          </a:xfrm>
          <a:custGeom>
            <a:avLst/>
            <a:gdLst/>
            <a:ahLst/>
            <a:cxnLst/>
            <a:rect l="l" t="t" r="r" b="b"/>
            <a:pathLst>
              <a:path w="246137" h="246137">
                <a:moveTo>
                  <a:pt x="30767" y="15384"/>
                </a:moveTo>
                <a:cubicBezTo>
                  <a:pt x="13797" y="15384"/>
                  <a:pt x="0" y="29181"/>
                  <a:pt x="0" y="46151"/>
                </a:cubicBezTo>
                <a:lnTo>
                  <a:pt x="0" y="169219"/>
                </a:lnTo>
                <a:cubicBezTo>
                  <a:pt x="0" y="186189"/>
                  <a:pt x="13797" y="199987"/>
                  <a:pt x="30767" y="199987"/>
                </a:cubicBezTo>
                <a:lnTo>
                  <a:pt x="99993" y="199987"/>
                </a:lnTo>
                <a:lnTo>
                  <a:pt x="92301" y="223062"/>
                </a:lnTo>
                <a:lnTo>
                  <a:pt x="57688" y="223062"/>
                </a:lnTo>
                <a:cubicBezTo>
                  <a:pt x="51295" y="223062"/>
                  <a:pt x="46151" y="228206"/>
                  <a:pt x="46151" y="234600"/>
                </a:cubicBezTo>
                <a:cubicBezTo>
                  <a:pt x="46151" y="240993"/>
                  <a:pt x="51295" y="246137"/>
                  <a:pt x="57688" y="246137"/>
                </a:cubicBezTo>
                <a:lnTo>
                  <a:pt x="188449" y="246137"/>
                </a:lnTo>
                <a:cubicBezTo>
                  <a:pt x="194843" y="246137"/>
                  <a:pt x="199987" y="240993"/>
                  <a:pt x="199987" y="234600"/>
                </a:cubicBezTo>
                <a:cubicBezTo>
                  <a:pt x="199987" y="228206"/>
                  <a:pt x="194843" y="223062"/>
                  <a:pt x="188449" y="223062"/>
                </a:cubicBezTo>
                <a:lnTo>
                  <a:pt x="153836" y="223062"/>
                </a:lnTo>
                <a:lnTo>
                  <a:pt x="146144" y="199987"/>
                </a:lnTo>
                <a:lnTo>
                  <a:pt x="215370" y="199987"/>
                </a:lnTo>
                <a:cubicBezTo>
                  <a:pt x="232340" y="199987"/>
                  <a:pt x="246137" y="186189"/>
                  <a:pt x="246137" y="169219"/>
                </a:cubicBezTo>
                <a:lnTo>
                  <a:pt x="246137" y="46151"/>
                </a:lnTo>
                <a:cubicBezTo>
                  <a:pt x="246137" y="29181"/>
                  <a:pt x="232340" y="15384"/>
                  <a:pt x="215370" y="15384"/>
                </a:cubicBezTo>
                <a:lnTo>
                  <a:pt x="30767" y="15384"/>
                </a:lnTo>
                <a:close/>
                <a:moveTo>
                  <a:pt x="46151" y="46151"/>
                </a:moveTo>
                <a:lnTo>
                  <a:pt x="199987" y="46151"/>
                </a:lnTo>
                <a:cubicBezTo>
                  <a:pt x="208496" y="46151"/>
                  <a:pt x="215370" y="53025"/>
                  <a:pt x="215370" y="61534"/>
                </a:cubicBezTo>
                <a:lnTo>
                  <a:pt x="215370" y="138452"/>
                </a:lnTo>
                <a:cubicBezTo>
                  <a:pt x="215370" y="146961"/>
                  <a:pt x="208496" y="153836"/>
                  <a:pt x="199987" y="153836"/>
                </a:cubicBezTo>
                <a:lnTo>
                  <a:pt x="46151" y="153836"/>
                </a:lnTo>
                <a:cubicBezTo>
                  <a:pt x="37642" y="153836"/>
                  <a:pt x="30767" y="146961"/>
                  <a:pt x="30767" y="138452"/>
                </a:cubicBezTo>
                <a:lnTo>
                  <a:pt x="30767" y="61534"/>
                </a:lnTo>
                <a:cubicBezTo>
                  <a:pt x="30767" y="53025"/>
                  <a:pt x="37642" y="46151"/>
                  <a:pt x="46151" y="46151"/>
                </a:cubicBez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480" y="3095176"/>
            <a:ext cx="1517847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0" b="1" spc="78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Local Deployment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56354" y="3423359"/>
            <a:ext cx="5029405" cy="270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2" spc="6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Currently </a:t>
            </a:r>
            <a:pPr>
              <a:lnSpc>
                <a:spcPct val="140000"/>
              </a:lnSpc>
            </a:pPr>
            <a:r>
              <a:rPr lang="en-US" sz="1292" b="1" spc="65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local deployment only</a:t>
            </a:r>
            <a:pPr>
              <a:lnSpc>
                <a:spcPct val="140000"/>
              </a:lnSpc>
            </a:pPr>
            <a:r>
              <a:rPr lang="en-US" sz="1292" spc="6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, limiting remote access.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08671" y="3968964"/>
            <a:ext cx="5242724" cy="894299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FFCD7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58405" y="4124851"/>
            <a:ext cx="307672" cy="246137"/>
          </a:xfrm>
          <a:custGeom>
            <a:avLst/>
            <a:gdLst/>
            <a:ahLst/>
            <a:cxnLst/>
            <a:rect l="l" t="t" r="r" b="b"/>
            <a:pathLst>
              <a:path w="307672" h="246137">
                <a:moveTo>
                  <a:pt x="199938" y="101195"/>
                </a:moveTo>
                <a:cubicBezTo>
                  <a:pt x="205803" y="99609"/>
                  <a:pt x="211957" y="102397"/>
                  <a:pt x="214601" y="107829"/>
                </a:cubicBezTo>
                <a:lnTo>
                  <a:pt x="223543" y="125905"/>
                </a:lnTo>
                <a:cubicBezTo>
                  <a:pt x="228494" y="126578"/>
                  <a:pt x="233350" y="127924"/>
                  <a:pt x="237917" y="129799"/>
                </a:cubicBezTo>
                <a:lnTo>
                  <a:pt x="254742" y="118598"/>
                </a:lnTo>
                <a:cubicBezTo>
                  <a:pt x="259790" y="115233"/>
                  <a:pt x="266472" y="115906"/>
                  <a:pt x="270751" y="120184"/>
                </a:cubicBezTo>
                <a:lnTo>
                  <a:pt x="279981" y="129414"/>
                </a:lnTo>
                <a:cubicBezTo>
                  <a:pt x="284260" y="133693"/>
                  <a:pt x="284933" y="140423"/>
                  <a:pt x="281568" y="145423"/>
                </a:cubicBezTo>
                <a:lnTo>
                  <a:pt x="270366" y="162201"/>
                </a:lnTo>
                <a:cubicBezTo>
                  <a:pt x="271280" y="164460"/>
                  <a:pt x="272097" y="166816"/>
                  <a:pt x="272770" y="169267"/>
                </a:cubicBezTo>
                <a:cubicBezTo>
                  <a:pt x="273443" y="171719"/>
                  <a:pt x="273876" y="174123"/>
                  <a:pt x="274212" y="176575"/>
                </a:cubicBezTo>
                <a:lnTo>
                  <a:pt x="292336" y="185516"/>
                </a:lnTo>
                <a:cubicBezTo>
                  <a:pt x="297768" y="188208"/>
                  <a:pt x="300557" y="194362"/>
                  <a:pt x="298970" y="200179"/>
                </a:cubicBezTo>
                <a:lnTo>
                  <a:pt x="295605" y="212774"/>
                </a:lnTo>
                <a:cubicBezTo>
                  <a:pt x="294019" y="218591"/>
                  <a:pt x="288586" y="222533"/>
                  <a:pt x="282529" y="222149"/>
                </a:cubicBezTo>
                <a:lnTo>
                  <a:pt x="262338" y="220851"/>
                </a:lnTo>
                <a:cubicBezTo>
                  <a:pt x="259309" y="224744"/>
                  <a:pt x="255800" y="228350"/>
                  <a:pt x="251810" y="231427"/>
                </a:cubicBezTo>
                <a:lnTo>
                  <a:pt x="253108" y="251570"/>
                </a:lnTo>
                <a:cubicBezTo>
                  <a:pt x="253493" y="257627"/>
                  <a:pt x="249551" y="263107"/>
                  <a:pt x="243734" y="264646"/>
                </a:cubicBezTo>
                <a:lnTo>
                  <a:pt x="231138" y="268011"/>
                </a:lnTo>
                <a:cubicBezTo>
                  <a:pt x="225273" y="269597"/>
                  <a:pt x="219168" y="266809"/>
                  <a:pt x="216476" y="261377"/>
                </a:cubicBezTo>
                <a:lnTo>
                  <a:pt x="207534" y="243301"/>
                </a:lnTo>
                <a:cubicBezTo>
                  <a:pt x="202583" y="242628"/>
                  <a:pt x="197727" y="241282"/>
                  <a:pt x="193160" y="239407"/>
                </a:cubicBezTo>
                <a:lnTo>
                  <a:pt x="176334" y="250608"/>
                </a:lnTo>
                <a:cubicBezTo>
                  <a:pt x="171287" y="253973"/>
                  <a:pt x="164604" y="253300"/>
                  <a:pt x="160326" y="249022"/>
                </a:cubicBezTo>
                <a:lnTo>
                  <a:pt x="151096" y="239792"/>
                </a:lnTo>
                <a:cubicBezTo>
                  <a:pt x="146817" y="235513"/>
                  <a:pt x="146144" y="228831"/>
                  <a:pt x="149509" y="223783"/>
                </a:cubicBezTo>
                <a:lnTo>
                  <a:pt x="160710" y="206957"/>
                </a:lnTo>
                <a:cubicBezTo>
                  <a:pt x="159797" y="204698"/>
                  <a:pt x="158980" y="202342"/>
                  <a:pt x="158307" y="199890"/>
                </a:cubicBezTo>
                <a:cubicBezTo>
                  <a:pt x="157634" y="197439"/>
                  <a:pt x="157201" y="194987"/>
                  <a:pt x="156864" y="192583"/>
                </a:cubicBezTo>
                <a:lnTo>
                  <a:pt x="138741" y="183641"/>
                </a:lnTo>
                <a:cubicBezTo>
                  <a:pt x="133308" y="180949"/>
                  <a:pt x="130568" y="174796"/>
                  <a:pt x="132106" y="168979"/>
                </a:cubicBezTo>
                <a:lnTo>
                  <a:pt x="135472" y="156384"/>
                </a:lnTo>
                <a:cubicBezTo>
                  <a:pt x="137058" y="150567"/>
                  <a:pt x="142490" y="146625"/>
                  <a:pt x="148548" y="147009"/>
                </a:cubicBezTo>
                <a:lnTo>
                  <a:pt x="168691" y="148307"/>
                </a:lnTo>
                <a:cubicBezTo>
                  <a:pt x="171719" y="144413"/>
                  <a:pt x="175229" y="140808"/>
                  <a:pt x="179219" y="137731"/>
                </a:cubicBezTo>
                <a:lnTo>
                  <a:pt x="177921" y="117636"/>
                </a:lnTo>
                <a:cubicBezTo>
                  <a:pt x="177536" y="111579"/>
                  <a:pt x="181478" y="106099"/>
                  <a:pt x="187295" y="104560"/>
                </a:cubicBezTo>
                <a:lnTo>
                  <a:pt x="199890" y="101195"/>
                </a:lnTo>
                <a:close/>
                <a:moveTo>
                  <a:pt x="215562" y="163451"/>
                </a:moveTo>
                <a:cubicBezTo>
                  <a:pt x="203888" y="163464"/>
                  <a:pt x="194421" y="172953"/>
                  <a:pt x="194434" y="184627"/>
                </a:cubicBezTo>
                <a:cubicBezTo>
                  <a:pt x="194447" y="196301"/>
                  <a:pt x="203936" y="205769"/>
                  <a:pt x="215610" y="205755"/>
                </a:cubicBezTo>
                <a:cubicBezTo>
                  <a:pt x="227285" y="205742"/>
                  <a:pt x="236752" y="196253"/>
                  <a:pt x="236739" y="184579"/>
                </a:cubicBezTo>
                <a:cubicBezTo>
                  <a:pt x="236726" y="172905"/>
                  <a:pt x="227237" y="163437"/>
                  <a:pt x="215562" y="163451"/>
                </a:cubicBezTo>
                <a:close/>
                <a:moveTo>
                  <a:pt x="108118" y="-21874"/>
                </a:moveTo>
                <a:lnTo>
                  <a:pt x="120713" y="-18508"/>
                </a:lnTo>
                <a:cubicBezTo>
                  <a:pt x="126530" y="-16922"/>
                  <a:pt x="130472" y="-11442"/>
                  <a:pt x="130087" y="-5432"/>
                </a:cubicBezTo>
                <a:lnTo>
                  <a:pt x="128789" y="14662"/>
                </a:lnTo>
                <a:cubicBezTo>
                  <a:pt x="132780" y="17739"/>
                  <a:pt x="136289" y="21297"/>
                  <a:pt x="139318" y="25239"/>
                </a:cubicBezTo>
                <a:lnTo>
                  <a:pt x="159508" y="23941"/>
                </a:lnTo>
                <a:cubicBezTo>
                  <a:pt x="165518" y="23556"/>
                  <a:pt x="170998" y="27498"/>
                  <a:pt x="172585" y="33315"/>
                </a:cubicBezTo>
                <a:lnTo>
                  <a:pt x="175950" y="45910"/>
                </a:lnTo>
                <a:cubicBezTo>
                  <a:pt x="177488" y="51727"/>
                  <a:pt x="174748" y="57881"/>
                  <a:pt x="169316" y="60573"/>
                </a:cubicBezTo>
                <a:lnTo>
                  <a:pt x="151192" y="69515"/>
                </a:lnTo>
                <a:cubicBezTo>
                  <a:pt x="150855" y="71966"/>
                  <a:pt x="150374" y="74418"/>
                  <a:pt x="149750" y="76822"/>
                </a:cubicBezTo>
                <a:cubicBezTo>
                  <a:pt x="149125" y="79225"/>
                  <a:pt x="148259" y="81629"/>
                  <a:pt x="147346" y="83889"/>
                </a:cubicBezTo>
                <a:lnTo>
                  <a:pt x="158547" y="100714"/>
                </a:lnTo>
                <a:cubicBezTo>
                  <a:pt x="161912" y="105762"/>
                  <a:pt x="161239" y="112444"/>
                  <a:pt x="156961" y="116723"/>
                </a:cubicBezTo>
                <a:lnTo>
                  <a:pt x="147730" y="125953"/>
                </a:lnTo>
                <a:cubicBezTo>
                  <a:pt x="143452" y="130232"/>
                  <a:pt x="136770" y="130905"/>
                  <a:pt x="131722" y="127539"/>
                </a:cubicBezTo>
                <a:lnTo>
                  <a:pt x="114896" y="116338"/>
                </a:lnTo>
                <a:cubicBezTo>
                  <a:pt x="110329" y="118213"/>
                  <a:pt x="105474" y="119559"/>
                  <a:pt x="100522" y="120232"/>
                </a:cubicBezTo>
                <a:lnTo>
                  <a:pt x="91580" y="138308"/>
                </a:lnTo>
                <a:cubicBezTo>
                  <a:pt x="88888" y="143740"/>
                  <a:pt x="82735" y="146481"/>
                  <a:pt x="76918" y="144942"/>
                </a:cubicBezTo>
                <a:lnTo>
                  <a:pt x="64323" y="141577"/>
                </a:lnTo>
                <a:cubicBezTo>
                  <a:pt x="58458" y="139991"/>
                  <a:pt x="54564" y="134510"/>
                  <a:pt x="54948" y="128501"/>
                </a:cubicBezTo>
                <a:lnTo>
                  <a:pt x="56246" y="108358"/>
                </a:lnTo>
                <a:cubicBezTo>
                  <a:pt x="52256" y="105281"/>
                  <a:pt x="48747" y="101724"/>
                  <a:pt x="45718" y="97782"/>
                </a:cubicBezTo>
                <a:lnTo>
                  <a:pt x="25527" y="99080"/>
                </a:lnTo>
                <a:cubicBezTo>
                  <a:pt x="19518" y="99464"/>
                  <a:pt x="14038" y="95522"/>
                  <a:pt x="12451" y="89706"/>
                </a:cubicBezTo>
                <a:lnTo>
                  <a:pt x="9086" y="77110"/>
                </a:lnTo>
                <a:cubicBezTo>
                  <a:pt x="7548" y="71293"/>
                  <a:pt x="10288" y="65140"/>
                  <a:pt x="15720" y="62448"/>
                </a:cubicBezTo>
                <a:lnTo>
                  <a:pt x="33844" y="53506"/>
                </a:lnTo>
                <a:cubicBezTo>
                  <a:pt x="34180" y="51054"/>
                  <a:pt x="34661" y="48651"/>
                  <a:pt x="35286" y="46199"/>
                </a:cubicBezTo>
                <a:cubicBezTo>
                  <a:pt x="35959" y="43747"/>
                  <a:pt x="36728" y="41391"/>
                  <a:pt x="37690" y="39132"/>
                </a:cubicBezTo>
                <a:lnTo>
                  <a:pt x="26489" y="22354"/>
                </a:lnTo>
                <a:cubicBezTo>
                  <a:pt x="23123" y="17307"/>
                  <a:pt x="23796" y="10624"/>
                  <a:pt x="28075" y="6346"/>
                </a:cubicBezTo>
                <a:lnTo>
                  <a:pt x="37305" y="-2884"/>
                </a:lnTo>
                <a:cubicBezTo>
                  <a:pt x="41584" y="-7163"/>
                  <a:pt x="48266" y="-7836"/>
                  <a:pt x="53314" y="-4471"/>
                </a:cubicBezTo>
                <a:lnTo>
                  <a:pt x="70140" y="6730"/>
                </a:lnTo>
                <a:cubicBezTo>
                  <a:pt x="74707" y="4855"/>
                  <a:pt x="79562" y="3509"/>
                  <a:pt x="84514" y="2836"/>
                </a:cubicBezTo>
                <a:lnTo>
                  <a:pt x="93455" y="-15239"/>
                </a:lnTo>
                <a:cubicBezTo>
                  <a:pt x="96147" y="-20672"/>
                  <a:pt x="102253" y="-23412"/>
                  <a:pt x="108118" y="-21874"/>
                </a:cubicBezTo>
                <a:close/>
                <a:moveTo>
                  <a:pt x="92494" y="40382"/>
                </a:moveTo>
                <a:cubicBezTo>
                  <a:pt x="80819" y="40382"/>
                  <a:pt x="71341" y="49860"/>
                  <a:pt x="71341" y="61534"/>
                </a:cubicBezTo>
                <a:cubicBezTo>
                  <a:pt x="71341" y="73209"/>
                  <a:pt x="80819" y="82687"/>
                  <a:pt x="92494" y="82687"/>
                </a:cubicBezTo>
                <a:cubicBezTo>
                  <a:pt x="104168" y="82687"/>
                  <a:pt x="113646" y="73209"/>
                  <a:pt x="113646" y="61534"/>
                </a:cubicBezTo>
                <a:cubicBezTo>
                  <a:pt x="113646" y="49860"/>
                  <a:pt x="104168" y="40382"/>
                  <a:pt x="92494" y="40382"/>
                </a:cubicBez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37" name="Text 35"/>
          <p:cNvSpPr/>
          <p:nvPr/>
        </p:nvSpPr>
        <p:spPr>
          <a:xfrm>
            <a:off x="6962480" y="4116646"/>
            <a:ext cx="1394778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0" b="1" spc="78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Database Setup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56354" y="4444829"/>
            <a:ext cx="5029405" cy="270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2" spc="6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Requires </a:t>
            </a:r>
            <a:pPr>
              <a:lnSpc>
                <a:spcPct val="140000"/>
              </a:lnSpc>
            </a:pPr>
            <a:r>
              <a:rPr lang="en-US" sz="1292" b="1" spc="65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initial database configuration</a:t>
            </a:r>
            <a:pPr>
              <a:lnSpc>
                <a:spcPct val="140000"/>
              </a:lnSpc>
            </a:pPr>
            <a:r>
              <a:rPr lang="en-US" sz="1292" spc="6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and technical knowledge.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11761" y="5220162"/>
            <a:ext cx="5636544" cy="1189664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61495" y="5376048"/>
            <a:ext cx="307672" cy="246137"/>
          </a:xfrm>
          <a:custGeom>
            <a:avLst/>
            <a:gdLst/>
            <a:ahLst/>
            <a:cxnLst/>
            <a:rect l="l" t="t" r="r" b="b"/>
            <a:pathLst>
              <a:path w="307672" h="246137">
                <a:moveTo>
                  <a:pt x="184603" y="15384"/>
                </a:moveTo>
                <a:lnTo>
                  <a:pt x="246137" y="15384"/>
                </a:lnTo>
                <a:cubicBezTo>
                  <a:pt x="254646" y="15384"/>
                  <a:pt x="261521" y="22258"/>
                  <a:pt x="261521" y="30767"/>
                </a:cubicBezTo>
                <a:cubicBezTo>
                  <a:pt x="261521" y="39276"/>
                  <a:pt x="254646" y="46151"/>
                  <a:pt x="246137" y="46151"/>
                </a:cubicBezTo>
                <a:lnTo>
                  <a:pt x="191526" y="46151"/>
                </a:lnTo>
                <a:cubicBezTo>
                  <a:pt x="189026" y="58554"/>
                  <a:pt x="180517" y="68793"/>
                  <a:pt x="169219" y="73697"/>
                </a:cubicBezTo>
                <a:lnTo>
                  <a:pt x="169219" y="215370"/>
                </a:lnTo>
                <a:lnTo>
                  <a:pt x="246137" y="215370"/>
                </a:lnTo>
                <a:cubicBezTo>
                  <a:pt x="254646" y="215370"/>
                  <a:pt x="261521" y="222245"/>
                  <a:pt x="261521" y="230754"/>
                </a:cubicBezTo>
                <a:cubicBezTo>
                  <a:pt x="261521" y="239263"/>
                  <a:pt x="254646" y="246137"/>
                  <a:pt x="246137" y="246137"/>
                </a:cubicBezTo>
                <a:lnTo>
                  <a:pt x="61534" y="246137"/>
                </a:lnTo>
                <a:cubicBezTo>
                  <a:pt x="53025" y="246137"/>
                  <a:pt x="46151" y="239263"/>
                  <a:pt x="46151" y="230754"/>
                </a:cubicBezTo>
                <a:cubicBezTo>
                  <a:pt x="46151" y="222245"/>
                  <a:pt x="53025" y="215370"/>
                  <a:pt x="61534" y="215370"/>
                </a:cubicBezTo>
                <a:lnTo>
                  <a:pt x="138452" y="215370"/>
                </a:lnTo>
                <a:lnTo>
                  <a:pt x="138452" y="73697"/>
                </a:lnTo>
                <a:cubicBezTo>
                  <a:pt x="127155" y="68745"/>
                  <a:pt x="118646" y="58506"/>
                  <a:pt x="116146" y="46151"/>
                </a:cubicBezTo>
                <a:lnTo>
                  <a:pt x="61534" y="46151"/>
                </a:lnTo>
                <a:cubicBezTo>
                  <a:pt x="53025" y="46151"/>
                  <a:pt x="46151" y="39276"/>
                  <a:pt x="46151" y="30767"/>
                </a:cubicBezTo>
                <a:cubicBezTo>
                  <a:pt x="46151" y="22258"/>
                  <a:pt x="53025" y="15384"/>
                  <a:pt x="61534" y="15384"/>
                </a:cubicBezTo>
                <a:lnTo>
                  <a:pt x="123069" y="15384"/>
                </a:lnTo>
                <a:cubicBezTo>
                  <a:pt x="130087" y="6057"/>
                  <a:pt x="141240" y="0"/>
                  <a:pt x="153836" y="0"/>
                </a:cubicBezTo>
                <a:cubicBezTo>
                  <a:pt x="166431" y="0"/>
                  <a:pt x="177584" y="6057"/>
                  <a:pt x="184603" y="15384"/>
                </a:cubicBezTo>
                <a:close/>
                <a:moveTo>
                  <a:pt x="211332" y="153836"/>
                </a:moveTo>
                <a:lnTo>
                  <a:pt x="280943" y="153836"/>
                </a:lnTo>
                <a:lnTo>
                  <a:pt x="246137" y="94128"/>
                </a:lnTo>
                <a:lnTo>
                  <a:pt x="211332" y="153836"/>
                </a:lnTo>
                <a:close/>
                <a:moveTo>
                  <a:pt x="246137" y="199987"/>
                </a:moveTo>
                <a:cubicBezTo>
                  <a:pt x="215899" y="199987"/>
                  <a:pt x="190756" y="183641"/>
                  <a:pt x="185564" y="162056"/>
                </a:cubicBezTo>
                <a:cubicBezTo>
                  <a:pt x="184315" y="156768"/>
                  <a:pt x="186045" y="151336"/>
                  <a:pt x="188785" y="146625"/>
                </a:cubicBezTo>
                <a:lnTo>
                  <a:pt x="234552" y="68168"/>
                </a:lnTo>
                <a:cubicBezTo>
                  <a:pt x="236955" y="64034"/>
                  <a:pt x="241378" y="61534"/>
                  <a:pt x="246137" y="61534"/>
                </a:cubicBezTo>
                <a:cubicBezTo>
                  <a:pt x="250897" y="61534"/>
                  <a:pt x="255319" y="64082"/>
                  <a:pt x="257723" y="68168"/>
                </a:cubicBezTo>
                <a:lnTo>
                  <a:pt x="303489" y="146625"/>
                </a:lnTo>
                <a:cubicBezTo>
                  <a:pt x="306229" y="151336"/>
                  <a:pt x="307960" y="156768"/>
                  <a:pt x="306710" y="162056"/>
                </a:cubicBezTo>
                <a:cubicBezTo>
                  <a:pt x="301518" y="183593"/>
                  <a:pt x="276376" y="199987"/>
                  <a:pt x="246137" y="199987"/>
                </a:cubicBezTo>
                <a:close/>
                <a:moveTo>
                  <a:pt x="60957" y="94128"/>
                </a:moveTo>
                <a:lnTo>
                  <a:pt x="26152" y="153836"/>
                </a:lnTo>
                <a:lnTo>
                  <a:pt x="95811" y="153836"/>
                </a:lnTo>
                <a:lnTo>
                  <a:pt x="60957" y="94128"/>
                </a:lnTo>
                <a:close/>
                <a:moveTo>
                  <a:pt x="433" y="162056"/>
                </a:moveTo>
                <a:cubicBezTo>
                  <a:pt x="-817" y="156768"/>
                  <a:pt x="913" y="151336"/>
                  <a:pt x="3654" y="146625"/>
                </a:cubicBezTo>
                <a:lnTo>
                  <a:pt x="49420" y="68168"/>
                </a:lnTo>
                <a:cubicBezTo>
                  <a:pt x="51823" y="64034"/>
                  <a:pt x="56246" y="61534"/>
                  <a:pt x="61006" y="61534"/>
                </a:cubicBezTo>
                <a:cubicBezTo>
                  <a:pt x="65765" y="61534"/>
                  <a:pt x="70188" y="64082"/>
                  <a:pt x="72591" y="68168"/>
                </a:cubicBezTo>
                <a:lnTo>
                  <a:pt x="118357" y="146625"/>
                </a:lnTo>
                <a:cubicBezTo>
                  <a:pt x="121098" y="151336"/>
                  <a:pt x="122828" y="156768"/>
                  <a:pt x="121578" y="162056"/>
                </a:cubicBezTo>
                <a:cubicBezTo>
                  <a:pt x="116386" y="183593"/>
                  <a:pt x="91244" y="199987"/>
                  <a:pt x="61006" y="199987"/>
                </a:cubicBezTo>
                <a:cubicBezTo>
                  <a:pt x="30767" y="199987"/>
                  <a:pt x="5625" y="183641"/>
                  <a:pt x="433" y="162056"/>
                </a:cubicBez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41" name="Text 39"/>
          <p:cNvSpPr/>
          <p:nvPr/>
        </p:nvSpPr>
        <p:spPr>
          <a:xfrm>
            <a:off x="6765570" y="5367844"/>
            <a:ext cx="1255300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0" b="1" spc="78" kern="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Balanced View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359444" y="5728845"/>
            <a:ext cx="5423225" cy="533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2" spc="6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Ideal for </a:t>
            </a:r>
            <a:pPr>
              <a:lnSpc>
                <a:spcPct val="140000"/>
              </a:lnSpc>
            </a:pPr>
            <a:r>
              <a:rPr lang="en-US" sz="1292" b="1" spc="65" kern="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freelancers and small agencies</a:t>
            </a:r>
            <a:pPr>
              <a:lnSpc>
                <a:spcPct val="140000"/>
              </a:lnSpc>
            </a:pPr>
            <a:r>
              <a:rPr lang="en-US" sz="1292" spc="6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seeking a simple, cost-effective solution.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95250" cy="508000"/>
          </a:xfrm>
          <a:prstGeom prst="roundRect">
            <a:avLst>
              <a:gd name="adj" fmla="val 0"/>
            </a:avLst>
          </a:prstGeom>
          <a:solidFill>
            <a:srgbClr val="29ADFF"/>
          </a:solidFill>
          <a:ln/>
        </p:spPr>
      </p:sp>
      <p:sp>
        <p:nvSpPr>
          <p:cNvPr id="3" name="Text 1"/>
          <p:cNvSpPr/>
          <p:nvPr/>
        </p:nvSpPr>
        <p:spPr>
          <a:xfrm>
            <a:off x="539750" y="333375"/>
            <a:ext cx="248443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750" b="1" spc="188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20750"/>
            <a:ext cx="11557000" cy="31750"/>
          </a:xfrm>
          <a:prstGeom prst="roundRect">
            <a:avLst>
              <a:gd name="adj" fmla="val 0"/>
            </a:avLst>
          </a:prstGeom>
          <a:solidFill>
            <a:srgbClr val="29ADFF"/>
          </a:solidFill>
          <a:ln/>
        </p:spPr>
      </p:sp>
      <p:sp>
        <p:nvSpPr>
          <p:cNvPr id="5" name="Shape 3"/>
          <p:cNvSpPr/>
          <p:nvPr/>
        </p:nvSpPr>
        <p:spPr>
          <a:xfrm>
            <a:off x="333375" y="1158875"/>
            <a:ext cx="5619750" cy="228600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A7F0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7375" y="1365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07379" y="0"/>
                </a:moveTo>
                <a:lnTo>
                  <a:pt x="274067" y="0"/>
                </a:lnTo>
                <a:cubicBezTo>
                  <a:pt x="293787" y="0"/>
                  <a:pt x="309860" y="16222"/>
                  <a:pt x="309116" y="35868"/>
                </a:cubicBezTo>
                <a:cubicBezTo>
                  <a:pt x="308967" y="39812"/>
                  <a:pt x="308818" y="43755"/>
                  <a:pt x="308595" y="47625"/>
                </a:cubicBezTo>
                <a:lnTo>
                  <a:pt x="345504" y="47625"/>
                </a:lnTo>
                <a:cubicBezTo>
                  <a:pt x="364927" y="47625"/>
                  <a:pt x="382042" y="63698"/>
                  <a:pt x="380554" y="84683"/>
                </a:cubicBezTo>
                <a:cubicBezTo>
                  <a:pt x="374972" y="161851"/>
                  <a:pt x="335533" y="204267"/>
                  <a:pt x="292745" y="226442"/>
                </a:cubicBezTo>
                <a:cubicBezTo>
                  <a:pt x="280988" y="232544"/>
                  <a:pt x="269007" y="237083"/>
                  <a:pt x="257621" y="240432"/>
                </a:cubicBezTo>
                <a:cubicBezTo>
                  <a:pt x="242590" y="261714"/>
                  <a:pt x="226963" y="272951"/>
                  <a:pt x="214536" y="278978"/>
                </a:cubicBezTo>
                <a:lnTo>
                  <a:pt x="214536" y="333375"/>
                </a:lnTo>
                <a:lnTo>
                  <a:pt x="262161" y="333375"/>
                </a:lnTo>
                <a:cubicBezTo>
                  <a:pt x="275332" y="333375"/>
                  <a:pt x="285973" y="344016"/>
                  <a:pt x="285973" y="357188"/>
                </a:cubicBezTo>
                <a:cubicBezTo>
                  <a:pt x="285973" y="370359"/>
                  <a:pt x="275332" y="381000"/>
                  <a:pt x="262161" y="381000"/>
                </a:cubicBezTo>
                <a:lnTo>
                  <a:pt x="119286" y="381000"/>
                </a:lnTo>
                <a:cubicBezTo>
                  <a:pt x="106114" y="381000"/>
                  <a:pt x="95473" y="370359"/>
                  <a:pt x="95473" y="357188"/>
                </a:cubicBezTo>
                <a:cubicBezTo>
                  <a:pt x="95473" y="344016"/>
                  <a:pt x="106114" y="333375"/>
                  <a:pt x="119286" y="333375"/>
                </a:cubicBezTo>
                <a:lnTo>
                  <a:pt x="166911" y="333375"/>
                </a:lnTo>
                <a:lnTo>
                  <a:pt x="166911" y="278978"/>
                </a:lnTo>
                <a:cubicBezTo>
                  <a:pt x="155004" y="273248"/>
                  <a:pt x="140196" y="262607"/>
                  <a:pt x="125760" y="243036"/>
                </a:cubicBezTo>
                <a:cubicBezTo>
                  <a:pt x="112068" y="239464"/>
                  <a:pt x="97185" y="234032"/>
                  <a:pt x="82674" y="225847"/>
                </a:cubicBezTo>
                <a:cubicBezTo>
                  <a:pt x="42416" y="203299"/>
                  <a:pt x="6102" y="160809"/>
                  <a:pt x="893" y="84534"/>
                </a:cubicBezTo>
                <a:cubicBezTo>
                  <a:pt x="-521" y="63624"/>
                  <a:pt x="16520" y="47551"/>
                  <a:pt x="35942" y="47551"/>
                </a:cubicBezTo>
                <a:lnTo>
                  <a:pt x="72851" y="47551"/>
                </a:lnTo>
                <a:cubicBezTo>
                  <a:pt x="72628" y="43681"/>
                  <a:pt x="72479" y="39812"/>
                  <a:pt x="72330" y="35793"/>
                </a:cubicBezTo>
                <a:cubicBezTo>
                  <a:pt x="71586" y="16073"/>
                  <a:pt x="87660" y="-74"/>
                  <a:pt x="107379" y="-74"/>
                </a:cubicBezTo>
                <a:close/>
                <a:moveTo>
                  <a:pt x="75530" y="83344"/>
                </a:moveTo>
                <a:lnTo>
                  <a:pt x="36537" y="83344"/>
                </a:lnTo>
                <a:cubicBezTo>
                  <a:pt x="41151" y="146372"/>
                  <a:pt x="70098" y="177924"/>
                  <a:pt x="99938" y="194667"/>
                </a:cubicBezTo>
                <a:cubicBezTo>
                  <a:pt x="89222" y="166911"/>
                  <a:pt x="80367" y="130671"/>
                  <a:pt x="75530" y="83344"/>
                </a:cubicBezTo>
                <a:close/>
                <a:moveTo>
                  <a:pt x="282773" y="191095"/>
                </a:moveTo>
                <a:cubicBezTo>
                  <a:pt x="312911" y="173385"/>
                  <a:pt x="340147" y="141908"/>
                  <a:pt x="344760" y="83344"/>
                </a:cubicBezTo>
                <a:lnTo>
                  <a:pt x="305842" y="83344"/>
                </a:lnTo>
                <a:cubicBezTo>
                  <a:pt x="301228" y="128662"/>
                  <a:pt x="292894" y="163860"/>
                  <a:pt x="282773" y="191095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397000"/>
            <a:ext cx="21113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spc="113" kern="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System Success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9750" y="1873250"/>
            <a:ext cx="5302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spc="7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AssetFlow delivers an </a:t>
            </a:r>
            <a:pPr>
              <a:lnSpc>
                <a:spcPct val="140000"/>
              </a:lnSpc>
            </a:pPr>
            <a:r>
              <a:rPr lang="en-US" sz="1500" b="1" spc="75" kern="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efficient management system</a:t>
            </a:r>
            <a:pPr>
              <a:lnSpc>
                <a:spcPct val="140000"/>
              </a:lnSpc>
            </a:pPr>
            <a:r>
              <a:rPr lang="en-US" sz="1500" spc="7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that successfully addresses the challenges faced by freelancers.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9750" y="2619375"/>
            <a:ext cx="5302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spc="7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By combining </a:t>
            </a:r>
            <a:pPr>
              <a:lnSpc>
                <a:spcPct val="140000"/>
              </a:lnSpc>
            </a:pPr>
            <a:r>
              <a:rPr lang="en-US" sz="1500" b="1" spc="75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frontend, backend, SQL, and MongoDB</a:t>
            </a:r>
            <a:pPr>
              <a:lnSpc>
                <a:spcPct val="140000"/>
              </a:lnSpc>
            </a:pPr>
            <a:r>
              <a:rPr lang="en-US" sz="1500" spc="7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technologies, the system provides a comprehensive solution.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3375" y="3667125"/>
            <a:ext cx="5619750" cy="317500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750" y="3873500"/>
            <a:ext cx="53260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spc="94" kern="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Technology Integration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5625" y="4302125"/>
            <a:ext cx="2508250" cy="107950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49016" y="444500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01364" y="670"/>
                </a:moveTo>
                <a:cubicBezTo>
                  <a:pt x="191877" y="-2065"/>
                  <a:pt x="181998" y="3460"/>
                  <a:pt x="179263" y="12948"/>
                </a:cubicBezTo>
                <a:lnTo>
                  <a:pt x="107826" y="262979"/>
                </a:lnTo>
                <a:cubicBezTo>
                  <a:pt x="105091" y="272467"/>
                  <a:pt x="110617" y="282346"/>
                  <a:pt x="120104" y="285080"/>
                </a:cubicBezTo>
                <a:cubicBezTo>
                  <a:pt x="129592" y="287815"/>
                  <a:pt x="139471" y="282290"/>
                  <a:pt x="142205" y="272802"/>
                </a:cubicBezTo>
                <a:lnTo>
                  <a:pt x="213643" y="22771"/>
                </a:lnTo>
                <a:cubicBezTo>
                  <a:pt x="216377" y="13283"/>
                  <a:pt x="210852" y="3404"/>
                  <a:pt x="201364" y="670"/>
                </a:cubicBezTo>
                <a:close/>
                <a:moveTo>
                  <a:pt x="237418" y="76628"/>
                </a:moveTo>
                <a:cubicBezTo>
                  <a:pt x="230442" y="83604"/>
                  <a:pt x="230442" y="94934"/>
                  <a:pt x="237418" y="101910"/>
                </a:cubicBezTo>
                <a:lnTo>
                  <a:pt x="278383" y="142875"/>
                </a:lnTo>
                <a:lnTo>
                  <a:pt x="237418" y="183840"/>
                </a:lnTo>
                <a:cubicBezTo>
                  <a:pt x="230442" y="190816"/>
                  <a:pt x="230442" y="202146"/>
                  <a:pt x="237418" y="209122"/>
                </a:cubicBezTo>
                <a:cubicBezTo>
                  <a:pt x="244394" y="216098"/>
                  <a:pt x="255724" y="216098"/>
                  <a:pt x="262700" y="209122"/>
                </a:cubicBezTo>
                <a:lnTo>
                  <a:pt x="316278" y="155544"/>
                </a:lnTo>
                <a:cubicBezTo>
                  <a:pt x="323255" y="148568"/>
                  <a:pt x="323255" y="137238"/>
                  <a:pt x="316278" y="130262"/>
                </a:cubicBezTo>
                <a:lnTo>
                  <a:pt x="262700" y="76684"/>
                </a:lnTo>
                <a:cubicBezTo>
                  <a:pt x="255724" y="69707"/>
                  <a:pt x="244394" y="69707"/>
                  <a:pt x="237418" y="76684"/>
                </a:cubicBezTo>
                <a:close/>
                <a:moveTo>
                  <a:pt x="84106" y="76628"/>
                </a:moveTo>
                <a:cubicBezTo>
                  <a:pt x="77130" y="69652"/>
                  <a:pt x="65801" y="69652"/>
                  <a:pt x="58824" y="76628"/>
                </a:cubicBezTo>
                <a:lnTo>
                  <a:pt x="5246" y="130206"/>
                </a:lnTo>
                <a:cubicBezTo>
                  <a:pt x="-1730" y="137182"/>
                  <a:pt x="-1730" y="148512"/>
                  <a:pt x="5246" y="155488"/>
                </a:cubicBezTo>
                <a:lnTo>
                  <a:pt x="58824" y="209066"/>
                </a:lnTo>
                <a:cubicBezTo>
                  <a:pt x="65801" y="216043"/>
                  <a:pt x="77130" y="216043"/>
                  <a:pt x="84106" y="209066"/>
                </a:cubicBezTo>
                <a:cubicBezTo>
                  <a:pt x="91083" y="202090"/>
                  <a:pt x="91083" y="190760"/>
                  <a:pt x="84106" y="183784"/>
                </a:cubicBezTo>
                <a:lnTo>
                  <a:pt x="43142" y="142875"/>
                </a:lnTo>
                <a:lnTo>
                  <a:pt x="84051" y="101910"/>
                </a:lnTo>
                <a:cubicBezTo>
                  <a:pt x="91027" y="94934"/>
                  <a:pt x="91027" y="83604"/>
                  <a:pt x="84051" y="76628"/>
                </a:cubicBez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14" name="Text 12"/>
          <p:cNvSpPr/>
          <p:nvPr/>
        </p:nvSpPr>
        <p:spPr>
          <a:xfrm>
            <a:off x="658813" y="4794250"/>
            <a:ext cx="2301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spc="63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2781" y="5016500"/>
            <a:ext cx="2293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spc="56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HTML/CSS/JS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22625" y="4302125"/>
            <a:ext cx="2508250" cy="107950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A7F0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51734" y="444500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89297"/>
                </a:lnTo>
                <a:cubicBezTo>
                  <a:pt x="0" y="108998"/>
                  <a:pt x="16018" y="125016"/>
                  <a:pt x="35719" y="125016"/>
                </a:cubicBezTo>
                <a:lnTo>
                  <a:pt x="214313" y="125016"/>
                </a:lnTo>
                <a:cubicBezTo>
                  <a:pt x="234014" y="125016"/>
                  <a:pt x="250031" y="108998"/>
                  <a:pt x="250031" y="89297"/>
                </a:cubicBezTo>
                <a:lnTo>
                  <a:pt x="250031" y="53578"/>
                </a:lnTo>
                <a:cubicBezTo>
                  <a:pt x="250031" y="33877"/>
                  <a:pt x="234014" y="17859"/>
                  <a:pt x="214313" y="17859"/>
                </a:cubicBezTo>
                <a:lnTo>
                  <a:pt x="35719" y="17859"/>
                </a:lnTo>
                <a:close/>
                <a:moveTo>
                  <a:pt x="156270" y="58043"/>
                </a:moveTo>
                <a:cubicBezTo>
                  <a:pt x="163662" y="58043"/>
                  <a:pt x="169664" y="64045"/>
                  <a:pt x="169664" y="71438"/>
                </a:cubicBezTo>
                <a:cubicBezTo>
                  <a:pt x="169664" y="78830"/>
                  <a:pt x="163662" y="84832"/>
                  <a:pt x="156270" y="84832"/>
                </a:cubicBezTo>
                <a:cubicBezTo>
                  <a:pt x="148877" y="84832"/>
                  <a:pt x="142875" y="78830"/>
                  <a:pt x="142875" y="71438"/>
                </a:cubicBezTo>
                <a:cubicBezTo>
                  <a:pt x="142875" y="64045"/>
                  <a:pt x="148877" y="58043"/>
                  <a:pt x="156270" y="58043"/>
                </a:cubicBezTo>
                <a:close/>
                <a:moveTo>
                  <a:pt x="187523" y="71438"/>
                </a:moveTo>
                <a:cubicBezTo>
                  <a:pt x="187523" y="64045"/>
                  <a:pt x="193525" y="58043"/>
                  <a:pt x="200918" y="58043"/>
                </a:cubicBezTo>
                <a:cubicBezTo>
                  <a:pt x="208311" y="58043"/>
                  <a:pt x="214313" y="64045"/>
                  <a:pt x="214313" y="71438"/>
                </a:cubicBezTo>
                <a:cubicBezTo>
                  <a:pt x="214313" y="78830"/>
                  <a:pt x="208311" y="84832"/>
                  <a:pt x="200918" y="84832"/>
                </a:cubicBezTo>
                <a:cubicBezTo>
                  <a:pt x="193525" y="84832"/>
                  <a:pt x="187523" y="78830"/>
                  <a:pt x="187523" y="71438"/>
                </a:cubicBezTo>
                <a:close/>
                <a:moveTo>
                  <a:pt x="35719" y="160734"/>
                </a:moveTo>
                <a:cubicBezTo>
                  <a:pt x="16018" y="160734"/>
                  <a:pt x="0" y="176752"/>
                  <a:pt x="0" y="196453"/>
                </a:cubicBez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14313" y="267891"/>
                </a:lnTo>
                <a:cubicBezTo>
                  <a:pt x="234014" y="267891"/>
                  <a:pt x="250031" y="251873"/>
                  <a:pt x="250031" y="232172"/>
                </a:cubicBezTo>
                <a:lnTo>
                  <a:pt x="250031" y="196453"/>
                </a:lnTo>
                <a:cubicBezTo>
                  <a:pt x="250031" y="176752"/>
                  <a:pt x="234014" y="160734"/>
                  <a:pt x="214313" y="160734"/>
                </a:cubicBezTo>
                <a:lnTo>
                  <a:pt x="35719" y="160734"/>
                </a:lnTo>
                <a:close/>
                <a:moveTo>
                  <a:pt x="156270" y="200918"/>
                </a:moveTo>
                <a:cubicBezTo>
                  <a:pt x="163662" y="200918"/>
                  <a:pt x="169664" y="206920"/>
                  <a:pt x="169664" y="214313"/>
                </a:cubicBezTo>
                <a:cubicBezTo>
                  <a:pt x="169664" y="221705"/>
                  <a:pt x="163662" y="227707"/>
                  <a:pt x="156270" y="227707"/>
                </a:cubicBezTo>
                <a:cubicBezTo>
                  <a:pt x="148877" y="227707"/>
                  <a:pt x="142875" y="221705"/>
                  <a:pt x="142875" y="214313"/>
                </a:cubicBezTo>
                <a:cubicBezTo>
                  <a:pt x="142875" y="206920"/>
                  <a:pt x="148877" y="200918"/>
                  <a:pt x="156270" y="200918"/>
                </a:cubicBezTo>
                <a:close/>
                <a:moveTo>
                  <a:pt x="187523" y="214313"/>
                </a:moveTo>
                <a:cubicBezTo>
                  <a:pt x="187523" y="206920"/>
                  <a:pt x="193525" y="200918"/>
                  <a:pt x="200918" y="200918"/>
                </a:cubicBezTo>
                <a:cubicBezTo>
                  <a:pt x="208311" y="200918"/>
                  <a:pt x="214313" y="206920"/>
                  <a:pt x="214313" y="214313"/>
                </a:cubicBezTo>
                <a:cubicBezTo>
                  <a:pt x="214313" y="221705"/>
                  <a:pt x="208311" y="227707"/>
                  <a:pt x="200918" y="227707"/>
                </a:cubicBezTo>
                <a:cubicBezTo>
                  <a:pt x="193525" y="227707"/>
                  <a:pt x="187523" y="221705"/>
                  <a:pt x="187523" y="214313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8" name="Text 16"/>
          <p:cNvSpPr/>
          <p:nvPr/>
        </p:nvSpPr>
        <p:spPr>
          <a:xfrm>
            <a:off x="3325813" y="4794250"/>
            <a:ext cx="2301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spc="63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Backend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29781" y="5016500"/>
            <a:ext cx="2293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spc="56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Node.js/Express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55625" y="5540375"/>
            <a:ext cx="2508250" cy="107950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FFCD7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84734" y="568325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50031" y="114858"/>
                </a:moveTo>
                <a:cubicBezTo>
                  <a:pt x="241771" y="120328"/>
                  <a:pt x="232283" y="124737"/>
                  <a:pt x="222405" y="128253"/>
                </a:cubicBezTo>
                <a:cubicBezTo>
                  <a:pt x="196174" y="137629"/>
                  <a:pt x="161739" y="142875"/>
                  <a:pt x="125016" y="142875"/>
                </a:cubicBezTo>
                <a:cubicBezTo>
                  <a:pt x="88292" y="142875"/>
                  <a:pt x="53801" y="137573"/>
                  <a:pt x="27626" y="128253"/>
                </a:cubicBezTo>
                <a:cubicBezTo>
                  <a:pt x="17804" y="124737"/>
                  <a:pt x="8260" y="120328"/>
                  <a:pt x="0" y="114858"/>
                </a:cubicBezTo>
                <a:lnTo>
                  <a:pt x="0" y="160734"/>
                </a:lnTo>
                <a:cubicBezTo>
                  <a:pt x="0" y="185403"/>
                  <a:pt x="55978" y="205383"/>
                  <a:pt x="125016" y="205383"/>
                </a:cubicBezTo>
                <a:cubicBezTo>
                  <a:pt x="194053" y="205383"/>
                  <a:pt x="250031" y="185403"/>
                  <a:pt x="250031" y="160734"/>
                </a:cubicBezTo>
                <a:lnTo>
                  <a:pt x="250031" y="114858"/>
                </a:lnTo>
                <a:close/>
                <a:moveTo>
                  <a:pt x="250031" y="71438"/>
                </a:moveTo>
                <a:lnTo>
                  <a:pt x="250031" y="44648"/>
                </a:lnTo>
                <a:cubicBezTo>
                  <a:pt x="250031" y="19980"/>
                  <a:pt x="194053" y="0"/>
                  <a:pt x="125016" y="0"/>
                </a:cubicBezTo>
                <a:cubicBezTo>
                  <a:pt x="55978" y="0"/>
                  <a:pt x="0" y="19980"/>
                  <a:pt x="0" y="44648"/>
                </a:cubicBezTo>
                <a:lnTo>
                  <a:pt x="0" y="71438"/>
                </a:lnTo>
                <a:cubicBezTo>
                  <a:pt x="0" y="96106"/>
                  <a:pt x="55978" y="116086"/>
                  <a:pt x="125016" y="116086"/>
                </a:cubicBezTo>
                <a:cubicBezTo>
                  <a:pt x="194053" y="116086"/>
                  <a:pt x="250031" y="96106"/>
                  <a:pt x="250031" y="71438"/>
                </a:cubicBezTo>
                <a:close/>
                <a:moveTo>
                  <a:pt x="222405" y="217550"/>
                </a:moveTo>
                <a:cubicBezTo>
                  <a:pt x="196230" y="226870"/>
                  <a:pt x="161795" y="232172"/>
                  <a:pt x="125016" y="232172"/>
                </a:cubicBezTo>
                <a:cubicBezTo>
                  <a:pt x="88236" y="232172"/>
                  <a:pt x="53801" y="226870"/>
                  <a:pt x="27626" y="217550"/>
                </a:cubicBezTo>
                <a:cubicBezTo>
                  <a:pt x="17804" y="214033"/>
                  <a:pt x="8260" y="209624"/>
                  <a:pt x="0" y="204155"/>
                </a:cubicBezTo>
                <a:lnTo>
                  <a:pt x="0" y="241102"/>
                </a:lnTo>
                <a:cubicBezTo>
                  <a:pt x="0" y="265770"/>
                  <a:pt x="55978" y="285750"/>
                  <a:pt x="125016" y="285750"/>
                </a:cubicBezTo>
                <a:cubicBezTo>
                  <a:pt x="194053" y="285750"/>
                  <a:pt x="250031" y="265770"/>
                  <a:pt x="250031" y="241102"/>
                </a:cubicBezTo>
                <a:lnTo>
                  <a:pt x="250031" y="204155"/>
                </a:lnTo>
                <a:cubicBezTo>
                  <a:pt x="241771" y="209624"/>
                  <a:pt x="232283" y="214033"/>
                  <a:pt x="222405" y="217550"/>
                </a:cubicBez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22" name="Text 20"/>
          <p:cNvSpPr/>
          <p:nvPr/>
        </p:nvSpPr>
        <p:spPr>
          <a:xfrm>
            <a:off x="658813" y="6032500"/>
            <a:ext cx="2301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spc="63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SQL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2781" y="6254750"/>
            <a:ext cx="2293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spc="56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SQLite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22625" y="5540375"/>
            <a:ext cx="2508250" cy="107950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33875" y="56832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63035" y="3739"/>
                </a:moveTo>
                <a:cubicBezTo>
                  <a:pt x="266607" y="335"/>
                  <a:pt x="271797" y="-893"/>
                  <a:pt x="276597" y="670"/>
                </a:cubicBezTo>
                <a:cubicBezTo>
                  <a:pt x="282067" y="2511"/>
                  <a:pt x="285750" y="7646"/>
                  <a:pt x="285750" y="13395"/>
                </a:cubicBezTo>
                <a:lnTo>
                  <a:pt x="285750" y="117704"/>
                </a:lnTo>
                <a:cubicBezTo>
                  <a:pt x="285750" y="190928"/>
                  <a:pt x="225419" y="250031"/>
                  <a:pt x="152474" y="250031"/>
                </a:cubicBezTo>
                <a:cubicBezTo>
                  <a:pt x="109500" y="250031"/>
                  <a:pt x="72442" y="222405"/>
                  <a:pt x="58992" y="183784"/>
                </a:cubicBezTo>
                <a:cubicBezTo>
                  <a:pt x="39235" y="200974"/>
                  <a:pt x="26789" y="226256"/>
                  <a:pt x="26789" y="254496"/>
                </a:cubicBezTo>
                <a:cubicBezTo>
                  <a:pt x="26789" y="261919"/>
                  <a:pt x="20817" y="267891"/>
                  <a:pt x="13395" y="267891"/>
                </a:cubicBezTo>
                <a:cubicBezTo>
                  <a:pt x="5972" y="267891"/>
                  <a:pt x="0" y="261919"/>
                  <a:pt x="0" y="254496"/>
                </a:cubicBezTo>
                <a:cubicBezTo>
                  <a:pt x="0" y="212694"/>
                  <a:pt x="21320" y="175859"/>
                  <a:pt x="53634" y="154205"/>
                </a:cubicBezTo>
                <a:cubicBezTo>
                  <a:pt x="73335" y="141033"/>
                  <a:pt x="96831" y="133945"/>
                  <a:pt x="120551" y="133945"/>
                </a:cubicBezTo>
                <a:lnTo>
                  <a:pt x="165199" y="133945"/>
                </a:lnTo>
                <a:cubicBezTo>
                  <a:pt x="172622" y="133945"/>
                  <a:pt x="178594" y="127974"/>
                  <a:pt x="178594" y="120551"/>
                </a:cubicBezTo>
                <a:cubicBezTo>
                  <a:pt x="178594" y="113128"/>
                  <a:pt x="172622" y="107156"/>
                  <a:pt x="165199" y="107156"/>
                </a:cubicBezTo>
                <a:lnTo>
                  <a:pt x="120551" y="107156"/>
                </a:lnTo>
                <a:cubicBezTo>
                  <a:pt x="98394" y="107156"/>
                  <a:pt x="77409" y="112068"/>
                  <a:pt x="58601" y="120830"/>
                </a:cubicBezTo>
                <a:cubicBezTo>
                  <a:pt x="71605" y="81762"/>
                  <a:pt x="108384" y="53578"/>
                  <a:pt x="151805" y="53578"/>
                </a:cubicBezTo>
                <a:cubicBezTo>
                  <a:pt x="188863" y="53578"/>
                  <a:pt x="216433" y="41244"/>
                  <a:pt x="234795" y="29021"/>
                </a:cubicBezTo>
                <a:cubicBezTo>
                  <a:pt x="245511" y="21878"/>
                  <a:pt x="254608" y="13339"/>
                  <a:pt x="263091" y="3739"/>
                </a:cubicBez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26" name="Text 24"/>
          <p:cNvSpPr/>
          <p:nvPr/>
        </p:nvSpPr>
        <p:spPr>
          <a:xfrm>
            <a:off x="3325813" y="6032500"/>
            <a:ext cx="2301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spc="63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NoSQL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329781" y="6254750"/>
            <a:ext cx="2293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spc="56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MongoDB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38875" y="1361281"/>
            <a:ext cx="5619750" cy="333375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FFCD7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2875" y="156765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47625" y="47625"/>
                </a:moveTo>
                <a:cubicBezTo>
                  <a:pt x="47625" y="34454"/>
                  <a:pt x="36984" y="23812"/>
                  <a:pt x="23812" y="23812"/>
                </a:cubicBezTo>
                <a:cubicBezTo>
                  <a:pt x="10641" y="23812"/>
                  <a:pt x="0" y="34454"/>
                  <a:pt x="0" y="47625"/>
                </a:cubicBezTo>
                <a:lnTo>
                  <a:pt x="0" y="297656"/>
                </a:lnTo>
                <a:cubicBezTo>
                  <a:pt x="0" y="330547"/>
                  <a:pt x="26640" y="357188"/>
                  <a:pt x="59531" y="357188"/>
                </a:cubicBezTo>
                <a:lnTo>
                  <a:pt x="357188" y="357188"/>
                </a:lnTo>
                <a:cubicBezTo>
                  <a:pt x="370359" y="357188"/>
                  <a:pt x="381000" y="346546"/>
                  <a:pt x="381000" y="333375"/>
                </a:cubicBezTo>
                <a:cubicBezTo>
                  <a:pt x="381000" y="320204"/>
                  <a:pt x="370359" y="309563"/>
                  <a:pt x="357188" y="309563"/>
                </a:cubicBezTo>
                <a:lnTo>
                  <a:pt x="59531" y="309563"/>
                </a:lnTo>
                <a:cubicBezTo>
                  <a:pt x="52983" y="309563"/>
                  <a:pt x="47625" y="304205"/>
                  <a:pt x="47625" y="297656"/>
                </a:cubicBezTo>
                <a:lnTo>
                  <a:pt x="47625" y="47625"/>
                </a:lnTo>
                <a:close/>
                <a:moveTo>
                  <a:pt x="350193" y="112068"/>
                </a:moveTo>
                <a:cubicBezTo>
                  <a:pt x="359494" y="102766"/>
                  <a:pt x="359494" y="87660"/>
                  <a:pt x="350193" y="78358"/>
                </a:cubicBezTo>
                <a:cubicBezTo>
                  <a:pt x="340891" y="69056"/>
                  <a:pt x="325785" y="69056"/>
                  <a:pt x="316483" y="78358"/>
                </a:cubicBezTo>
                <a:lnTo>
                  <a:pt x="238125" y="156790"/>
                </a:lnTo>
                <a:lnTo>
                  <a:pt x="195411" y="114151"/>
                </a:lnTo>
                <a:cubicBezTo>
                  <a:pt x="186110" y="104849"/>
                  <a:pt x="171004" y="104849"/>
                  <a:pt x="161702" y="114151"/>
                </a:cubicBezTo>
                <a:lnTo>
                  <a:pt x="90264" y="185589"/>
                </a:lnTo>
                <a:cubicBezTo>
                  <a:pt x="80963" y="194890"/>
                  <a:pt x="80963" y="209996"/>
                  <a:pt x="90264" y="219298"/>
                </a:cubicBezTo>
                <a:cubicBezTo>
                  <a:pt x="99566" y="228600"/>
                  <a:pt x="114672" y="228600"/>
                  <a:pt x="123974" y="219298"/>
                </a:cubicBezTo>
                <a:lnTo>
                  <a:pt x="178594" y="164678"/>
                </a:lnTo>
                <a:lnTo>
                  <a:pt x="221307" y="207392"/>
                </a:lnTo>
                <a:cubicBezTo>
                  <a:pt x="230609" y="216694"/>
                  <a:pt x="245715" y="216694"/>
                  <a:pt x="255017" y="207392"/>
                </a:cubicBezTo>
                <a:lnTo>
                  <a:pt x="350267" y="112142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30" name="Text 28"/>
          <p:cNvSpPr/>
          <p:nvPr/>
        </p:nvSpPr>
        <p:spPr>
          <a:xfrm>
            <a:off x="7048500" y="1599406"/>
            <a:ext cx="2286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spc="113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45250" y="2075656"/>
            <a:ext cx="381000" cy="381000"/>
          </a:xfrm>
          <a:prstGeom prst="roundRect">
            <a:avLst>
              <a:gd name="adj" fmla="val 0"/>
            </a:avLst>
          </a:prstGeom>
          <a:solidFill>
            <a:srgbClr val="A7F070"/>
          </a:solidFill>
          <a:ln/>
        </p:spPr>
      </p:sp>
      <p:sp>
        <p:nvSpPr>
          <p:cNvPr id="32" name="Text 30"/>
          <p:cNvSpPr/>
          <p:nvPr/>
        </p:nvSpPr>
        <p:spPr>
          <a:xfrm>
            <a:off x="6606232" y="2139156"/>
            <a:ext cx="150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spc="75" kern="0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53250" y="2075656"/>
            <a:ext cx="22939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spc="75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Workflow Improvement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53250" y="2361406"/>
            <a:ext cx="2278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spc="63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Streamlined project management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45250" y="2710656"/>
            <a:ext cx="381000" cy="381000"/>
          </a:xfrm>
          <a:prstGeom prst="roundRect">
            <a:avLst>
              <a:gd name="adj" fmla="val 0"/>
            </a:avLst>
          </a:prstGeom>
          <a:solidFill>
            <a:srgbClr val="A7F070"/>
          </a:solidFill>
          <a:ln/>
        </p:spPr>
      </p:sp>
      <p:sp>
        <p:nvSpPr>
          <p:cNvPr id="36" name="Text 34"/>
          <p:cNvSpPr/>
          <p:nvPr/>
        </p:nvSpPr>
        <p:spPr>
          <a:xfrm>
            <a:off x="6588621" y="2774156"/>
            <a:ext cx="19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spc="75" kern="0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2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53250" y="2710656"/>
            <a:ext cx="2214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spc="75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Asset Organization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53250" y="2996406"/>
            <a:ext cx="2198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spc="63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Centralized digital asset library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45250" y="3345656"/>
            <a:ext cx="381000" cy="381000"/>
          </a:xfrm>
          <a:prstGeom prst="roundRect">
            <a:avLst>
              <a:gd name="adj" fmla="val 0"/>
            </a:avLst>
          </a:prstGeom>
          <a:solidFill>
            <a:srgbClr val="A7F070"/>
          </a:solidFill>
          <a:ln/>
        </p:spPr>
      </p:sp>
      <p:sp>
        <p:nvSpPr>
          <p:cNvPr id="40" name="Text 38"/>
          <p:cNvSpPr/>
          <p:nvPr/>
        </p:nvSpPr>
        <p:spPr>
          <a:xfrm>
            <a:off x="6588621" y="3409156"/>
            <a:ext cx="19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spc="75" kern="0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3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953250" y="3345656"/>
            <a:ext cx="1817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spc="75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Data Integrity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53250" y="3631406"/>
            <a:ext cx="1801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spc="63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Reliable data management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45250" y="3980656"/>
            <a:ext cx="381000" cy="381000"/>
          </a:xfrm>
          <a:prstGeom prst="roundRect">
            <a:avLst>
              <a:gd name="adj" fmla="val 0"/>
            </a:avLst>
          </a:prstGeom>
          <a:solidFill>
            <a:srgbClr val="A7F070"/>
          </a:solidFill>
          <a:ln/>
        </p:spPr>
      </p:sp>
      <p:sp>
        <p:nvSpPr>
          <p:cNvPr id="44" name="Text 42"/>
          <p:cNvSpPr/>
          <p:nvPr/>
        </p:nvSpPr>
        <p:spPr>
          <a:xfrm>
            <a:off x="6592094" y="4044156"/>
            <a:ext cx="182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spc="75" kern="0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4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953250" y="3980656"/>
            <a:ext cx="2063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spc="75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User Experience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953250" y="4266406"/>
            <a:ext cx="2047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spc="63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Intuitive dashboard interface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38875" y="4917281"/>
            <a:ext cx="5619750" cy="1722438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A7F07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80969" y="512365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89979" y="118709"/>
                </a:moveTo>
                <a:lnTo>
                  <a:pt x="145331" y="190147"/>
                </a:lnTo>
                <a:cubicBezTo>
                  <a:pt x="142987" y="193886"/>
                  <a:pt x="138968" y="196230"/>
                  <a:pt x="134559" y="196453"/>
                </a:cubicBezTo>
                <a:cubicBezTo>
                  <a:pt x="130150" y="196676"/>
                  <a:pt x="125909" y="194667"/>
                  <a:pt x="123285" y="191095"/>
                </a:cubicBezTo>
                <a:lnTo>
                  <a:pt x="96496" y="155377"/>
                </a:lnTo>
                <a:cubicBezTo>
                  <a:pt x="92032" y="149461"/>
                  <a:pt x="93259" y="141089"/>
                  <a:pt x="99175" y="136624"/>
                </a:cubicBezTo>
                <a:cubicBezTo>
                  <a:pt x="105091" y="132159"/>
                  <a:pt x="113463" y="133387"/>
                  <a:pt x="117928" y="139303"/>
                </a:cubicBezTo>
                <a:lnTo>
                  <a:pt x="132997" y="159395"/>
                </a:lnTo>
                <a:lnTo>
                  <a:pt x="167264" y="104533"/>
                </a:lnTo>
                <a:cubicBezTo>
                  <a:pt x="171171" y="98282"/>
                  <a:pt x="179431" y="96329"/>
                  <a:pt x="185738" y="100292"/>
                </a:cubicBezTo>
                <a:cubicBezTo>
                  <a:pt x="192044" y="104254"/>
                  <a:pt x="193942" y="112458"/>
                  <a:pt x="189979" y="118765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49" name="Text 47"/>
          <p:cNvSpPr/>
          <p:nvPr/>
        </p:nvSpPr>
        <p:spPr>
          <a:xfrm>
            <a:off x="6897688" y="5123656"/>
            <a:ext cx="17541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spc="94" kern="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Project Success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445250" y="5504656"/>
            <a:ext cx="5302250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spc="7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AssetFlow demonstrates that </a:t>
            </a:r>
            <a:pPr>
              <a:lnSpc>
                <a:spcPct val="140000"/>
              </a:lnSpc>
            </a:pPr>
            <a:r>
              <a:rPr lang="en-US" sz="1500" b="1" spc="75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effective systems</a:t>
            </a:r>
            <a:pPr>
              <a:lnSpc>
                <a:spcPct val="140000"/>
              </a:lnSpc>
            </a:pPr>
            <a:r>
              <a:rPr lang="en-US" sz="1500" spc="75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can be built with modern web technologies, providing real value to freelancers.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b4c447f8c1913c5e19bcd6fa992aec1c991e021b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A1C2C">
              <a:alpha val="8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17500" y="317500"/>
            <a:ext cx="95250" cy="508000"/>
          </a:xfrm>
          <a:prstGeom prst="roundRect">
            <a:avLst>
              <a:gd name="adj" fmla="val 0"/>
            </a:avLst>
          </a:prstGeom>
          <a:solidFill>
            <a:srgbClr val="FFCD75"/>
          </a:solidFill>
          <a:ln/>
        </p:spPr>
      </p:sp>
      <p:sp>
        <p:nvSpPr>
          <p:cNvPr id="5" name="Text 2"/>
          <p:cNvSpPr/>
          <p:nvPr/>
        </p:nvSpPr>
        <p:spPr>
          <a:xfrm>
            <a:off x="539750" y="333375"/>
            <a:ext cx="2889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750" b="1" spc="188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17500" y="889000"/>
            <a:ext cx="11557000" cy="31750"/>
          </a:xfrm>
          <a:prstGeom prst="roundRect">
            <a:avLst>
              <a:gd name="adj" fmla="val 0"/>
            </a:avLst>
          </a:prstGeom>
          <a:solidFill>
            <a:srgbClr val="29ADFF"/>
          </a:solidFill>
          <a:ln/>
        </p:spPr>
      </p:sp>
      <p:sp>
        <p:nvSpPr>
          <p:cNvPr id="7" name="Shape 4"/>
          <p:cNvSpPr/>
          <p:nvPr/>
        </p:nvSpPr>
        <p:spPr>
          <a:xfrm>
            <a:off x="333375" y="1718469"/>
            <a:ext cx="5651500" cy="463550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11969" y="186134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9" name="Text 6"/>
          <p:cNvSpPr/>
          <p:nvPr/>
        </p:nvSpPr>
        <p:spPr>
          <a:xfrm>
            <a:off x="960438" y="1861344"/>
            <a:ext cx="984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spc="94" kern="0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Roadmap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92125" y="2258219"/>
            <a:ext cx="5334000" cy="88900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3250" y="2369344"/>
            <a:ext cx="381000" cy="381000"/>
          </a:xfrm>
          <a:prstGeom prst="roundRect">
            <a:avLst>
              <a:gd name="adj" fmla="val 0"/>
            </a:avLst>
          </a:prstGeom>
          <a:solidFill>
            <a:srgbClr val="29ADFF"/>
          </a:solidFill>
          <a:ln/>
        </p:spPr>
      </p:sp>
      <p:sp>
        <p:nvSpPr>
          <p:cNvPr id="12" name="Shape 9"/>
          <p:cNvSpPr/>
          <p:nvPr/>
        </p:nvSpPr>
        <p:spPr>
          <a:xfrm>
            <a:off x="686594" y="2464594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0" y="125016"/>
                </a:moveTo>
                <a:cubicBezTo>
                  <a:pt x="0" y="154595"/>
                  <a:pt x="23999" y="178594"/>
                  <a:pt x="53578" y="178594"/>
                </a:cubicBezTo>
                <a:lnTo>
                  <a:pt x="166688" y="178594"/>
                </a:lnTo>
                <a:cubicBezTo>
                  <a:pt x="192993" y="178594"/>
                  <a:pt x="214313" y="157274"/>
                  <a:pt x="214313" y="130969"/>
                </a:cubicBezTo>
                <a:cubicBezTo>
                  <a:pt x="214313" y="111770"/>
                  <a:pt x="202964" y="95213"/>
                  <a:pt x="186593" y="87697"/>
                </a:cubicBezTo>
                <a:cubicBezTo>
                  <a:pt x="189086" y="82823"/>
                  <a:pt x="190500" y="77279"/>
                  <a:pt x="190500" y="71438"/>
                </a:cubicBezTo>
                <a:cubicBezTo>
                  <a:pt x="190500" y="51718"/>
                  <a:pt x="174501" y="35719"/>
                  <a:pt x="154781" y="35719"/>
                </a:cubicBezTo>
                <a:cubicBezTo>
                  <a:pt x="148196" y="35719"/>
                  <a:pt x="142056" y="37505"/>
                  <a:pt x="136773" y="40593"/>
                </a:cubicBezTo>
                <a:cubicBezTo>
                  <a:pt x="127806" y="23552"/>
                  <a:pt x="109910" y="11906"/>
                  <a:pt x="89297" y="11906"/>
                </a:cubicBezTo>
                <a:cubicBezTo>
                  <a:pt x="59717" y="11906"/>
                  <a:pt x="35719" y="35905"/>
                  <a:pt x="35719" y="65484"/>
                </a:cubicBezTo>
                <a:cubicBezTo>
                  <a:pt x="35719" y="68461"/>
                  <a:pt x="35979" y="71400"/>
                  <a:pt x="36426" y="74228"/>
                </a:cubicBezTo>
                <a:cubicBezTo>
                  <a:pt x="15255" y="81372"/>
                  <a:pt x="0" y="101426"/>
                  <a:pt x="0" y="125016"/>
                </a:cubicBezTo>
                <a:close/>
              </a:path>
            </a:pathLst>
          </a:custGeom>
          <a:solidFill>
            <a:srgbClr val="1A1C2C"/>
          </a:solidFill>
          <a:ln/>
        </p:spPr>
      </p:sp>
      <p:sp>
        <p:nvSpPr>
          <p:cNvPr id="13" name="Text 10"/>
          <p:cNvSpPr/>
          <p:nvPr/>
        </p:nvSpPr>
        <p:spPr>
          <a:xfrm>
            <a:off x="1079500" y="2432844"/>
            <a:ext cx="1484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spc="75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Cloud Deployment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03250" y="2813844"/>
            <a:ext cx="5183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spc="56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Enable remote access and collaboration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92125" y="3274219"/>
            <a:ext cx="5334000" cy="88900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A7F07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250" y="3385344"/>
            <a:ext cx="381000" cy="381000"/>
          </a:xfrm>
          <a:prstGeom prst="roundRect">
            <a:avLst>
              <a:gd name="adj" fmla="val 0"/>
            </a:avLst>
          </a:prstGeom>
          <a:solidFill>
            <a:srgbClr val="A7F070"/>
          </a:solidFill>
          <a:ln/>
        </p:spPr>
      </p:sp>
      <p:sp>
        <p:nvSpPr>
          <p:cNvPr id="17" name="Shape 14"/>
          <p:cNvSpPr/>
          <p:nvPr/>
        </p:nvSpPr>
        <p:spPr>
          <a:xfrm>
            <a:off x="722313" y="3480594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5953" y="23812"/>
                </a:moveTo>
                <a:cubicBezTo>
                  <a:pt x="5953" y="10678"/>
                  <a:pt x="16632" y="0"/>
                  <a:pt x="29766" y="0"/>
                </a:cubicBezTo>
                <a:lnTo>
                  <a:pt x="113109" y="0"/>
                </a:lnTo>
                <a:cubicBezTo>
                  <a:pt x="126243" y="0"/>
                  <a:pt x="136922" y="10678"/>
                  <a:pt x="136922" y="23812"/>
                </a:cubicBezTo>
                <a:lnTo>
                  <a:pt x="136922" y="166688"/>
                </a:lnTo>
                <a:cubicBezTo>
                  <a:pt x="136922" y="179822"/>
                  <a:pt x="126243" y="190500"/>
                  <a:pt x="113109" y="190500"/>
                </a:cubicBezTo>
                <a:lnTo>
                  <a:pt x="29766" y="190500"/>
                </a:lnTo>
                <a:cubicBezTo>
                  <a:pt x="16632" y="190500"/>
                  <a:pt x="5953" y="179822"/>
                  <a:pt x="5953" y="166688"/>
                </a:cubicBezTo>
                <a:lnTo>
                  <a:pt x="5953" y="23812"/>
                </a:lnTo>
                <a:close/>
                <a:moveTo>
                  <a:pt x="29766" y="23812"/>
                </a:moveTo>
                <a:lnTo>
                  <a:pt x="29766" y="136922"/>
                </a:lnTo>
                <a:lnTo>
                  <a:pt x="113109" y="136922"/>
                </a:lnTo>
                <a:lnTo>
                  <a:pt x="113109" y="23812"/>
                </a:lnTo>
                <a:lnTo>
                  <a:pt x="29766" y="23812"/>
                </a:lnTo>
                <a:close/>
                <a:moveTo>
                  <a:pt x="71438" y="175617"/>
                </a:moveTo>
                <a:cubicBezTo>
                  <a:pt x="78023" y="175617"/>
                  <a:pt x="83344" y="170297"/>
                  <a:pt x="83344" y="163711"/>
                </a:cubicBezTo>
                <a:cubicBezTo>
                  <a:pt x="83344" y="157125"/>
                  <a:pt x="78023" y="151805"/>
                  <a:pt x="71438" y="151805"/>
                </a:cubicBezTo>
                <a:cubicBezTo>
                  <a:pt x="64852" y="151805"/>
                  <a:pt x="59531" y="157125"/>
                  <a:pt x="59531" y="163711"/>
                </a:cubicBezTo>
                <a:cubicBezTo>
                  <a:pt x="59531" y="170297"/>
                  <a:pt x="64852" y="175617"/>
                  <a:pt x="71438" y="175617"/>
                </a:cubicBezTo>
                <a:close/>
              </a:path>
            </a:pathLst>
          </a:custGeom>
          <a:solidFill>
            <a:srgbClr val="1A1C2C"/>
          </a:solidFill>
          <a:ln/>
        </p:spPr>
      </p:sp>
      <p:sp>
        <p:nvSpPr>
          <p:cNvPr id="18" name="Text 15"/>
          <p:cNvSpPr/>
          <p:nvPr/>
        </p:nvSpPr>
        <p:spPr>
          <a:xfrm>
            <a:off x="1079500" y="3448844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spc="75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Mobile Application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03250" y="3829844"/>
            <a:ext cx="5183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spc="56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iOS and Android native apps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92125" y="4290219"/>
            <a:ext cx="5334000" cy="88900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FFCD7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3250" y="4401344"/>
            <a:ext cx="381000" cy="381000"/>
          </a:xfrm>
          <a:prstGeom prst="roundRect">
            <a:avLst>
              <a:gd name="adj" fmla="val 0"/>
            </a:avLst>
          </a:prstGeom>
          <a:solidFill>
            <a:srgbClr val="FFCD75"/>
          </a:solidFill>
          <a:ln/>
        </p:spPr>
      </p:sp>
      <p:sp>
        <p:nvSpPr>
          <p:cNvPr id="22" name="Shape 19"/>
          <p:cNvSpPr/>
          <p:nvPr/>
        </p:nvSpPr>
        <p:spPr>
          <a:xfrm>
            <a:off x="698500" y="449659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1A1C2C"/>
          </a:solidFill>
          <a:ln/>
        </p:spPr>
      </p:sp>
      <p:sp>
        <p:nvSpPr>
          <p:cNvPr id="23" name="Text 20"/>
          <p:cNvSpPr/>
          <p:nvPr/>
        </p:nvSpPr>
        <p:spPr>
          <a:xfrm>
            <a:off x="1079500" y="4464844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spc="75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AI Asset Tagging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03250" y="4845844"/>
            <a:ext cx="5183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spc="56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Automated categorization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492125" y="5306219"/>
            <a:ext cx="5334000" cy="88900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03250" y="5417344"/>
            <a:ext cx="381000" cy="381000"/>
          </a:xfrm>
          <a:prstGeom prst="roundRect">
            <a:avLst>
              <a:gd name="adj" fmla="val 0"/>
            </a:avLst>
          </a:prstGeom>
          <a:solidFill>
            <a:srgbClr val="29ADFF"/>
          </a:solidFill>
          <a:ln/>
        </p:spPr>
      </p:sp>
      <p:sp>
        <p:nvSpPr>
          <p:cNvPr id="27" name="Shape 24"/>
          <p:cNvSpPr/>
          <p:nvPr/>
        </p:nvSpPr>
        <p:spPr>
          <a:xfrm>
            <a:off x="698500" y="551259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1A1C2C"/>
          </a:solidFill>
          <a:ln/>
        </p:spPr>
      </p:sp>
      <p:sp>
        <p:nvSpPr>
          <p:cNvPr id="28" name="Text 25"/>
          <p:cNvSpPr/>
          <p:nvPr/>
        </p:nvSpPr>
        <p:spPr>
          <a:xfrm>
            <a:off x="1079500" y="5480844"/>
            <a:ext cx="171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spc="75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Analytics Dashboard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03250" y="5861844"/>
            <a:ext cx="5183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spc="56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Business intelligence insights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207125" y="1063625"/>
            <a:ext cx="5651500" cy="463550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A7F07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35328" y="123825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14313" y="285750"/>
                </a:moveTo>
                <a:lnTo>
                  <a:pt x="53578" y="285750"/>
                </a:lnTo>
                <a:cubicBezTo>
                  <a:pt x="23999" y="285750"/>
                  <a:pt x="0" y="261751"/>
                  <a:pt x="0" y="232172"/>
                </a:cubicBezTo>
                <a:lnTo>
                  <a:pt x="0" y="53578"/>
                </a:lnTo>
                <a:cubicBezTo>
                  <a:pt x="0" y="23999"/>
                  <a:pt x="23999" y="0"/>
                  <a:pt x="53578" y="0"/>
                </a:cubicBezTo>
                <a:lnTo>
                  <a:pt x="223242" y="0"/>
                </a:lnTo>
                <a:cubicBezTo>
                  <a:pt x="238032" y="0"/>
                  <a:pt x="250031" y="11999"/>
                  <a:pt x="250031" y="26789"/>
                </a:cubicBezTo>
                <a:lnTo>
                  <a:pt x="250031" y="187523"/>
                </a:lnTo>
                <a:cubicBezTo>
                  <a:pt x="250031" y="199188"/>
                  <a:pt x="242553" y="209122"/>
                  <a:pt x="232172" y="212806"/>
                </a:cubicBezTo>
                <a:lnTo>
                  <a:pt x="232172" y="250031"/>
                </a:lnTo>
                <a:cubicBezTo>
                  <a:pt x="242050" y="250031"/>
                  <a:pt x="250031" y="258012"/>
                  <a:pt x="250031" y="267891"/>
                </a:cubicBezTo>
                <a:cubicBezTo>
                  <a:pt x="250031" y="277769"/>
                  <a:pt x="242050" y="285750"/>
                  <a:pt x="232172" y="285750"/>
                </a:cubicBezTo>
                <a:lnTo>
                  <a:pt x="214313" y="285750"/>
                </a:lnTo>
                <a:close/>
                <a:moveTo>
                  <a:pt x="53578" y="214313"/>
                </a:moveTo>
                <a:cubicBezTo>
                  <a:pt x="43700" y="214313"/>
                  <a:pt x="35719" y="222293"/>
                  <a:pt x="35719" y="232172"/>
                </a:cubicBezTo>
                <a:cubicBezTo>
                  <a:pt x="35719" y="242050"/>
                  <a:pt x="43700" y="250031"/>
                  <a:pt x="53578" y="250031"/>
                </a:cubicBezTo>
                <a:lnTo>
                  <a:pt x="196453" y="250031"/>
                </a:lnTo>
                <a:lnTo>
                  <a:pt x="196453" y="214313"/>
                </a:lnTo>
                <a:lnTo>
                  <a:pt x="53578" y="214313"/>
                </a:lnTo>
                <a:close/>
                <a:moveTo>
                  <a:pt x="71438" y="84832"/>
                </a:moveTo>
                <a:cubicBezTo>
                  <a:pt x="71438" y="92255"/>
                  <a:pt x="77409" y="98227"/>
                  <a:pt x="84832" y="98227"/>
                </a:cubicBezTo>
                <a:lnTo>
                  <a:pt x="183059" y="98227"/>
                </a:lnTo>
                <a:cubicBezTo>
                  <a:pt x="190481" y="98227"/>
                  <a:pt x="196453" y="92255"/>
                  <a:pt x="196453" y="84832"/>
                </a:cubicBezTo>
                <a:cubicBezTo>
                  <a:pt x="196453" y="77409"/>
                  <a:pt x="190481" y="71438"/>
                  <a:pt x="183059" y="71438"/>
                </a:cubicBezTo>
                <a:lnTo>
                  <a:pt x="84832" y="71438"/>
                </a:lnTo>
                <a:cubicBezTo>
                  <a:pt x="77409" y="71438"/>
                  <a:pt x="71438" y="77409"/>
                  <a:pt x="71438" y="84832"/>
                </a:cubicBezTo>
                <a:close/>
                <a:moveTo>
                  <a:pt x="84832" y="125016"/>
                </a:moveTo>
                <a:cubicBezTo>
                  <a:pt x="77409" y="125016"/>
                  <a:pt x="71438" y="130987"/>
                  <a:pt x="71438" y="138410"/>
                </a:cubicBezTo>
                <a:cubicBezTo>
                  <a:pt x="71438" y="145833"/>
                  <a:pt x="77409" y="151805"/>
                  <a:pt x="84832" y="151805"/>
                </a:cubicBezTo>
                <a:lnTo>
                  <a:pt x="183059" y="151805"/>
                </a:lnTo>
                <a:cubicBezTo>
                  <a:pt x="190481" y="151805"/>
                  <a:pt x="196453" y="145833"/>
                  <a:pt x="196453" y="138410"/>
                </a:cubicBezTo>
                <a:cubicBezTo>
                  <a:pt x="196453" y="130987"/>
                  <a:pt x="190481" y="125016"/>
                  <a:pt x="183059" y="125016"/>
                </a:cubicBezTo>
                <a:lnTo>
                  <a:pt x="84832" y="125016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32" name="Text 29"/>
          <p:cNvSpPr/>
          <p:nvPr/>
        </p:nvSpPr>
        <p:spPr>
          <a:xfrm>
            <a:off x="6865938" y="1238250"/>
            <a:ext cx="1254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spc="94" kern="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397625" y="1666875"/>
            <a:ext cx="5270500" cy="66675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532563" y="1905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35" name="Text 32"/>
          <p:cNvSpPr/>
          <p:nvPr/>
        </p:nvSpPr>
        <p:spPr>
          <a:xfrm>
            <a:off x="6842125" y="1778000"/>
            <a:ext cx="1682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spc="63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W3Schools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842125" y="2000250"/>
            <a:ext cx="1674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spc="56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Web development tutorials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397625" y="2460625"/>
            <a:ext cx="5270500" cy="66675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A7F07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532563" y="2698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5357" y="2493"/>
                </a:moveTo>
                <a:cubicBezTo>
                  <a:pt x="177738" y="223"/>
                  <a:pt x="181198" y="-595"/>
                  <a:pt x="184398" y="446"/>
                </a:cubicBezTo>
                <a:cubicBezTo>
                  <a:pt x="188044" y="1674"/>
                  <a:pt x="190500" y="5097"/>
                  <a:pt x="190500" y="8930"/>
                </a:cubicBezTo>
                <a:lnTo>
                  <a:pt x="190500" y="78470"/>
                </a:lnTo>
                <a:cubicBezTo>
                  <a:pt x="190500" y="127285"/>
                  <a:pt x="150279" y="166688"/>
                  <a:pt x="101650" y="166688"/>
                </a:cubicBezTo>
                <a:cubicBezTo>
                  <a:pt x="73000" y="166688"/>
                  <a:pt x="48295" y="148270"/>
                  <a:pt x="39328" y="122523"/>
                </a:cubicBezTo>
                <a:cubicBezTo>
                  <a:pt x="26157" y="133983"/>
                  <a:pt x="17859" y="150837"/>
                  <a:pt x="17859" y="169664"/>
                </a:cubicBezTo>
                <a:cubicBezTo>
                  <a:pt x="17859" y="174613"/>
                  <a:pt x="13878" y="178594"/>
                  <a:pt x="8930" y="178594"/>
                </a:cubicBezTo>
                <a:cubicBezTo>
                  <a:pt x="3981" y="178594"/>
                  <a:pt x="0" y="174613"/>
                  <a:pt x="0" y="169664"/>
                </a:cubicBezTo>
                <a:cubicBezTo>
                  <a:pt x="0" y="141796"/>
                  <a:pt x="14213" y="117239"/>
                  <a:pt x="35756" y="102803"/>
                </a:cubicBezTo>
                <a:cubicBezTo>
                  <a:pt x="48890" y="94022"/>
                  <a:pt x="64554" y="89297"/>
                  <a:pt x="80367" y="89297"/>
                </a:cubicBezTo>
                <a:lnTo>
                  <a:pt x="110133" y="89297"/>
                </a:lnTo>
                <a:cubicBezTo>
                  <a:pt x="115081" y="89297"/>
                  <a:pt x="119063" y="85316"/>
                  <a:pt x="119063" y="80367"/>
                </a:cubicBezTo>
                <a:cubicBezTo>
                  <a:pt x="119063" y="75419"/>
                  <a:pt x="115081" y="71438"/>
                  <a:pt x="110133" y="71438"/>
                </a:cubicBezTo>
                <a:lnTo>
                  <a:pt x="80367" y="71438"/>
                </a:lnTo>
                <a:cubicBezTo>
                  <a:pt x="65596" y="71438"/>
                  <a:pt x="51606" y="74712"/>
                  <a:pt x="39067" y="80553"/>
                </a:cubicBezTo>
                <a:cubicBezTo>
                  <a:pt x="47737" y="54508"/>
                  <a:pt x="72256" y="35719"/>
                  <a:pt x="101203" y="35719"/>
                </a:cubicBezTo>
                <a:cubicBezTo>
                  <a:pt x="125909" y="35719"/>
                  <a:pt x="144289" y="27496"/>
                  <a:pt x="156530" y="19348"/>
                </a:cubicBezTo>
                <a:cubicBezTo>
                  <a:pt x="163674" y="14585"/>
                  <a:pt x="169738" y="8892"/>
                  <a:pt x="175394" y="2493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39" name="Text 36"/>
          <p:cNvSpPr/>
          <p:nvPr/>
        </p:nvSpPr>
        <p:spPr>
          <a:xfrm>
            <a:off x="6842125" y="2571750"/>
            <a:ext cx="1682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spc="63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MongoDB Documentation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6842125" y="2794000"/>
            <a:ext cx="1674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spc="56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NoSQL database guide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6397625" y="3254375"/>
            <a:ext cx="5270500" cy="66675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FFCD7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544469" y="34925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530" y="189012"/>
                </a:moveTo>
                <a:cubicBezTo>
                  <a:pt x="81037" y="189012"/>
                  <a:pt x="78507" y="188342"/>
                  <a:pt x="76312" y="187077"/>
                </a:cubicBezTo>
                <a:lnTo>
                  <a:pt x="53355" y="173496"/>
                </a:lnTo>
                <a:cubicBezTo>
                  <a:pt x="49932" y="171562"/>
                  <a:pt x="51606" y="170892"/>
                  <a:pt x="52722" y="170520"/>
                </a:cubicBezTo>
                <a:cubicBezTo>
                  <a:pt x="57299" y="168920"/>
                  <a:pt x="58229" y="168585"/>
                  <a:pt x="63103" y="165795"/>
                </a:cubicBezTo>
                <a:cubicBezTo>
                  <a:pt x="63624" y="165497"/>
                  <a:pt x="64294" y="165608"/>
                  <a:pt x="64815" y="165943"/>
                </a:cubicBezTo>
                <a:lnTo>
                  <a:pt x="82451" y="176399"/>
                </a:lnTo>
                <a:cubicBezTo>
                  <a:pt x="83083" y="176771"/>
                  <a:pt x="83976" y="176771"/>
                  <a:pt x="84572" y="176399"/>
                </a:cubicBezTo>
                <a:lnTo>
                  <a:pt x="153293" y="136736"/>
                </a:lnTo>
                <a:cubicBezTo>
                  <a:pt x="153925" y="136364"/>
                  <a:pt x="154335" y="135620"/>
                  <a:pt x="154335" y="134875"/>
                </a:cubicBezTo>
                <a:lnTo>
                  <a:pt x="154335" y="55550"/>
                </a:lnTo>
                <a:cubicBezTo>
                  <a:pt x="154335" y="54769"/>
                  <a:pt x="153925" y="54062"/>
                  <a:pt x="153256" y="53653"/>
                </a:cubicBezTo>
                <a:lnTo>
                  <a:pt x="84572" y="14027"/>
                </a:lnTo>
                <a:cubicBezTo>
                  <a:pt x="83939" y="13655"/>
                  <a:pt x="83083" y="13655"/>
                  <a:pt x="82451" y="14027"/>
                </a:cubicBezTo>
                <a:lnTo>
                  <a:pt x="13804" y="53690"/>
                </a:lnTo>
                <a:cubicBezTo>
                  <a:pt x="13134" y="54062"/>
                  <a:pt x="12725" y="54806"/>
                  <a:pt x="12725" y="55587"/>
                </a:cubicBezTo>
                <a:lnTo>
                  <a:pt x="12725" y="134875"/>
                </a:lnTo>
                <a:cubicBezTo>
                  <a:pt x="12725" y="135620"/>
                  <a:pt x="13134" y="136364"/>
                  <a:pt x="13804" y="136699"/>
                </a:cubicBezTo>
                <a:lnTo>
                  <a:pt x="32631" y="147563"/>
                </a:lnTo>
                <a:cubicBezTo>
                  <a:pt x="42863" y="152660"/>
                  <a:pt x="49113" y="146670"/>
                  <a:pt x="49113" y="140605"/>
                </a:cubicBezTo>
                <a:lnTo>
                  <a:pt x="49113" y="62322"/>
                </a:lnTo>
                <a:cubicBezTo>
                  <a:pt x="49113" y="61206"/>
                  <a:pt x="50006" y="60350"/>
                  <a:pt x="51122" y="60350"/>
                </a:cubicBezTo>
                <a:lnTo>
                  <a:pt x="59829" y="60350"/>
                </a:lnTo>
                <a:cubicBezTo>
                  <a:pt x="60908" y="60350"/>
                  <a:pt x="61838" y="61206"/>
                  <a:pt x="61838" y="62322"/>
                </a:cubicBezTo>
                <a:lnTo>
                  <a:pt x="61838" y="140643"/>
                </a:lnTo>
                <a:cubicBezTo>
                  <a:pt x="61838" y="154260"/>
                  <a:pt x="54397" y="162074"/>
                  <a:pt x="41486" y="162074"/>
                </a:cubicBezTo>
                <a:cubicBezTo>
                  <a:pt x="37505" y="162074"/>
                  <a:pt x="34379" y="162074"/>
                  <a:pt x="25673" y="157758"/>
                </a:cubicBezTo>
                <a:lnTo>
                  <a:pt x="7665" y="147377"/>
                </a:lnTo>
                <a:cubicBezTo>
                  <a:pt x="3200" y="144810"/>
                  <a:pt x="446" y="140010"/>
                  <a:pt x="446" y="134838"/>
                </a:cubicBezTo>
                <a:lnTo>
                  <a:pt x="446" y="55550"/>
                </a:lnTo>
                <a:cubicBezTo>
                  <a:pt x="446" y="50416"/>
                  <a:pt x="3200" y="45579"/>
                  <a:pt x="7665" y="43011"/>
                </a:cubicBezTo>
                <a:lnTo>
                  <a:pt x="76312" y="3349"/>
                </a:lnTo>
                <a:cubicBezTo>
                  <a:pt x="80665" y="893"/>
                  <a:pt x="86432" y="893"/>
                  <a:pt x="90748" y="3349"/>
                </a:cubicBezTo>
                <a:lnTo>
                  <a:pt x="159469" y="43049"/>
                </a:lnTo>
                <a:cubicBezTo>
                  <a:pt x="163934" y="45616"/>
                  <a:pt x="166688" y="50416"/>
                  <a:pt x="166688" y="55587"/>
                </a:cubicBezTo>
                <a:lnTo>
                  <a:pt x="166688" y="134875"/>
                </a:lnTo>
                <a:cubicBezTo>
                  <a:pt x="166688" y="140010"/>
                  <a:pt x="163934" y="144810"/>
                  <a:pt x="159469" y="147414"/>
                </a:cubicBezTo>
                <a:lnTo>
                  <a:pt x="90748" y="187077"/>
                </a:lnTo>
                <a:cubicBezTo>
                  <a:pt x="88553" y="188342"/>
                  <a:pt x="86060" y="189012"/>
                  <a:pt x="83530" y="189012"/>
                </a:cubicBezTo>
                <a:close/>
                <a:moveTo>
                  <a:pt x="139005" y="110840"/>
                </a:moveTo>
                <a:cubicBezTo>
                  <a:pt x="139005" y="95994"/>
                  <a:pt x="128960" y="92050"/>
                  <a:pt x="107863" y="89260"/>
                </a:cubicBezTo>
                <a:cubicBezTo>
                  <a:pt x="86506" y="86432"/>
                  <a:pt x="84348" y="84981"/>
                  <a:pt x="84348" y="79995"/>
                </a:cubicBezTo>
                <a:cubicBezTo>
                  <a:pt x="84348" y="75865"/>
                  <a:pt x="86171" y="70358"/>
                  <a:pt x="101984" y="70358"/>
                </a:cubicBezTo>
                <a:cubicBezTo>
                  <a:pt x="116086" y="70358"/>
                  <a:pt x="121295" y="73409"/>
                  <a:pt x="123453" y="82934"/>
                </a:cubicBezTo>
                <a:cubicBezTo>
                  <a:pt x="123639" y="83827"/>
                  <a:pt x="124458" y="84497"/>
                  <a:pt x="125388" y="84497"/>
                </a:cubicBezTo>
                <a:lnTo>
                  <a:pt x="134317" y="84497"/>
                </a:lnTo>
                <a:cubicBezTo>
                  <a:pt x="134875" y="84497"/>
                  <a:pt x="135396" y="84274"/>
                  <a:pt x="135768" y="83865"/>
                </a:cubicBezTo>
                <a:cubicBezTo>
                  <a:pt x="136141" y="83455"/>
                  <a:pt x="136327" y="82897"/>
                  <a:pt x="136289" y="82339"/>
                </a:cubicBezTo>
                <a:cubicBezTo>
                  <a:pt x="134913" y="65931"/>
                  <a:pt x="124011" y="58303"/>
                  <a:pt x="101984" y="58303"/>
                </a:cubicBezTo>
                <a:cubicBezTo>
                  <a:pt x="82376" y="58303"/>
                  <a:pt x="70693" y="66563"/>
                  <a:pt x="70693" y="80442"/>
                </a:cubicBezTo>
                <a:cubicBezTo>
                  <a:pt x="70693" y="95473"/>
                  <a:pt x="82339" y="99640"/>
                  <a:pt x="101129" y="101501"/>
                </a:cubicBezTo>
                <a:cubicBezTo>
                  <a:pt x="123639" y="103696"/>
                  <a:pt x="125388" y="107007"/>
                  <a:pt x="125388" y="111435"/>
                </a:cubicBezTo>
                <a:cubicBezTo>
                  <a:pt x="125388" y="119100"/>
                  <a:pt x="119211" y="122374"/>
                  <a:pt x="104738" y="122374"/>
                </a:cubicBezTo>
                <a:cubicBezTo>
                  <a:pt x="86544" y="122374"/>
                  <a:pt x="82562" y="117797"/>
                  <a:pt x="81223" y="108756"/>
                </a:cubicBezTo>
                <a:cubicBezTo>
                  <a:pt x="81074" y="107789"/>
                  <a:pt x="80256" y="107082"/>
                  <a:pt x="79251" y="107082"/>
                </a:cubicBezTo>
                <a:lnTo>
                  <a:pt x="70358" y="107082"/>
                </a:lnTo>
                <a:cubicBezTo>
                  <a:pt x="69242" y="107082"/>
                  <a:pt x="68387" y="107975"/>
                  <a:pt x="68387" y="109054"/>
                </a:cubicBezTo>
                <a:cubicBezTo>
                  <a:pt x="68387" y="120625"/>
                  <a:pt x="74675" y="134429"/>
                  <a:pt x="104775" y="134429"/>
                </a:cubicBezTo>
                <a:cubicBezTo>
                  <a:pt x="126504" y="134392"/>
                  <a:pt x="139005" y="125797"/>
                  <a:pt x="139005" y="110840"/>
                </a:cubicBez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43" name="Text 40"/>
          <p:cNvSpPr/>
          <p:nvPr/>
        </p:nvSpPr>
        <p:spPr>
          <a:xfrm>
            <a:off x="6842125" y="3365500"/>
            <a:ext cx="1587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spc="63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Node.js Documentation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6842125" y="3587750"/>
            <a:ext cx="1579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spc="56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Runtime environment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6397625" y="4048125"/>
            <a:ext cx="5270500" cy="66675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29ADF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544469" y="42862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47" name="Text 44"/>
          <p:cNvSpPr/>
          <p:nvPr/>
        </p:nvSpPr>
        <p:spPr>
          <a:xfrm>
            <a:off x="6842125" y="4159250"/>
            <a:ext cx="1801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spc="63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Express.js Documentation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6842125" y="4381500"/>
            <a:ext cx="1793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spc="56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Web framework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6397625" y="4841875"/>
            <a:ext cx="5270500" cy="66675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A7F070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544469" y="50800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51" name="Text 48"/>
          <p:cNvSpPr/>
          <p:nvPr/>
        </p:nvSpPr>
        <p:spPr>
          <a:xfrm>
            <a:off x="6842125" y="4953000"/>
            <a:ext cx="151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spc="63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SQLite Documentation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6842125" y="5175250"/>
            <a:ext cx="1508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spc="56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Relational database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6207125" y="5857875"/>
            <a:ext cx="5651500" cy="1150938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50800">
            <a:solidFill>
              <a:srgbClr val="FFCD75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381750" y="6008688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2324" y="29766"/>
                </a:moveTo>
                <a:cubicBezTo>
                  <a:pt x="9999" y="29766"/>
                  <a:pt x="0" y="39765"/>
                  <a:pt x="0" y="52090"/>
                </a:cubicBezTo>
                <a:cubicBezTo>
                  <a:pt x="0" y="59113"/>
                  <a:pt x="3302" y="65717"/>
                  <a:pt x="8930" y="69949"/>
                </a:cubicBezTo>
                <a:lnTo>
                  <a:pt x="105668" y="142503"/>
                </a:lnTo>
                <a:cubicBezTo>
                  <a:pt x="113621" y="148456"/>
                  <a:pt x="124504" y="148456"/>
                  <a:pt x="132457" y="142503"/>
                </a:cubicBezTo>
                <a:lnTo>
                  <a:pt x="229195" y="69949"/>
                </a:lnTo>
                <a:cubicBezTo>
                  <a:pt x="234823" y="65717"/>
                  <a:pt x="238125" y="59113"/>
                  <a:pt x="238125" y="52090"/>
                </a:cubicBezTo>
                <a:cubicBezTo>
                  <a:pt x="238125" y="39765"/>
                  <a:pt x="228126" y="29766"/>
                  <a:pt x="215801" y="29766"/>
                </a:cubicBezTo>
                <a:lnTo>
                  <a:pt x="22324" y="29766"/>
                </a:lnTo>
                <a:close/>
                <a:moveTo>
                  <a:pt x="0" y="91157"/>
                </a:moveTo>
                <a:lnTo>
                  <a:pt x="0" y="178594"/>
                </a:lnTo>
                <a:cubicBezTo>
                  <a:pt x="0" y="195011"/>
                  <a:pt x="13348" y="208359"/>
                  <a:pt x="29766" y="208359"/>
                </a:cubicBezTo>
                <a:lnTo>
                  <a:pt x="208359" y="208359"/>
                </a:lnTo>
                <a:cubicBezTo>
                  <a:pt x="224777" y="208359"/>
                  <a:pt x="238125" y="195011"/>
                  <a:pt x="238125" y="178594"/>
                </a:cubicBezTo>
                <a:lnTo>
                  <a:pt x="238125" y="91157"/>
                </a:lnTo>
                <a:lnTo>
                  <a:pt x="145852" y="160362"/>
                </a:lnTo>
                <a:cubicBezTo>
                  <a:pt x="129992" y="172269"/>
                  <a:pt x="108133" y="172269"/>
                  <a:pt x="92273" y="160362"/>
                </a:cubicBezTo>
                <a:lnTo>
                  <a:pt x="0" y="91157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55" name="Text 52"/>
          <p:cNvSpPr/>
          <p:nvPr/>
        </p:nvSpPr>
        <p:spPr>
          <a:xfrm>
            <a:off x="6742906" y="6000750"/>
            <a:ext cx="88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spc="75" kern="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6350000" y="6350000"/>
            <a:ext cx="5445125" cy="51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spc="63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AssetFlow demonstrates the power of </a:t>
            </a:r>
            <a:pPr>
              <a:lnSpc>
                <a:spcPct val="140000"/>
              </a:lnSpc>
            </a:pPr>
            <a:r>
              <a:rPr lang="en-US" sz="1250" b="1" spc="63" kern="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modern web technologies</a:t>
            </a:r>
            <a:pPr>
              <a:lnSpc>
                <a:spcPct val="140000"/>
              </a:lnSpc>
            </a:pPr>
            <a:r>
              <a:rPr lang="en-US" sz="1250" spc="63" kern="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in solving real-world freelance management challenges.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AssetFlow - Freelance Operations &amp; Digital Asset Management System</dc:title>
  <dc:subject>AssetFlow - Freelance Operations &amp; Digital Asset Management System</dc:subject>
  <dc:creator>Kimi</dc:creator>
  <cp:lastModifiedBy>Kimi</cp:lastModifiedBy>
  <cp:revision>1</cp:revision>
  <dcterms:created xsi:type="dcterms:W3CDTF">2026-05-26T06:30:30Z</dcterms:created>
  <dcterms:modified xsi:type="dcterms:W3CDTF">2026-05-26T06:30:30Z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{"Label":"AssetFlow - Freelance Operations &amp; Digital Asset Management System","ContentProducer":"001191110108MACG2KBH8F10000","ProduceID":"19e62f6b-15d2-8aeb-8000-000052cb6e92","ReservedCode1":"","ContentPropagator":"001191110108MACG2KBH8F20000","PropagateID":"19e62f6b-15d2-8aeb-8000-000052cb6e92","ReservedCode2":""}</vt:lpwstr>
  </property>
</Properties>
</file>