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Coda" charset="-122" pitchFamily="34"/>
      <p:regular r:id="rId21"/>
    </p:embeddedFont>
    <p:embeddedFont>
      <p:font typeface="Noto Sans SC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01288" y="-366712"/>
            <a:ext cx="1114425" cy="1114425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900000">
            <a:off x="-261840" y="5453160"/>
            <a:ext cx="733425" cy="7334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6788" y="1157288"/>
            <a:ext cx="542925" cy="542925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2700000">
            <a:off x="10317630" y="1840380"/>
            <a:ext cx="352425" cy="3524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82288" y="4967288"/>
            <a:ext cx="923925" cy="92392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1800001">
            <a:off x="9737878" y="5927878"/>
            <a:ext cx="447675" cy="4476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51673" y="314325"/>
            <a:ext cx="2085975" cy="4572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9761" y="295275"/>
            <a:ext cx="2133600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FINAL YEAR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31269" y="1323975"/>
            <a:ext cx="71247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Smart Courier &amp;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Logistics Optimization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8475" y="4124325"/>
            <a:ext cx="2771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Using DAA Concepts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0010" y="5010150"/>
            <a:ext cx="95250" cy="952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3360" y="4924425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Team Member 1 — SRN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10325" y="5010150"/>
            <a:ext cx="95250" cy="952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3675" y="49244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Team Member 2 — SRN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0010" y="5391150"/>
            <a:ext cx="95250" cy="952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3360" y="53054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Team Member 3 — SRN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10325" y="5391150"/>
            <a:ext cx="95250" cy="952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3675" y="53054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Guide Name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58817" y="5972175"/>
            <a:ext cx="2076450" cy="5715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2617" y="5953125"/>
            <a:ext cx="2152650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College Name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499999">
            <a:off x="10969297" y="206047"/>
            <a:ext cx="542925" cy="5429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95288" y="5729288"/>
            <a:ext cx="733425" cy="73342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900000">
            <a:off x="-182105" y="1389520"/>
            <a:ext cx="447675" cy="4476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1781175" cy="4191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8192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9906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Abstract / Synopsis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695450"/>
            <a:ext cx="5562600" cy="194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" y="1924050"/>
            <a:ext cx="495300" cy="4953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2000" y="205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2019300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Web-Based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590800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 comprehensive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logistics management system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built as a web application, providing centralized control over all delivery operations through an intuitive dashboard interface.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9350" y="1695450"/>
            <a:ext cx="5562600" cy="194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7950" y="1924050"/>
            <a:ext cx="495300" cy="4953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91300" y="205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019300"/>
            <a:ext cx="2066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Optimization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8900" y="2590800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Utilizes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Dijkstra's Algorithm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to calculate the most efficient delivery routes, minimizing travel distance and time while maximizing delivery capacity.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902869"/>
            <a:ext cx="5562600" cy="194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e66d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650" y="4131469"/>
            <a:ext cx="495300" cy="4953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713" y="426481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57163" y="14288"/>
                </a:lnTo>
                <a:cubicBezTo>
                  <a:pt x="172923" y="14288"/>
                  <a:pt x="185738" y="27102"/>
                  <a:pt x="185738" y="42863"/>
                </a:cubicBezTo>
                <a:lnTo>
                  <a:pt x="185738" y="57150"/>
                </a:lnTo>
                <a:lnTo>
                  <a:pt x="208374" y="57150"/>
                </a:lnTo>
                <a:cubicBezTo>
                  <a:pt x="215964" y="57150"/>
                  <a:pt x="223242" y="60141"/>
                  <a:pt x="228600" y="65499"/>
                </a:cubicBezTo>
                <a:lnTo>
                  <a:pt x="248826" y="85725"/>
                </a:lnTo>
                <a:cubicBezTo>
                  <a:pt x="254184" y="91083"/>
                  <a:pt x="257175" y="98361"/>
                  <a:pt x="257175" y="105951"/>
                </a:cubicBezTo>
                <a:lnTo>
                  <a:pt x="257175" y="171450"/>
                </a:lnTo>
                <a:cubicBezTo>
                  <a:pt x="257175" y="187211"/>
                  <a:pt x="244361" y="200025"/>
                  <a:pt x="228600" y="200025"/>
                </a:cubicBezTo>
                <a:lnTo>
                  <a:pt x="227127" y="200025"/>
                </a:lnTo>
                <a:cubicBezTo>
                  <a:pt x="222483" y="216500"/>
                  <a:pt x="207303" y="228600"/>
                  <a:pt x="189309" y="228600"/>
                </a:cubicBezTo>
                <a:cubicBezTo>
                  <a:pt x="171316" y="228600"/>
                  <a:pt x="156180" y="216500"/>
                  <a:pt x="151492" y="200025"/>
                </a:cubicBezTo>
                <a:lnTo>
                  <a:pt x="105683" y="200025"/>
                </a:lnTo>
                <a:cubicBezTo>
                  <a:pt x="101039" y="216500"/>
                  <a:pt x="85859" y="228600"/>
                  <a:pt x="67866" y="228600"/>
                </a:cubicBezTo>
                <a:cubicBezTo>
                  <a:pt x="49872" y="228600"/>
                  <a:pt x="34736" y="216500"/>
                  <a:pt x="30048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42863"/>
                </a:lnTo>
                <a:close/>
                <a:moveTo>
                  <a:pt x="228600" y="128588"/>
                </a:moveTo>
                <a:lnTo>
                  <a:pt x="228600" y="105951"/>
                </a:lnTo>
                <a:lnTo>
                  <a:pt x="208374" y="85725"/>
                </a:lnTo>
                <a:lnTo>
                  <a:pt x="185738" y="85725"/>
                </a:lnTo>
                <a:lnTo>
                  <a:pt x="185738" y="128588"/>
                </a:lnTo>
                <a:lnTo>
                  <a:pt x="228600" y="128588"/>
                </a:lnTo>
                <a:close/>
                <a:moveTo>
                  <a:pt x="85725" y="189309"/>
                </a:moveTo>
                <a:cubicBezTo>
                  <a:pt x="85725" y="179453"/>
                  <a:pt x="77722" y="171450"/>
                  <a:pt x="67866" y="171450"/>
                </a:cubicBezTo>
                <a:cubicBezTo>
                  <a:pt x="58009" y="171450"/>
                  <a:pt x="50006" y="179453"/>
                  <a:pt x="50006" y="189309"/>
                </a:cubicBezTo>
                <a:cubicBezTo>
                  <a:pt x="50006" y="199166"/>
                  <a:pt x="58009" y="207169"/>
                  <a:pt x="67866" y="207169"/>
                </a:cubicBezTo>
                <a:cubicBezTo>
                  <a:pt x="77722" y="207169"/>
                  <a:pt x="85725" y="199166"/>
                  <a:pt x="85725" y="189309"/>
                </a:cubicBezTo>
                <a:close/>
                <a:moveTo>
                  <a:pt x="189309" y="207169"/>
                </a:moveTo>
                <a:cubicBezTo>
                  <a:pt x="199166" y="207169"/>
                  <a:pt x="207169" y="199166"/>
                  <a:pt x="207169" y="189309"/>
                </a:cubicBezTo>
                <a:cubicBezTo>
                  <a:pt x="207169" y="179453"/>
                  <a:pt x="199166" y="171450"/>
                  <a:pt x="189309" y="171450"/>
                </a:cubicBezTo>
                <a:cubicBezTo>
                  <a:pt x="179453" y="171450"/>
                  <a:pt x="171450" y="179453"/>
                  <a:pt x="171450" y="189309"/>
                </a:cubicBezTo>
                <a:cubicBezTo>
                  <a:pt x="171450" y="199166"/>
                  <a:pt x="179453" y="207169"/>
                  <a:pt x="189309" y="207169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" y="4226719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Management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798219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Complete management of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deliveries, trucks, and agents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real-time tracking capabilities and comprehensive operational oversight.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902869"/>
            <a:ext cx="5562600" cy="194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7950" y="4131469"/>
            <a:ext cx="495300" cy="4953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91300" y="42648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4226719"/>
            <a:ext cx="2143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8900" y="4798219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Provides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tracking and analytics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dashboard with data visualization, enabling data-driven decision making and operational insights.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6072188"/>
            <a:ext cx="11391900" cy="6096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76388" y="62722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819150" y="6243638"/>
            <a:ext cx="1084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Primary Goal: Reduce fuel consumption and delivery delays through intelligent algorithmic optimization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39006" y="-237182"/>
            <a:ext cx="807252" cy="807252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9933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099999">
            <a:off x="11173610" y="5673686"/>
            <a:ext cx="557586" cy="55758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9933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1199999">
            <a:off x="-129350" y="1618308"/>
            <a:ext cx="391143" cy="39114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9933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9532" y="349532"/>
            <a:ext cx="2005646" cy="36617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2887" y="332887"/>
            <a:ext cx="2038935" cy="332887"/>
          </a:xfrm>
          <a:prstGeom prst="rect">
            <a:avLst/>
          </a:prstGeom>
          <a:noFill/>
          <a:ln/>
        </p:spPr>
        <p:txBody>
          <a:bodyPr wrap="square" lIns="166444" tIns="66577" rIns="166444" bIns="66577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2887" y="832218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532" y="1381483"/>
            <a:ext cx="5625797" cy="545935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6577" dir="2700000">
              <a:srgbClr val="2d3436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5909" y="1597859"/>
            <a:ext cx="532620" cy="53262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/>
          <a:effectLst>
            <a:outerShdw sx="100000" sy="100000" kx="0" ky="0" algn="bl" rotWithShape="0" blurRad="101600" dist="33289" dir="2700000">
              <a:srgbClr val="000000">
                <a:alpha val="3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9466" y="1739337"/>
            <a:ext cx="249666" cy="249666"/>
          </a:xfrm>
          <a:custGeom>
            <a:avLst/>
            <a:gdLst/>
            <a:ahLst/>
            <a:cxnLst/>
            <a:rect l="l" t="t" r="r" b="b"/>
            <a:pathLst>
              <a:path w="249666" h="249666">
                <a:moveTo>
                  <a:pt x="124833" y="0"/>
                </a:moveTo>
                <a:cubicBezTo>
                  <a:pt x="132001" y="0"/>
                  <a:pt x="138584" y="3950"/>
                  <a:pt x="141997" y="10240"/>
                </a:cubicBezTo>
                <a:lnTo>
                  <a:pt x="247325" y="205291"/>
                </a:lnTo>
                <a:cubicBezTo>
                  <a:pt x="250592" y="211338"/>
                  <a:pt x="250446" y="218652"/>
                  <a:pt x="246935" y="224553"/>
                </a:cubicBezTo>
                <a:cubicBezTo>
                  <a:pt x="243424" y="230453"/>
                  <a:pt x="237036" y="234061"/>
                  <a:pt x="230160" y="234061"/>
                </a:cubicBezTo>
                <a:lnTo>
                  <a:pt x="19505" y="234061"/>
                </a:lnTo>
                <a:cubicBezTo>
                  <a:pt x="12630" y="234061"/>
                  <a:pt x="6290" y="230453"/>
                  <a:pt x="2731" y="224553"/>
                </a:cubicBezTo>
                <a:cubicBezTo>
                  <a:pt x="-829" y="218652"/>
                  <a:pt x="-926" y="211338"/>
                  <a:pt x="2341" y="205291"/>
                </a:cubicBezTo>
                <a:lnTo>
                  <a:pt x="107668" y="10240"/>
                </a:lnTo>
                <a:cubicBezTo>
                  <a:pt x="111082" y="3950"/>
                  <a:pt x="117665" y="0"/>
                  <a:pt x="124833" y="0"/>
                </a:cubicBezTo>
                <a:close/>
                <a:moveTo>
                  <a:pt x="124833" y="81922"/>
                </a:moveTo>
                <a:cubicBezTo>
                  <a:pt x="118347" y="81922"/>
                  <a:pt x="113130" y="87139"/>
                  <a:pt x="113130" y="93625"/>
                </a:cubicBezTo>
                <a:lnTo>
                  <a:pt x="113130" y="148239"/>
                </a:lnTo>
                <a:cubicBezTo>
                  <a:pt x="113130" y="154724"/>
                  <a:pt x="118347" y="159942"/>
                  <a:pt x="124833" y="159942"/>
                </a:cubicBezTo>
                <a:cubicBezTo>
                  <a:pt x="131318" y="159942"/>
                  <a:pt x="136536" y="154724"/>
                  <a:pt x="136536" y="148239"/>
                </a:cubicBezTo>
                <a:lnTo>
                  <a:pt x="136536" y="93625"/>
                </a:lnTo>
                <a:cubicBezTo>
                  <a:pt x="136536" y="87139"/>
                  <a:pt x="131318" y="81922"/>
                  <a:pt x="124833" y="81922"/>
                </a:cubicBezTo>
                <a:close/>
                <a:moveTo>
                  <a:pt x="137852" y="187249"/>
                </a:moveTo>
                <a:cubicBezTo>
                  <a:pt x="138149" y="182416"/>
                  <a:pt x="135739" y="177818"/>
                  <a:pt x="131596" y="175313"/>
                </a:cubicBezTo>
                <a:cubicBezTo>
                  <a:pt x="127453" y="172807"/>
                  <a:pt x="122262" y="172807"/>
                  <a:pt x="118119" y="175313"/>
                </a:cubicBezTo>
                <a:cubicBezTo>
                  <a:pt x="113976" y="177818"/>
                  <a:pt x="111566" y="182416"/>
                  <a:pt x="111862" y="187249"/>
                </a:cubicBezTo>
                <a:cubicBezTo>
                  <a:pt x="111566" y="192082"/>
                  <a:pt x="113976" y="196680"/>
                  <a:pt x="118119" y="199186"/>
                </a:cubicBezTo>
                <a:cubicBezTo>
                  <a:pt x="122262" y="201692"/>
                  <a:pt x="127453" y="201692"/>
                  <a:pt x="131596" y="199186"/>
                </a:cubicBezTo>
                <a:cubicBezTo>
                  <a:pt x="135739" y="196680"/>
                  <a:pt x="138149" y="192082"/>
                  <a:pt x="137852" y="187249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1" name="Text 9"/>
          <p:cNvSpPr/>
          <p:nvPr/>
        </p:nvSpPr>
        <p:spPr>
          <a:xfrm>
            <a:off x="1198395" y="1714370"/>
            <a:ext cx="1198395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Problems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8392" y="2309406"/>
            <a:ext cx="5168076" cy="95705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6513" y="2500816"/>
            <a:ext cx="307921" cy="30792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018" y="2538266"/>
            <a:ext cx="11651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6784" y="2455044"/>
            <a:ext cx="452726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Inefficient Delivery Routes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6784" y="2721354"/>
            <a:ext cx="4510624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Manual planning leads to suboptimal paths, increasing travel time and operational costs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8392" y="3424579"/>
            <a:ext cx="5168076" cy="95705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513" y="3615989"/>
            <a:ext cx="307921" cy="30792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423" y="3653439"/>
            <a:ext cx="15812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6784" y="3570217"/>
            <a:ext cx="452726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 Fuel Costs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6784" y="3836527"/>
            <a:ext cx="4510624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Poorly optimized routes result in excessive fuel consumption and increased expenses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8392" y="4539752"/>
            <a:ext cx="5168076" cy="95705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513" y="4731162"/>
            <a:ext cx="307921" cy="30792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253" y="4768612"/>
            <a:ext cx="15812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6784" y="4685390"/>
            <a:ext cx="452726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Delayed Shipments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56784" y="4951700"/>
            <a:ext cx="4510624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Lack of real-time optimization causes missed delivery windows and customer dissatisfaction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8392" y="5654924"/>
            <a:ext cx="5168076" cy="95705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6513" y="5846334"/>
            <a:ext cx="307921" cy="30792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594" y="5883784"/>
            <a:ext cx="149799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6784" y="5800562"/>
            <a:ext cx="452726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Manual Logistics Management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6784" y="6066872"/>
            <a:ext cx="4510624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Traditional methods lack automation, optimization, and data-driven decision making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1990" y="1381483"/>
            <a:ext cx="5625797" cy="545935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6577" dir="2700000">
              <a:srgbClr val="2d3436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367" y="1597859"/>
            <a:ext cx="532620" cy="53262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/>
          <a:effectLst>
            <a:outerShdw sx="100000" sy="100000" kx="0" ky="0" algn="bl" rotWithShape="0" blurRad="101600" dist="33289" dir="2700000">
              <a:srgbClr val="000000">
                <a:alpha val="3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71925" y="1739337"/>
            <a:ext cx="249666" cy="249666"/>
          </a:xfrm>
          <a:custGeom>
            <a:avLst/>
            <a:gdLst/>
            <a:ahLst/>
            <a:cxnLst/>
            <a:rect l="l" t="t" r="r" b="b"/>
            <a:pathLst>
              <a:path w="249666" h="249666">
                <a:moveTo>
                  <a:pt x="124833" y="249666"/>
                </a:moveTo>
                <a:cubicBezTo>
                  <a:pt x="193730" y="249666"/>
                  <a:pt x="249666" y="193730"/>
                  <a:pt x="249666" y="124833"/>
                </a:cubicBezTo>
                <a:cubicBezTo>
                  <a:pt x="249666" y="55936"/>
                  <a:pt x="193730" y="0"/>
                  <a:pt x="124833" y="0"/>
                </a:cubicBezTo>
                <a:cubicBezTo>
                  <a:pt x="55936" y="0"/>
                  <a:pt x="0" y="55936"/>
                  <a:pt x="0" y="124833"/>
                </a:cubicBezTo>
                <a:cubicBezTo>
                  <a:pt x="0" y="193730"/>
                  <a:pt x="55936" y="249666"/>
                  <a:pt x="124833" y="249666"/>
                </a:cubicBezTo>
                <a:close/>
                <a:moveTo>
                  <a:pt x="165989" y="103718"/>
                </a:moveTo>
                <a:lnTo>
                  <a:pt x="126978" y="166135"/>
                </a:lnTo>
                <a:cubicBezTo>
                  <a:pt x="124930" y="169402"/>
                  <a:pt x="121419" y="171450"/>
                  <a:pt x="117567" y="171645"/>
                </a:cubicBezTo>
                <a:cubicBezTo>
                  <a:pt x="113715" y="171840"/>
                  <a:pt x="110009" y="170085"/>
                  <a:pt x="107717" y="166964"/>
                </a:cubicBezTo>
                <a:lnTo>
                  <a:pt x="84311" y="135756"/>
                </a:lnTo>
                <a:cubicBezTo>
                  <a:pt x="80410" y="130587"/>
                  <a:pt x="81483" y="123272"/>
                  <a:pt x="86651" y="119371"/>
                </a:cubicBezTo>
                <a:cubicBezTo>
                  <a:pt x="91820" y="115470"/>
                  <a:pt x="99135" y="116543"/>
                  <a:pt x="103036" y="121712"/>
                </a:cubicBezTo>
                <a:lnTo>
                  <a:pt x="116202" y="139267"/>
                </a:lnTo>
                <a:lnTo>
                  <a:pt x="146142" y="91333"/>
                </a:lnTo>
                <a:cubicBezTo>
                  <a:pt x="149556" y="85871"/>
                  <a:pt x="156772" y="84165"/>
                  <a:pt x="162283" y="87627"/>
                </a:cubicBezTo>
                <a:cubicBezTo>
                  <a:pt x="167793" y="91089"/>
                  <a:pt x="169451" y="98257"/>
                  <a:pt x="165989" y="103767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5" name="Text 33"/>
          <p:cNvSpPr/>
          <p:nvPr/>
        </p:nvSpPr>
        <p:spPr>
          <a:xfrm>
            <a:off x="7060853" y="1714370"/>
            <a:ext cx="1190072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0851" y="2484172"/>
            <a:ext cx="5168076" cy="10236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32261" y="2708871"/>
            <a:ext cx="307921" cy="307921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19644" y="2796254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31208" y="14564"/>
                </a:moveTo>
                <a:cubicBezTo>
                  <a:pt x="31208" y="6528"/>
                  <a:pt x="37736" y="0"/>
                  <a:pt x="45772" y="0"/>
                </a:cubicBezTo>
                <a:lnTo>
                  <a:pt x="52014" y="0"/>
                </a:lnTo>
                <a:cubicBezTo>
                  <a:pt x="56617" y="0"/>
                  <a:pt x="60336" y="3719"/>
                  <a:pt x="60336" y="8322"/>
                </a:cubicBezTo>
                <a:lnTo>
                  <a:pt x="60336" y="124833"/>
                </a:lnTo>
                <a:cubicBezTo>
                  <a:pt x="60336" y="129436"/>
                  <a:pt x="56617" y="133155"/>
                  <a:pt x="52014" y="133155"/>
                </a:cubicBezTo>
                <a:lnTo>
                  <a:pt x="43691" y="133155"/>
                </a:lnTo>
                <a:cubicBezTo>
                  <a:pt x="35941" y="133155"/>
                  <a:pt x="29414" y="127850"/>
                  <a:pt x="27567" y="120672"/>
                </a:cubicBezTo>
                <a:cubicBezTo>
                  <a:pt x="27385" y="120672"/>
                  <a:pt x="27229" y="120672"/>
                  <a:pt x="27047" y="120672"/>
                </a:cubicBezTo>
                <a:cubicBezTo>
                  <a:pt x="15552" y="120672"/>
                  <a:pt x="6242" y="111361"/>
                  <a:pt x="6242" y="99866"/>
                </a:cubicBezTo>
                <a:cubicBezTo>
                  <a:pt x="6242" y="95185"/>
                  <a:pt x="7802" y="90868"/>
                  <a:pt x="10403" y="87383"/>
                </a:cubicBezTo>
                <a:cubicBezTo>
                  <a:pt x="5357" y="83586"/>
                  <a:pt x="2081" y="77552"/>
                  <a:pt x="2081" y="70739"/>
                </a:cubicBezTo>
                <a:cubicBezTo>
                  <a:pt x="2081" y="62702"/>
                  <a:pt x="6658" y="55707"/>
                  <a:pt x="13315" y="52248"/>
                </a:cubicBezTo>
                <a:cubicBezTo>
                  <a:pt x="11469" y="49127"/>
                  <a:pt x="10403" y="45486"/>
                  <a:pt x="10403" y="41611"/>
                </a:cubicBezTo>
                <a:cubicBezTo>
                  <a:pt x="10403" y="30116"/>
                  <a:pt x="19713" y="20805"/>
                  <a:pt x="31208" y="20805"/>
                </a:cubicBezTo>
                <a:lnTo>
                  <a:pt x="31208" y="14564"/>
                </a:lnTo>
                <a:close/>
                <a:moveTo>
                  <a:pt x="101947" y="14564"/>
                </a:moveTo>
                <a:lnTo>
                  <a:pt x="101947" y="20805"/>
                </a:lnTo>
                <a:cubicBezTo>
                  <a:pt x="113442" y="20805"/>
                  <a:pt x="122752" y="30116"/>
                  <a:pt x="122752" y="41611"/>
                </a:cubicBezTo>
                <a:cubicBezTo>
                  <a:pt x="122752" y="45512"/>
                  <a:pt x="121686" y="49153"/>
                  <a:pt x="119839" y="52248"/>
                </a:cubicBezTo>
                <a:cubicBezTo>
                  <a:pt x="126523" y="55707"/>
                  <a:pt x="131074" y="62676"/>
                  <a:pt x="131074" y="70739"/>
                </a:cubicBezTo>
                <a:cubicBezTo>
                  <a:pt x="131074" y="77552"/>
                  <a:pt x="127798" y="83586"/>
                  <a:pt x="122752" y="87383"/>
                </a:cubicBezTo>
                <a:cubicBezTo>
                  <a:pt x="125353" y="90868"/>
                  <a:pt x="126913" y="95185"/>
                  <a:pt x="126913" y="99866"/>
                </a:cubicBezTo>
                <a:cubicBezTo>
                  <a:pt x="126913" y="111361"/>
                  <a:pt x="117603" y="120672"/>
                  <a:pt x="106108" y="120672"/>
                </a:cubicBezTo>
                <a:cubicBezTo>
                  <a:pt x="105926" y="120672"/>
                  <a:pt x="105770" y="120672"/>
                  <a:pt x="105588" y="120672"/>
                </a:cubicBezTo>
                <a:cubicBezTo>
                  <a:pt x="103741" y="127850"/>
                  <a:pt x="97214" y="133155"/>
                  <a:pt x="89463" y="133155"/>
                </a:cubicBezTo>
                <a:lnTo>
                  <a:pt x="81141" y="133155"/>
                </a:lnTo>
                <a:cubicBezTo>
                  <a:pt x="76538" y="133155"/>
                  <a:pt x="72819" y="129436"/>
                  <a:pt x="72819" y="124833"/>
                </a:cubicBezTo>
                <a:lnTo>
                  <a:pt x="72819" y="8322"/>
                </a:lnTo>
                <a:cubicBezTo>
                  <a:pt x="72819" y="3719"/>
                  <a:pt x="76538" y="0"/>
                  <a:pt x="81141" y="0"/>
                </a:cubicBezTo>
                <a:lnTo>
                  <a:pt x="87383" y="0"/>
                </a:lnTo>
                <a:cubicBezTo>
                  <a:pt x="95419" y="0"/>
                  <a:pt x="101947" y="6528"/>
                  <a:pt x="101947" y="145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052531" y="2663099"/>
            <a:ext cx="446069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Intelligent Route Optimization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52531" y="2929409"/>
            <a:ext cx="4444046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Dijkstra's algorithm calculates optimal paths, reducing travel distance by up to 35%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0851" y="4048743"/>
            <a:ext cx="5168076" cy="10236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32261" y="4273442"/>
            <a:ext cx="307921" cy="307921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19644" y="4360825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16644" y="8322"/>
                </a:moveTo>
                <a:cubicBezTo>
                  <a:pt x="7464" y="8322"/>
                  <a:pt x="0" y="15786"/>
                  <a:pt x="0" y="24967"/>
                </a:cubicBezTo>
                <a:lnTo>
                  <a:pt x="0" y="91544"/>
                </a:lnTo>
                <a:cubicBezTo>
                  <a:pt x="0" y="100724"/>
                  <a:pt x="7464" y="108188"/>
                  <a:pt x="16644" y="108188"/>
                </a:cubicBezTo>
                <a:lnTo>
                  <a:pt x="54094" y="108188"/>
                </a:lnTo>
                <a:lnTo>
                  <a:pt x="49933" y="120672"/>
                </a:lnTo>
                <a:lnTo>
                  <a:pt x="31208" y="120672"/>
                </a:lnTo>
                <a:cubicBezTo>
                  <a:pt x="27749" y="120672"/>
                  <a:pt x="24967" y="123454"/>
                  <a:pt x="24967" y="126913"/>
                </a:cubicBezTo>
                <a:cubicBezTo>
                  <a:pt x="24967" y="130372"/>
                  <a:pt x="27749" y="133155"/>
                  <a:pt x="31208" y="133155"/>
                </a:cubicBezTo>
                <a:lnTo>
                  <a:pt x="101947" y="133155"/>
                </a:lnTo>
                <a:cubicBezTo>
                  <a:pt x="105406" y="133155"/>
                  <a:pt x="108188" y="130372"/>
                  <a:pt x="108188" y="126913"/>
                </a:cubicBezTo>
                <a:cubicBezTo>
                  <a:pt x="108188" y="123454"/>
                  <a:pt x="105406" y="120672"/>
                  <a:pt x="101947" y="120672"/>
                </a:cubicBezTo>
                <a:lnTo>
                  <a:pt x="83222" y="120672"/>
                </a:lnTo>
                <a:lnTo>
                  <a:pt x="79061" y="108188"/>
                </a:lnTo>
                <a:lnTo>
                  <a:pt x="116511" y="108188"/>
                </a:lnTo>
                <a:cubicBezTo>
                  <a:pt x="125691" y="108188"/>
                  <a:pt x="133155" y="100724"/>
                  <a:pt x="133155" y="91544"/>
                </a:cubicBezTo>
                <a:lnTo>
                  <a:pt x="133155" y="24967"/>
                </a:lnTo>
                <a:cubicBezTo>
                  <a:pt x="133155" y="15786"/>
                  <a:pt x="125691" y="8322"/>
                  <a:pt x="116511" y="8322"/>
                </a:cubicBezTo>
                <a:lnTo>
                  <a:pt x="16644" y="8322"/>
                </a:lnTo>
                <a:close/>
                <a:moveTo>
                  <a:pt x="24967" y="24967"/>
                </a:moveTo>
                <a:lnTo>
                  <a:pt x="108188" y="24967"/>
                </a:lnTo>
                <a:cubicBezTo>
                  <a:pt x="112792" y="24967"/>
                  <a:pt x="116511" y="28686"/>
                  <a:pt x="116511" y="33289"/>
                </a:cubicBezTo>
                <a:lnTo>
                  <a:pt x="116511" y="74900"/>
                </a:lnTo>
                <a:cubicBezTo>
                  <a:pt x="116511" y="79503"/>
                  <a:pt x="112792" y="83222"/>
                  <a:pt x="108188" y="83222"/>
                </a:cubicBezTo>
                <a:lnTo>
                  <a:pt x="24967" y="83222"/>
                </a:lnTo>
                <a:cubicBezTo>
                  <a:pt x="20363" y="83222"/>
                  <a:pt x="16644" y="79503"/>
                  <a:pt x="16644" y="74900"/>
                </a:cubicBezTo>
                <a:lnTo>
                  <a:pt x="16644" y="33289"/>
                </a:lnTo>
                <a:cubicBezTo>
                  <a:pt x="16644" y="28686"/>
                  <a:pt x="20363" y="24967"/>
                  <a:pt x="24967" y="249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052531" y="4227670"/>
            <a:ext cx="446069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Centralized Logistics Dashboard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52531" y="4493980"/>
            <a:ext cx="4444046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Unified platform for managing all operations with real-time visibility and control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40851" y="5613313"/>
            <a:ext cx="5168076" cy="8238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289" dir="27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32261" y="5838012"/>
            <a:ext cx="307921" cy="307921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19644" y="5925395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60336" y="0"/>
                </a:moveTo>
                <a:cubicBezTo>
                  <a:pt x="100542" y="0"/>
                  <a:pt x="133155" y="32613"/>
                  <a:pt x="133155" y="72819"/>
                </a:cubicBezTo>
                <a:cubicBezTo>
                  <a:pt x="133155" y="76278"/>
                  <a:pt x="130372" y="79061"/>
                  <a:pt x="126913" y="79061"/>
                </a:cubicBezTo>
                <a:cubicBezTo>
                  <a:pt x="123454" y="79061"/>
                  <a:pt x="120672" y="76278"/>
                  <a:pt x="120672" y="72819"/>
                </a:cubicBezTo>
                <a:cubicBezTo>
                  <a:pt x="120672" y="39504"/>
                  <a:pt x="93651" y="12483"/>
                  <a:pt x="60336" y="12483"/>
                </a:cubicBezTo>
                <a:cubicBezTo>
                  <a:pt x="56877" y="12483"/>
                  <a:pt x="54094" y="9701"/>
                  <a:pt x="54094" y="6242"/>
                </a:cubicBezTo>
                <a:cubicBezTo>
                  <a:pt x="54094" y="2783"/>
                  <a:pt x="56877" y="0"/>
                  <a:pt x="60336" y="0"/>
                </a:cubicBezTo>
                <a:close/>
                <a:moveTo>
                  <a:pt x="54094" y="31208"/>
                </a:moveTo>
                <a:cubicBezTo>
                  <a:pt x="54094" y="27749"/>
                  <a:pt x="56877" y="24967"/>
                  <a:pt x="60336" y="24967"/>
                </a:cubicBezTo>
                <a:cubicBezTo>
                  <a:pt x="86759" y="24967"/>
                  <a:pt x="108188" y="46396"/>
                  <a:pt x="108188" y="72819"/>
                </a:cubicBezTo>
                <a:cubicBezTo>
                  <a:pt x="108188" y="76278"/>
                  <a:pt x="105406" y="79061"/>
                  <a:pt x="101947" y="79061"/>
                </a:cubicBezTo>
                <a:cubicBezTo>
                  <a:pt x="98488" y="79061"/>
                  <a:pt x="95705" y="76278"/>
                  <a:pt x="95705" y="72819"/>
                </a:cubicBezTo>
                <a:cubicBezTo>
                  <a:pt x="95705" y="53288"/>
                  <a:pt x="79867" y="37450"/>
                  <a:pt x="60336" y="37450"/>
                </a:cubicBezTo>
                <a:cubicBezTo>
                  <a:pt x="56877" y="37450"/>
                  <a:pt x="54094" y="34667"/>
                  <a:pt x="54094" y="31208"/>
                </a:cubicBezTo>
                <a:close/>
                <a:moveTo>
                  <a:pt x="6866" y="37112"/>
                </a:moveTo>
                <a:cubicBezTo>
                  <a:pt x="9154" y="32457"/>
                  <a:pt x="15292" y="31936"/>
                  <a:pt x="18959" y="35603"/>
                </a:cubicBezTo>
                <a:lnTo>
                  <a:pt x="52378" y="69022"/>
                </a:lnTo>
                <a:lnTo>
                  <a:pt x="60700" y="60700"/>
                </a:lnTo>
                <a:cubicBezTo>
                  <a:pt x="63951" y="57449"/>
                  <a:pt x="69230" y="57449"/>
                  <a:pt x="72481" y="60700"/>
                </a:cubicBezTo>
                <a:cubicBezTo>
                  <a:pt x="75732" y="63951"/>
                  <a:pt x="75732" y="69230"/>
                  <a:pt x="72481" y="72481"/>
                </a:cubicBezTo>
                <a:lnTo>
                  <a:pt x="64159" y="80803"/>
                </a:lnTo>
                <a:lnTo>
                  <a:pt x="97578" y="114222"/>
                </a:lnTo>
                <a:cubicBezTo>
                  <a:pt x="101245" y="117889"/>
                  <a:pt x="100698" y="124001"/>
                  <a:pt x="96069" y="126315"/>
                </a:cubicBezTo>
                <a:cubicBezTo>
                  <a:pt x="87175" y="130710"/>
                  <a:pt x="77188" y="133181"/>
                  <a:pt x="66603" y="133181"/>
                </a:cubicBezTo>
                <a:cubicBezTo>
                  <a:pt x="29830" y="133181"/>
                  <a:pt x="26" y="103377"/>
                  <a:pt x="26" y="66603"/>
                </a:cubicBezTo>
                <a:cubicBezTo>
                  <a:pt x="26" y="56019"/>
                  <a:pt x="2497" y="46006"/>
                  <a:pt x="6892" y="371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052531" y="5792240"/>
            <a:ext cx="423599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Shipment Tracking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52531" y="6058550"/>
            <a:ext cx="421934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monitoring of deliveries with automated alerts and status updates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1">
            <a:off x="10572527" y="64276"/>
            <a:ext cx="721586" cy="72158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228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6332" y="5561839"/>
            <a:ext cx="534161" cy="534161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228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900000">
            <a:off x="247806" y="1653495"/>
            <a:ext cx="393593" cy="39359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228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593" y="393593"/>
            <a:ext cx="1846137" cy="41233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485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850" y="374850"/>
            <a:ext cx="1883622" cy="374850"/>
          </a:xfrm>
          <a:prstGeom prst="rect">
            <a:avLst/>
          </a:prstGeom>
          <a:noFill/>
          <a:ln/>
        </p:spPr>
        <p:txBody>
          <a:bodyPr wrap="square" lIns="187425" tIns="74970" rIns="187425" bIns="7497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RESEARCH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850" y="937125"/>
            <a:ext cx="11667210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Literature Survey — Existing Systems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593" y="1555628"/>
            <a:ext cx="5575895" cy="52853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497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8503" y="1780538"/>
            <a:ext cx="487305" cy="48730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485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3757" y="1911736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96796" y="90403"/>
                </a:moveTo>
                <a:cubicBezTo>
                  <a:pt x="190295" y="94708"/>
                  <a:pt x="182827" y="98179"/>
                  <a:pt x="175052" y="100946"/>
                </a:cubicBezTo>
                <a:cubicBezTo>
                  <a:pt x="154406" y="108326"/>
                  <a:pt x="127303" y="112455"/>
                  <a:pt x="98398" y="112455"/>
                </a:cubicBezTo>
                <a:cubicBezTo>
                  <a:pt x="69494" y="112455"/>
                  <a:pt x="42346" y="108282"/>
                  <a:pt x="21744" y="100946"/>
                </a:cubicBezTo>
                <a:cubicBezTo>
                  <a:pt x="14013" y="98179"/>
                  <a:pt x="6501" y="94708"/>
                  <a:pt x="0" y="90403"/>
                </a:cubicBezTo>
                <a:lnTo>
                  <a:pt x="0" y="126512"/>
                </a:lnTo>
                <a:cubicBezTo>
                  <a:pt x="0" y="145928"/>
                  <a:pt x="44060" y="161654"/>
                  <a:pt x="98398" y="161654"/>
                </a:cubicBezTo>
                <a:cubicBezTo>
                  <a:pt x="152737" y="161654"/>
                  <a:pt x="196796" y="145928"/>
                  <a:pt x="196796" y="126512"/>
                </a:cubicBezTo>
                <a:lnTo>
                  <a:pt x="196796" y="90403"/>
                </a:lnTo>
                <a:close/>
                <a:moveTo>
                  <a:pt x="196796" y="56228"/>
                </a:moveTo>
                <a:lnTo>
                  <a:pt x="196796" y="35142"/>
                </a:lnTo>
                <a:cubicBezTo>
                  <a:pt x="196796" y="15726"/>
                  <a:pt x="152737" y="0"/>
                  <a:pt x="98398" y="0"/>
                </a:cubicBezTo>
                <a:cubicBezTo>
                  <a:pt x="44060" y="0"/>
                  <a:pt x="0" y="15726"/>
                  <a:pt x="0" y="35142"/>
                </a:cubicBezTo>
                <a:lnTo>
                  <a:pt x="0" y="56228"/>
                </a:lnTo>
                <a:cubicBezTo>
                  <a:pt x="0" y="75644"/>
                  <a:pt x="44060" y="91370"/>
                  <a:pt x="98398" y="91370"/>
                </a:cubicBezTo>
                <a:cubicBezTo>
                  <a:pt x="152737" y="91370"/>
                  <a:pt x="196796" y="75644"/>
                  <a:pt x="196796" y="56228"/>
                </a:cubicBezTo>
                <a:close/>
                <a:moveTo>
                  <a:pt x="175052" y="171230"/>
                </a:moveTo>
                <a:cubicBezTo>
                  <a:pt x="154450" y="178566"/>
                  <a:pt x="127347" y="182739"/>
                  <a:pt x="98398" y="182739"/>
                </a:cubicBezTo>
                <a:cubicBezTo>
                  <a:pt x="69450" y="182739"/>
                  <a:pt x="42346" y="178566"/>
                  <a:pt x="21744" y="171230"/>
                </a:cubicBezTo>
                <a:cubicBezTo>
                  <a:pt x="14013" y="168463"/>
                  <a:pt x="6501" y="164993"/>
                  <a:pt x="0" y="160688"/>
                </a:cubicBezTo>
                <a:lnTo>
                  <a:pt x="0" y="189768"/>
                </a:lnTo>
                <a:cubicBezTo>
                  <a:pt x="0" y="209184"/>
                  <a:pt x="44060" y="224910"/>
                  <a:pt x="98398" y="224910"/>
                </a:cubicBezTo>
                <a:cubicBezTo>
                  <a:pt x="152737" y="224910"/>
                  <a:pt x="196796" y="209184"/>
                  <a:pt x="196796" y="189768"/>
                </a:cubicBezTo>
                <a:lnTo>
                  <a:pt x="196796" y="160688"/>
                </a:lnTo>
                <a:cubicBezTo>
                  <a:pt x="190295" y="164993"/>
                  <a:pt x="182827" y="168463"/>
                  <a:pt x="175052" y="1712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7005" y="1855508"/>
            <a:ext cx="2277214" cy="33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Existing Systems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3817" y="2450583"/>
            <a:ext cx="5135447" cy="1190149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7185" y="2623951"/>
            <a:ext cx="281138" cy="28113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498" y="2698921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131198" y="12300"/>
                </a:moveTo>
                <a:cubicBezTo>
                  <a:pt x="131198" y="9455"/>
                  <a:pt x="129737" y="6816"/>
                  <a:pt x="127303" y="5330"/>
                </a:cubicBezTo>
                <a:cubicBezTo>
                  <a:pt x="124868" y="3844"/>
                  <a:pt x="121870" y="3690"/>
                  <a:pt x="119333" y="4971"/>
                </a:cubicBezTo>
                <a:lnTo>
                  <a:pt x="89558" y="19859"/>
                </a:lnTo>
                <a:lnTo>
                  <a:pt x="43587" y="4510"/>
                </a:lnTo>
                <a:cubicBezTo>
                  <a:pt x="41512" y="3818"/>
                  <a:pt x="39282" y="3972"/>
                  <a:pt x="37335" y="4946"/>
                </a:cubicBezTo>
                <a:lnTo>
                  <a:pt x="4536" y="21345"/>
                </a:lnTo>
                <a:cubicBezTo>
                  <a:pt x="1742" y="22755"/>
                  <a:pt x="0" y="25599"/>
                  <a:pt x="0" y="28699"/>
                </a:cubicBezTo>
                <a:lnTo>
                  <a:pt x="0" y="118898"/>
                </a:lnTo>
                <a:cubicBezTo>
                  <a:pt x="0" y="121742"/>
                  <a:pt x="1461" y="124381"/>
                  <a:pt x="3895" y="125868"/>
                </a:cubicBezTo>
                <a:cubicBezTo>
                  <a:pt x="6329" y="127354"/>
                  <a:pt x="9327" y="127508"/>
                  <a:pt x="11864" y="126226"/>
                </a:cubicBezTo>
                <a:lnTo>
                  <a:pt x="41614" y="111339"/>
                </a:lnTo>
                <a:lnTo>
                  <a:pt x="87585" y="126662"/>
                </a:lnTo>
                <a:cubicBezTo>
                  <a:pt x="89660" y="127354"/>
                  <a:pt x="91890" y="127200"/>
                  <a:pt x="93837" y="126226"/>
                </a:cubicBezTo>
                <a:lnTo>
                  <a:pt x="126636" y="109827"/>
                </a:lnTo>
                <a:cubicBezTo>
                  <a:pt x="129404" y="108443"/>
                  <a:pt x="131172" y="105599"/>
                  <a:pt x="131172" y="102498"/>
                </a:cubicBezTo>
                <a:lnTo>
                  <a:pt x="131172" y="12300"/>
                </a:lnTo>
                <a:close/>
                <a:moveTo>
                  <a:pt x="49199" y="96579"/>
                </a:moveTo>
                <a:lnTo>
                  <a:pt x="49199" y="23677"/>
                </a:lnTo>
                <a:lnTo>
                  <a:pt x="81998" y="34619"/>
                </a:lnTo>
                <a:lnTo>
                  <a:pt x="81998" y="107520"/>
                </a:lnTo>
                <a:lnTo>
                  <a:pt x="49199" y="965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90149" y="2633322"/>
            <a:ext cx="202419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Manual Route Planning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814" y="2989430"/>
            <a:ext cx="4882423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Traditional logistics rely on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human intuition and experience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route planning, lacking mathematical optimization and data-driven insights.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817" y="3818786"/>
            <a:ext cx="5135447" cy="1190149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185" y="3992154"/>
            <a:ext cx="281138" cy="28113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498" y="4067124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122460" y="19347"/>
                </a:moveTo>
                <a:cubicBezTo>
                  <a:pt x="123613" y="16323"/>
                  <a:pt x="122895" y="12889"/>
                  <a:pt x="120615" y="10609"/>
                </a:cubicBezTo>
                <a:cubicBezTo>
                  <a:pt x="118334" y="8328"/>
                  <a:pt x="114900" y="7585"/>
                  <a:pt x="111877" y="8764"/>
                </a:cubicBezTo>
                <a:lnTo>
                  <a:pt x="5279" y="49763"/>
                </a:lnTo>
                <a:cubicBezTo>
                  <a:pt x="2024" y="50993"/>
                  <a:pt x="-77" y="54119"/>
                  <a:pt x="0" y="57578"/>
                </a:cubicBezTo>
                <a:cubicBezTo>
                  <a:pt x="77" y="61038"/>
                  <a:pt x="2332" y="64087"/>
                  <a:pt x="5612" y="65163"/>
                </a:cubicBezTo>
                <a:lnTo>
                  <a:pt x="50916" y="80256"/>
                </a:lnTo>
                <a:lnTo>
                  <a:pt x="66009" y="125560"/>
                </a:lnTo>
                <a:cubicBezTo>
                  <a:pt x="67111" y="128840"/>
                  <a:pt x="70134" y="131095"/>
                  <a:pt x="73594" y="131172"/>
                </a:cubicBezTo>
                <a:cubicBezTo>
                  <a:pt x="77053" y="131249"/>
                  <a:pt x="80179" y="129148"/>
                  <a:pt x="81435" y="125919"/>
                </a:cubicBezTo>
                <a:lnTo>
                  <a:pt x="122434" y="193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90149" y="4001525"/>
            <a:ext cx="2080418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Basic Tracking Systems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814" y="4357633"/>
            <a:ext cx="4882423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Current tracking provides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location data only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without integration with route optimization or predictive analytics capabilities.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3817" y="5186988"/>
            <a:ext cx="5135447" cy="1433802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7185" y="5360357"/>
            <a:ext cx="281138" cy="28113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8098" y="5435327"/>
            <a:ext cx="163997" cy="131198"/>
          </a:xfrm>
          <a:custGeom>
            <a:avLst/>
            <a:gdLst/>
            <a:ahLst/>
            <a:cxnLst/>
            <a:rect l="l" t="t" r="r" b="b"/>
            <a:pathLst>
              <a:path w="163997" h="131198">
                <a:moveTo>
                  <a:pt x="16400" y="8200"/>
                </a:moveTo>
                <a:cubicBezTo>
                  <a:pt x="7354" y="8200"/>
                  <a:pt x="0" y="15554"/>
                  <a:pt x="0" y="24600"/>
                </a:cubicBezTo>
                <a:lnTo>
                  <a:pt x="0" y="108648"/>
                </a:lnTo>
                <a:cubicBezTo>
                  <a:pt x="0" y="121101"/>
                  <a:pt x="10096" y="131198"/>
                  <a:pt x="22550" y="131198"/>
                </a:cubicBezTo>
                <a:cubicBezTo>
                  <a:pt x="29007" y="131198"/>
                  <a:pt x="34849" y="128481"/>
                  <a:pt x="38949" y="124125"/>
                </a:cubicBezTo>
                <a:cubicBezTo>
                  <a:pt x="43049" y="128481"/>
                  <a:pt x="48892" y="131198"/>
                  <a:pt x="55349" y="131198"/>
                </a:cubicBezTo>
                <a:cubicBezTo>
                  <a:pt x="65676" y="131198"/>
                  <a:pt x="74362" y="124253"/>
                  <a:pt x="77053" y="114798"/>
                </a:cubicBezTo>
                <a:lnTo>
                  <a:pt x="111544" y="114798"/>
                </a:lnTo>
                <a:cubicBezTo>
                  <a:pt x="114208" y="124253"/>
                  <a:pt x="122921" y="131198"/>
                  <a:pt x="133248" y="131198"/>
                </a:cubicBezTo>
                <a:cubicBezTo>
                  <a:pt x="144266" y="131198"/>
                  <a:pt x="153465" y="123280"/>
                  <a:pt x="155413" y="112825"/>
                </a:cubicBezTo>
                <a:cubicBezTo>
                  <a:pt x="160538" y="110057"/>
                  <a:pt x="163997" y="104625"/>
                  <a:pt x="163997" y="98398"/>
                </a:cubicBezTo>
                <a:lnTo>
                  <a:pt x="163997" y="60807"/>
                </a:lnTo>
                <a:cubicBezTo>
                  <a:pt x="163997" y="56451"/>
                  <a:pt x="162280" y="52274"/>
                  <a:pt x="159205" y="49199"/>
                </a:cubicBezTo>
                <a:lnTo>
                  <a:pt x="147597" y="37591"/>
                </a:lnTo>
                <a:cubicBezTo>
                  <a:pt x="144522" y="34516"/>
                  <a:pt x="140345" y="32799"/>
                  <a:pt x="135989" y="32799"/>
                </a:cubicBezTo>
                <a:lnTo>
                  <a:pt x="122998" y="32799"/>
                </a:lnTo>
                <a:lnTo>
                  <a:pt x="122998" y="24600"/>
                </a:lnTo>
                <a:cubicBezTo>
                  <a:pt x="122998" y="15554"/>
                  <a:pt x="115643" y="8200"/>
                  <a:pt x="106598" y="8200"/>
                </a:cubicBezTo>
                <a:lnTo>
                  <a:pt x="16400" y="8200"/>
                </a:lnTo>
                <a:close/>
                <a:moveTo>
                  <a:pt x="122998" y="49199"/>
                </a:moveTo>
                <a:lnTo>
                  <a:pt x="135989" y="49199"/>
                </a:lnTo>
                <a:lnTo>
                  <a:pt x="147597" y="60807"/>
                </a:lnTo>
                <a:lnTo>
                  <a:pt x="147597" y="73799"/>
                </a:lnTo>
                <a:lnTo>
                  <a:pt x="122998" y="73799"/>
                </a:lnTo>
                <a:lnTo>
                  <a:pt x="122998" y="49199"/>
                </a:lnTo>
                <a:close/>
                <a:moveTo>
                  <a:pt x="22550" y="98398"/>
                </a:moveTo>
                <a:cubicBezTo>
                  <a:pt x="28207" y="98398"/>
                  <a:pt x="32799" y="102991"/>
                  <a:pt x="32799" y="108648"/>
                </a:cubicBezTo>
                <a:cubicBezTo>
                  <a:pt x="32799" y="114305"/>
                  <a:pt x="28207" y="118898"/>
                  <a:pt x="22550" y="118898"/>
                </a:cubicBezTo>
                <a:cubicBezTo>
                  <a:pt x="16893" y="118898"/>
                  <a:pt x="12300" y="114305"/>
                  <a:pt x="12300" y="108648"/>
                </a:cubicBezTo>
                <a:cubicBezTo>
                  <a:pt x="12300" y="102991"/>
                  <a:pt x="16893" y="98398"/>
                  <a:pt x="22550" y="98398"/>
                </a:cubicBezTo>
                <a:close/>
                <a:moveTo>
                  <a:pt x="122998" y="108648"/>
                </a:moveTo>
                <a:cubicBezTo>
                  <a:pt x="122998" y="102991"/>
                  <a:pt x="127590" y="98398"/>
                  <a:pt x="133248" y="98398"/>
                </a:cubicBezTo>
                <a:cubicBezTo>
                  <a:pt x="138905" y="98398"/>
                  <a:pt x="143497" y="102991"/>
                  <a:pt x="143497" y="108648"/>
                </a:cubicBezTo>
                <a:cubicBezTo>
                  <a:pt x="143497" y="114305"/>
                  <a:pt x="138905" y="118898"/>
                  <a:pt x="133248" y="118898"/>
                </a:cubicBezTo>
                <a:cubicBezTo>
                  <a:pt x="127590" y="118898"/>
                  <a:pt x="122998" y="114305"/>
                  <a:pt x="122998" y="108648"/>
                </a:cubicBezTo>
                <a:close/>
                <a:moveTo>
                  <a:pt x="55349" y="98398"/>
                </a:moveTo>
                <a:cubicBezTo>
                  <a:pt x="61006" y="98398"/>
                  <a:pt x="65599" y="102991"/>
                  <a:pt x="65599" y="108648"/>
                </a:cubicBezTo>
                <a:cubicBezTo>
                  <a:pt x="65599" y="114305"/>
                  <a:pt x="61006" y="118898"/>
                  <a:pt x="55349" y="118898"/>
                </a:cubicBezTo>
                <a:cubicBezTo>
                  <a:pt x="49692" y="118898"/>
                  <a:pt x="45099" y="114305"/>
                  <a:pt x="45099" y="108648"/>
                </a:cubicBezTo>
                <a:cubicBezTo>
                  <a:pt x="45099" y="102991"/>
                  <a:pt x="49692" y="98398"/>
                  <a:pt x="55349" y="983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90149" y="5369728"/>
            <a:ext cx="2577095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Traditional Fleet Management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814" y="5725836"/>
            <a:ext cx="4882423" cy="73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Conventional fleet tools focus on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maintenance scheduling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but lack intelligent routing, real-time optimization, or algorithmic decision-making.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8662" y="1555628"/>
            <a:ext cx="5575895" cy="5285387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4970" dir="2700000">
              <a:srgbClr val="4ecdc4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53572" y="1780538"/>
            <a:ext cx="487305" cy="48730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7485" dir="2700000">
              <a:srgbClr val="ffffff">
                <a:alpha val="3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4769" y="1911736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224910"/>
                </a:moveTo>
                <a:cubicBezTo>
                  <a:pt x="174521" y="224910"/>
                  <a:pt x="224910" y="174521"/>
                  <a:pt x="224910" y="112455"/>
                </a:cubicBezTo>
                <a:cubicBezTo>
                  <a:pt x="224910" y="50389"/>
                  <a:pt x="174521" y="0"/>
                  <a:pt x="112455" y="0"/>
                </a:cubicBezTo>
                <a:cubicBezTo>
                  <a:pt x="50389" y="0"/>
                  <a:pt x="0" y="50389"/>
                  <a:pt x="0" y="112455"/>
                </a:cubicBezTo>
                <a:cubicBezTo>
                  <a:pt x="0" y="174521"/>
                  <a:pt x="50389" y="224910"/>
                  <a:pt x="112455" y="224910"/>
                </a:cubicBezTo>
                <a:close/>
                <a:moveTo>
                  <a:pt x="112455" y="59742"/>
                </a:moveTo>
                <a:cubicBezTo>
                  <a:pt x="118297" y="59742"/>
                  <a:pt x="122998" y="64442"/>
                  <a:pt x="122998" y="70284"/>
                </a:cubicBezTo>
                <a:lnTo>
                  <a:pt x="122998" y="119483"/>
                </a:lnTo>
                <a:cubicBezTo>
                  <a:pt x="122998" y="125326"/>
                  <a:pt x="118297" y="130026"/>
                  <a:pt x="112455" y="130026"/>
                </a:cubicBezTo>
                <a:cubicBezTo>
                  <a:pt x="106613" y="130026"/>
                  <a:pt x="101912" y="125326"/>
                  <a:pt x="101912" y="119483"/>
                </a:cubicBezTo>
                <a:lnTo>
                  <a:pt x="101912" y="70284"/>
                </a:lnTo>
                <a:cubicBezTo>
                  <a:pt x="101912" y="64442"/>
                  <a:pt x="106613" y="59742"/>
                  <a:pt x="112455" y="59742"/>
                </a:cubicBezTo>
                <a:close/>
                <a:moveTo>
                  <a:pt x="100726" y="154626"/>
                </a:moveTo>
                <a:cubicBezTo>
                  <a:pt x="100460" y="150272"/>
                  <a:pt x="102631" y="146130"/>
                  <a:pt x="106363" y="143873"/>
                </a:cubicBezTo>
                <a:cubicBezTo>
                  <a:pt x="110095" y="141615"/>
                  <a:pt x="114771" y="141615"/>
                  <a:pt x="118503" y="143873"/>
                </a:cubicBezTo>
                <a:cubicBezTo>
                  <a:pt x="122236" y="146130"/>
                  <a:pt x="124407" y="150272"/>
                  <a:pt x="124140" y="154626"/>
                </a:cubicBezTo>
                <a:cubicBezTo>
                  <a:pt x="124407" y="158979"/>
                  <a:pt x="122236" y="163121"/>
                  <a:pt x="118503" y="165379"/>
                </a:cubicBezTo>
                <a:cubicBezTo>
                  <a:pt x="114771" y="167636"/>
                  <a:pt x="110095" y="167636"/>
                  <a:pt x="106363" y="165379"/>
                </a:cubicBezTo>
                <a:cubicBezTo>
                  <a:pt x="102631" y="163121"/>
                  <a:pt x="100460" y="158979"/>
                  <a:pt x="100726" y="154626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0" name="Text 28"/>
          <p:cNvSpPr/>
          <p:nvPr/>
        </p:nvSpPr>
        <p:spPr>
          <a:xfrm>
            <a:off x="7072075" y="1855508"/>
            <a:ext cx="1902364" cy="33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4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Critical Issues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8886" y="2528628"/>
            <a:ext cx="5135447" cy="1115179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7485" dir="2700000">
              <a:srgbClr val="ffffff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40997" y="2711367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224910"/>
                </a:moveTo>
                <a:cubicBezTo>
                  <a:pt x="174521" y="224910"/>
                  <a:pt x="224910" y="174521"/>
                  <a:pt x="224910" y="112455"/>
                </a:cubicBezTo>
                <a:cubicBezTo>
                  <a:pt x="224910" y="50389"/>
                  <a:pt x="174521" y="0"/>
                  <a:pt x="112455" y="0"/>
                </a:cubicBezTo>
                <a:cubicBezTo>
                  <a:pt x="50389" y="0"/>
                  <a:pt x="0" y="50389"/>
                  <a:pt x="0" y="112455"/>
                </a:cubicBezTo>
                <a:cubicBezTo>
                  <a:pt x="0" y="174521"/>
                  <a:pt x="50389" y="224910"/>
                  <a:pt x="112455" y="224910"/>
                </a:cubicBezTo>
                <a:close/>
                <a:moveTo>
                  <a:pt x="73359" y="73359"/>
                </a:moveTo>
                <a:cubicBezTo>
                  <a:pt x="77489" y="69230"/>
                  <a:pt x="84166" y="69230"/>
                  <a:pt x="88251" y="73359"/>
                </a:cubicBezTo>
                <a:lnTo>
                  <a:pt x="112411" y="97520"/>
                </a:lnTo>
                <a:lnTo>
                  <a:pt x="136571" y="73359"/>
                </a:lnTo>
                <a:cubicBezTo>
                  <a:pt x="140701" y="69230"/>
                  <a:pt x="147378" y="69230"/>
                  <a:pt x="151463" y="73359"/>
                </a:cubicBezTo>
                <a:cubicBezTo>
                  <a:pt x="155548" y="77489"/>
                  <a:pt x="155592" y="84166"/>
                  <a:pt x="151463" y="88251"/>
                </a:cubicBezTo>
                <a:lnTo>
                  <a:pt x="127303" y="112411"/>
                </a:lnTo>
                <a:lnTo>
                  <a:pt x="151463" y="136571"/>
                </a:lnTo>
                <a:cubicBezTo>
                  <a:pt x="155592" y="140701"/>
                  <a:pt x="155592" y="147378"/>
                  <a:pt x="151463" y="151463"/>
                </a:cubicBezTo>
                <a:cubicBezTo>
                  <a:pt x="147334" y="155548"/>
                  <a:pt x="140657" y="155592"/>
                  <a:pt x="136571" y="151463"/>
                </a:cubicBezTo>
                <a:lnTo>
                  <a:pt x="112411" y="127303"/>
                </a:lnTo>
                <a:lnTo>
                  <a:pt x="88251" y="151463"/>
                </a:lnTo>
                <a:cubicBezTo>
                  <a:pt x="84122" y="155592"/>
                  <a:pt x="77445" y="155592"/>
                  <a:pt x="73359" y="151463"/>
                </a:cubicBezTo>
                <a:cubicBezTo>
                  <a:pt x="69274" y="147334"/>
                  <a:pt x="69230" y="140657"/>
                  <a:pt x="73359" y="136571"/>
                </a:cubicBezTo>
                <a:lnTo>
                  <a:pt x="97520" y="112411"/>
                </a:lnTo>
                <a:lnTo>
                  <a:pt x="73359" y="88251"/>
                </a:lnTo>
                <a:cubicBezTo>
                  <a:pt x="69230" y="84122"/>
                  <a:pt x="69230" y="77445"/>
                  <a:pt x="73359" y="73359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3" name="Text 31"/>
          <p:cNvSpPr/>
          <p:nvPr/>
        </p:nvSpPr>
        <p:spPr>
          <a:xfrm>
            <a:off x="7006476" y="2692625"/>
            <a:ext cx="143380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 Optimization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12883" y="3029990"/>
            <a:ext cx="488242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Existing systems lack </a:t>
            </a:r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algorithmic route optimization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, resulting in inefficient paths and wasted resources.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8886" y="3978097"/>
            <a:ext cx="5135447" cy="1115179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7485" dir="2700000">
              <a:srgbClr val="ffffff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83168" y="4160836"/>
            <a:ext cx="140569" cy="224910"/>
          </a:xfrm>
          <a:custGeom>
            <a:avLst/>
            <a:gdLst/>
            <a:ahLst/>
            <a:cxnLst/>
            <a:rect l="l" t="t" r="r" b="b"/>
            <a:pathLst>
              <a:path w="140569" h="224910">
                <a:moveTo>
                  <a:pt x="59742" y="10543"/>
                </a:moveTo>
                <a:cubicBezTo>
                  <a:pt x="59742" y="4700"/>
                  <a:pt x="64442" y="0"/>
                  <a:pt x="70284" y="0"/>
                </a:cubicBezTo>
                <a:cubicBezTo>
                  <a:pt x="76127" y="0"/>
                  <a:pt x="80827" y="4700"/>
                  <a:pt x="80827" y="10543"/>
                </a:cubicBezTo>
                <a:lnTo>
                  <a:pt x="80827" y="28114"/>
                </a:lnTo>
                <a:lnTo>
                  <a:pt x="105427" y="28114"/>
                </a:lnTo>
                <a:cubicBezTo>
                  <a:pt x="113202" y="28114"/>
                  <a:pt x="119483" y="34395"/>
                  <a:pt x="119483" y="42171"/>
                </a:cubicBezTo>
                <a:cubicBezTo>
                  <a:pt x="119483" y="49946"/>
                  <a:pt x="113202" y="56228"/>
                  <a:pt x="105427" y="56228"/>
                </a:cubicBezTo>
                <a:lnTo>
                  <a:pt x="54954" y="56228"/>
                </a:lnTo>
                <a:cubicBezTo>
                  <a:pt x="44016" y="56228"/>
                  <a:pt x="35142" y="65101"/>
                  <a:pt x="35142" y="76039"/>
                </a:cubicBezTo>
                <a:cubicBezTo>
                  <a:pt x="35142" y="85923"/>
                  <a:pt x="42390" y="94269"/>
                  <a:pt x="52142" y="95675"/>
                </a:cubicBezTo>
                <a:lnTo>
                  <a:pt x="92380" y="101429"/>
                </a:lnTo>
                <a:cubicBezTo>
                  <a:pt x="116013" y="104812"/>
                  <a:pt x="133540" y="125018"/>
                  <a:pt x="133540" y="148871"/>
                </a:cubicBezTo>
                <a:cubicBezTo>
                  <a:pt x="133540" y="175360"/>
                  <a:pt x="112060" y="196796"/>
                  <a:pt x="85615" y="196796"/>
                </a:cubicBezTo>
                <a:lnTo>
                  <a:pt x="80827" y="196796"/>
                </a:lnTo>
                <a:lnTo>
                  <a:pt x="80827" y="214367"/>
                </a:lnTo>
                <a:cubicBezTo>
                  <a:pt x="80827" y="220210"/>
                  <a:pt x="76127" y="224910"/>
                  <a:pt x="70284" y="224910"/>
                </a:cubicBezTo>
                <a:cubicBezTo>
                  <a:pt x="64442" y="224910"/>
                  <a:pt x="59742" y="220210"/>
                  <a:pt x="59742" y="214367"/>
                </a:cubicBezTo>
                <a:lnTo>
                  <a:pt x="59742" y="196796"/>
                </a:lnTo>
                <a:lnTo>
                  <a:pt x="28114" y="196796"/>
                </a:lnTo>
                <a:cubicBezTo>
                  <a:pt x="20339" y="196796"/>
                  <a:pt x="14057" y="190515"/>
                  <a:pt x="14057" y="182739"/>
                </a:cubicBezTo>
                <a:cubicBezTo>
                  <a:pt x="14057" y="174964"/>
                  <a:pt x="20339" y="168683"/>
                  <a:pt x="28114" y="168683"/>
                </a:cubicBezTo>
                <a:lnTo>
                  <a:pt x="85615" y="168683"/>
                </a:lnTo>
                <a:cubicBezTo>
                  <a:pt x="96553" y="168683"/>
                  <a:pt x="105427" y="159809"/>
                  <a:pt x="105427" y="148871"/>
                </a:cubicBezTo>
                <a:cubicBezTo>
                  <a:pt x="105427" y="138987"/>
                  <a:pt x="98179" y="130641"/>
                  <a:pt x="88427" y="129235"/>
                </a:cubicBezTo>
                <a:lnTo>
                  <a:pt x="48189" y="123481"/>
                </a:lnTo>
                <a:cubicBezTo>
                  <a:pt x="24556" y="120142"/>
                  <a:pt x="7028" y="99892"/>
                  <a:pt x="7028" y="76039"/>
                </a:cubicBezTo>
                <a:cubicBezTo>
                  <a:pt x="7028" y="49594"/>
                  <a:pt x="28509" y="28114"/>
                  <a:pt x="54954" y="28114"/>
                </a:cubicBezTo>
                <a:lnTo>
                  <a:pt x="59742" y="28114"/>
                </a:lnTo>
                <a:lnTo>
                  <a:pt x="59742" y="10543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7" name="Text 35"/>
          <p:cNvSpPr/>
          <p:nvPr/>
        </p:nvSpPr>
        <p:spPr>
          <a:xfrm>
            <a:off x="7006476" y="4142094"/>
            <a:ext cx="209916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Higher Operational Cost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12883" y="4479459"/>
            <a:ext cx="488242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Without intelligent routing, companies face </a:t>
            </a:r>
            <a:pPr>
              <a:lnSpc>
                <a:spcPct val="130000"/>
              </a:lnSpc>
            </a:pPr>
            <a:r>
              <a:rPr lang="en-US" sz="118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increased fuel costs, overtime wages, and vehicle maintenance expenses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8886" y="5427420"/>
            <a:ext cx="5135447" cy="1115179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7485" dir="2700000">
              <a:srgbClr val="ffffff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40997" y="5610159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0"/>
                </a:moveTo>
                <a:cubicBezTo>
                  <a:pt x="174521" y="0"/>
                  <a:pt x="224910" y="50389"/>
                  <a:pt x="224910" y="112455"/>
                </a:cubicBezTo>
                <a:cubicBezTo>
                  <a:pt x="224910" y="174521"/>
                  <a:pt x="174521" y="224910"/>
                  <a:pt x="112455" y="224910"/>
                </a:cubicBezTo>
                <a:cubicBezTo>
                  <a:pt x="50389" y="224910"/>
                  <a:pt x="0" y="174521"/>
                  <a:pt x="0" y="112455"/>
                </a:cubicBezTo>
                <a:cubicBezTo>
                  <a:pt x="0" y="50389"/>
                  <a:pt x="50389" y="0"/>
                  <a:pt x="112455" y="0"/>
                </a:cubicBezTo>
                <a:close/>
                <a:moveTo>
                  <a:pt x="101912" y="52713"/>
                </a:moveTo>
                <a:lnTo>
                  <a:pt x="101912" y="112455"/>
                </a:lnTo>
                <a:cubicBezTo>
                  <a:pt x="101912" y="115969"/>
                  <a:pt x="103669" y="119264"/>
                  <a:pt x="106613" y="121241"/>
                </a:cubicBezTo>
                <a:lnTo>
                  <a:pt x="148783" y="149354"/>
                </a:lnTo>
                <a:cubicBezTo>
                  <a:pt x="153615" y="152605"/>
                  <a:pt x="160161" y="151287"/>
                  <a:pt x="163411" y="146411"/>
                </a:cubicBezTo>
                <a:cubicBezTo>
                  <a:pt x="166662" y="141535"/>
                  <a:pt x="165344" y="135034"/>
                  <a:pt x="160468" y="131783"/>
                </a:cubicBezTo>
                <a:lnTo>
                  <a:pt x="122998" y="106832"/>
                </a:lnTo>
                <a:lnTo>
                  <a:pt x="122998" y="52713"/>
                </a:lnTo>
                <a:cubicBezTo>
                  <a:pt x="122998" y="46871"/>
                  <a:pt x="118297" y="42171"/>
                  <a:pt x="112455" y="42171"/>
                </a:cubicBezTo>
                <a:cubicBezTo>
                  <a:pt x="106613" y="42171"/>
                  <a:pt x="101912" y="46871"/>
                  <a:pt x="101912" y="5271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1" name="Text 39"/>
          <p:cNvSpPr/>
          <p:nvPr/>
        </p:nvSpPr>
        <p:spPr>
          <a:xfrm>
            <a:off x="7006476" y="5591417"/>
            <a:ext cx="164934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Delayed Deliveries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12883" y="5928782"/>
            <a:ext cx="488242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Poor planning leads to </a:t>
            </a:r>
            <a:pPr>
              <a:lnSpc>
                <a:spcPct val="130000"/>
              </a:lnSpc>
            </a:pPr>
            <a:r>
              <a:rPr lang="en-US" sz="118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missed delivery windows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, reducing customer satisfaction and business reputation.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6398" y="-161802"/>
            <a:ext cx="760907" cy="760907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2476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499999">
            <a:off x="364118" y="5821657"/>
            <a:ext cx="498525" cy="4985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2476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400002">
            <a:off x="11431872" y="2128118"/>
            <a:ext cx="323604" cy="323604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2476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7334" y="367334"/>
            <a:ext cx="1967862" cy="38482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984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9842" y="349842"/>
            <a:ext cx="2002846" cy="349842"/>
          </a:xfrm>
          <a:prstGeom prst="rect">
            <a:avLst/>
          </a:prstGeom>
          <a:noFill/>
          <a:ln/>
        </p:spPr>
        <p:txBody>
          <a:bodyPr wrap="square" lIns="174921" tIns="69968" rIns="174921" bIns="69968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9842" y="874605"/>
            <a:ext cx="1170222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Literature Survey — DAA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7334" y="1451845"/>
            <a:ext cx="6786938" cy="503772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9968" dir="2700000">
              <a:srgbClr val="4ecdc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7240" y="1661750"/>
            <a:ext cx="454795" cy="45479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984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684" y="178419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0" y="32798"/>
                </a:moveTo>
                <a:cubicBezTo>
                  <a:pt x="0" y="21933"/>
                  <a:pt x="8814" y="13119"/>
                  <a:pt x="19679" y="13119"/>
                </a:cubicBezTo>
                <a:lnTo>
                  <a:pt x="59036" y="13119"/>
                </a:lnTo>
                <a:cubicBezTo>
                  <a:pt x="69900" y="13119"/>
                  <a:pt x="78714" y="21933"/>
                  <a:pt x="78714" y="32798"/>
                </a:cubicBezTo>
                <a:lnTo>
                  <a:pt x="78714" y="39357"/>
                </a:lnTo>
                <a:lnTo>
                  <a:pt x="131191" y="39357"/>
                </a:lnTo>
                <a:lnTo>
                  <a:pt x="131191" y="32798"/>
                </a:lnTo>
                <a:cubicBezTo>
                  <a:pt x="131191" y="21933"/>
                  <a:pt x="140005" y="13119"/>
                  <a:pt x="150869" y="13119"/>
                </a:cubicBezTo>
                <a:lnTo>
                  <a:pt x="190227" y="13119"/>
                </a:lnTo>
                <a:cubicBezTo>
                  <a:pt x="201091" y="13119"/>
                  <a:pt x="209905" y="21933"/>
                  <a:pt x="209905" y="32798"/>
                </a:cubicBezTo>
                <a:lnTo>
                  <a:pt x="209905" y="72155"/>
                </a:lnTo>
                <a:cubicBezTo>
                  <a:pt x="209905" y="83019"/>
                  <a:pt x="201091" y="91834"/>
                  <a:pt x="190227" y="91834"/>
                </a:cubicBezTo>
                <a:lnTo>
                  <a:pt x="150869" y="91834"/>
                </a:lnTo>
                <a:cubicBezTo>
                  <a:pt x="140005" y="91834"/>
                  <a:pt x="131191" y="83019"/>
                  <a:pt x="131191" y="72155"/>
                </a:cubicBezTo>
                <a:lnTo>
                  <a:pt x="131191" y="65595"/>
                </a:lnTo>
                <a:lnTo>
                  <a:pt x="78714" y="65595"/>
                </a:lnTo>
                <a:lnTo>
                  <a:pt x="78714" y="72155"/>
                </a:lnTo>
                <a:cubicBezTo>
                  <a:pt x="78714" y="75148"/>
                  <a:pt x="78018" y="78018"/>
                  <a:pt x="76829" y="80559"/>
                </a:cubicBezTo>
                <a:lnTo>
                  <a:pt x="104953" y="118072"/>
                </a:lnTo>
                <a:lnTo>
                  <a:pt x="137750" y="118072"/>
                </a:lnTo>
                <a:cubicBezTo>
                  <a:pt x="148615" y="118072"/>
                  <a:pt x="157429" y="126886"/>
                  <a:pt x="157429" y="137750"/>
                </a:cubicBezTo>
                <a:lnTo>
                  <a:pt x="157429" y="177108"/>
                </a:lnTo>
                <a:cubicBezTo>
                  <a:pt x="157429" y="187972"/>
                  <a:pt x="148615" y="196786"/>
                  <a:pt x="137750" y="196786"/>
                </a:cubicBezTo>
                <a:lnTo>
                  <a:pt x="98393" y="196786"/>
                </a:lnTo>
                <a:cubicBezTo>
                  <a:pt x="87529" y="196786"/>
                  <a:pt x="78714" y="187972"/>
                  <a:pt x="78714" y="177108"/>
                </a:cubicBezTo>
                <a:lnTo>
                  <a:pt x="78714" y="137750"/>
                </a:lnTo>
                <a:cubicBezTo>
                  <a:pt x="78714" y="134758"/>
                  <a:pt x="79411" y="131888"/>
                  <a:pt x="80600" y="129346"/>
                </a:cubicBezTo>
                <a:lnTo>
                  <a:pt x="52476" y="91834"/>
                </a:lnTo>
                <a:lnTo>
                  <a:pt x="19679" y="91834"/>
                </a:lnTo>
                <a:cubicBezTo>
                  <a:pt x="8814" y="91834"/>
                  <a:pt x="0" y="83019"/>
                  <a:pt x="0" y="72155"/>
                </a:cubicBezTo>
                <a:lnTo>
                  <a:pt x="0" y="327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54479" y="1731719"/>
            <a:ext cx="2475133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Concepts Used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2867" y="2342439"/>
            <a:ext cx="6375874" cy="1110749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3415" y="2512987"/>
            <a:ext cx="524763" cy="52476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984" dir="2700000">
              <a:srgbClr val="2d3436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6792" y="2644178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214415" y="80918"/>
                </a:moveTo>
                <a:cubicBezTo>
                  <a:pt x="232505" y="76665"/>
                  <a:pt x="245983" y="60420"/>
                  <a:pt x="245983" y="40997"/>
                </a:cubicBezTo>
                <a:cubicBezTo>
                  <a:pt x="245983" y="18346"/>
                  <a:pt x="227637" y="0"/>
                  <a:pt x="204986" y="0"/>
                </a:cubicBezTo>
                <a:cubicBezTo>
                  <a:pt x="182745" y="0"/>
                  <a:pt x="164655" y="17680"/>
                  <a:pt x="163989" y="39716"/>
                </a:cubicBezTo>
                <a:lnTo>
                  <a:pt x="69798" y="77433"/>
                </a:lnTo>
                <a:cubicBezTo>
                  <a:pt x="62367" y="70105"/>
                  <a:pt x="52220" y="65595"/>
                  <a:pt x="40997" y="65595"/>
                </a:cubicBezTo>
                <a:cubicBezTo>
                  <a:pt x="18346" y="65595"/>
                  <a:pt x="0" y="83942"/>
                  <a:pt x="0" y="106593"/>
                </a:cubicBezTo>
                <a:cubicBezTo>
                  <a:pt x="0" y="129243"/>
                  <a:pt x="18346" y="147590"/>
                  <a:pt x="40997" y="147590"/>
                </a:cubicBezTo>
                <a:cubicBezTo>
                  <a:pt x="47249" y="147590"/>
                  <a:pt x="53194" y="146206"/>
                  <a:pt x="58472" y="143695"/>
                </a:cubicBezTo>
                <a:lnTo>
                  <a:pt x="133087" y="208983"/>
                </a:lnTo>
                <a:cubicBezTo>
                  <a:pt x="131857" y="212878"/>
                  <a:pt x="131191" y="217080"/>
                  <a:pt x="131191" y="221385"/>
                </a:cubicBezTo>
                <a:cubicBezTo>
                  <a:pt x="131191" y="244035"/>
                  <a:pt x="149537" y="262382"/>
                  <a:pt x="172188" y="262382"/>
                </a:cubicBezTo>
                <a:cubicBezTo>
                  <a:pt x="194839" y="262382"/>
                  <a:pt x="213185" y="244035"/>
                  <a:pt x="213185" y="221385"/>
                </a:cubicBezTo>
                <a:cubicBezTo>
                  <a:pt x="213185" y="207189"/>
                  <a:pt x="206011" y="194685"/>
                  <a:pt x="195044" y="187357"/>
                </a:cubicBezTo>
                <a:lnTo>
                  <a:pt x="214415" y="80918"/>
                </a:lnTo>
                <a:close/>
                <a:moveTo>
                  <a:pt x="80098" y="118994"/>
                </a:moveTo>
                <a:cubicBezTo>
                  <a:pt x="81226" y="115458"/>
                  <a:pt x="81892" y="111717"/>
                  <a:pt x="81994" y="107874"/>
                </a:cubicBezTo>
                <a:lnTo>
                  <a:pt x="176185" y="70208"/>
                </a:lnTo>
                <a:cubicBezTo>
                  <a:pt x="178030" y="72001"/>
                  <a:pt x="179977" y="73641"/>
                  <a:pt x="182130" y="75076"/>
                </a:cubicBezTo>
                <a:lnTo>
                  <a:pt x="162759" y="181464"/>
                </a:lnTo>
                <a:cubicBezTo>
                  <a:pt x="159940" y="182130"/>
                  <a:pt x="157224" y="183052"/>
                  <a:pt x="154662" y="184282"/>
                </a:cubicBezTo>
                <a:lnTo>
                  <a:pt x="80098" y="1189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25607" y="2495495"/>
            <a:ext cx="5475030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Theory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5607" y="2845338"/>
            <a:ext cx="5440046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Models delivery networks as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weighted graphs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where nodes represent locations and edges represent routes with distance/cost weights.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2867" y="3730192"/>
            <a:ext cx="6375874" cy="1110749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3415" y="3900740"/>
            <a:ext cx="524763" cy="5247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984" dir="2700000">
              <a:srgbClr val="2d3436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6792" y="4031931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262382" y="49197"/>
                </a:moveTo>
                <a:cubicBezTo>
                  <a:pt x="262382" y="74922"/>
                  <a:pt x="232095" y="113306"/>
                  <a:pt x="219027" y="128628"/>
                </a:cubicBezTo>
                <a:cubicBezTo>
                  <a:pt x="217080" y="130883"/>
                  <a:pt x="214210" y="131755"/>
                  <a:pt x="211596" y="131191"/>
                </a:cubicBezTo>
                <a:lnTo>
                  <a:pt x="163989" y="131191"/>
                </a:lnTo>
                <a:cubicBezTo>
                  <a:pt x="154918" y="131191"/>
                  <a:pt x="147590" y="138519"/>
                  <a:pt x="147590" y="147590"/>
                </a:cubicBezTo>
                <a:cubicBezTo>
                  <a:pt x="147590" y="156660"/>
                  <a:pt x="154918" y="163989"/>
                  <a:pt x="163989" y="163989"/>
                </a:cubicBezTo>
                <a:lnTo>
                  <a:pt x="213185" y="163989"/>
                </a:lnTo>
                <a:cubicBezTo>
                  <a:pt x="240346" y="163989"/>
                  <a:pt x="262382" y="186024"/>
                  <a:pt x="262382" y="213185"/>
                </a:cubicBezTo>
                <a:cubicBezTo>
                  <a:pt x="262382" y="240346"/>
                  <a:pt x="240346" y="262382"/>
                  <a:pt x="213185" y="262382"/>
                </a:cubicBezTo>
                <a:lnTo>
                  <a:pt x="71540" y="262382"/>
                </a:lnTo>
                <a:cubicBezTo>
                  <a:pt x="75998" y="257308"/>
                  <a:pt x="81431" y="250800"/>
                  <a:pt x="86914" y="243523"/>
                </a:cubicBezTo>
                <a:cubicBezTo>
                  <a:pt x="90142" y="239218"/>
                  <a:pt x="93473" y="234504"/>
                  <a:pt x="96651" y="229584"/>
                </a:cubicBezTo>
                <a:lnTo>
                  <a:pt x="213185" y="229584"/>
                </a:lnTo>
                <a:cubicBezTo>
                  <a:pt x="222256" y="229584"/>
                  <a:pt x="229584" y="222256"/>
                  <a:pt x="229584" y="213185"/>
                </a:cubicBezTo>
                <a:cubicBezTo>
                  <a:pt x="229584" y="204114"/>
                  <a:pt x="222256" y="196786"/>
                  <a:pt x="213185" y="196786"/>
                </a:cubicBezTo>
                <a:lnTo>
                  <a:pt x="163989" y="196786"/>
                </a:lnTo>
                <a:cubicBezTo>
                  <a:pt x="136828" y="196786"/>
                  <a:pt x="114792" y="174750"/>
                  <a:pt x="114792" y="147590"/>
                </a:cubicBezTo>
                <a:cubicBezTo>
                  <a:pt x="114792" y="120429"/>
                  <a:pt x="136828" y="98393"/>
                  <a:pt x="163989" y="98393"/>
                </a:cubicBezTo>
                <a:lnTo>
                  <a:pt x="184385" y="98393"/>
                </a:lnTo>
                <a:cubicBezTo>
                  <a:pt x="173623" y="82250"/>
                  <a:pt x="163989" y="63699"/>
                  <a:pt x="163989" y="49197"/>
                </a:cubicBezTo>
                <a:cubicBezTo>
                  <a:pt x="163989" y="22036"/>
                  <a:pt x="186024" y="0"/>
                  <a:pt x="213185" y="0"/>
                </a:cubicBezTo>
                <a:cubicBezTo>
                  <a:pt x="240346" y="0"/>
                  <a:pt x="262382" y="22036"/>
                  <a:pt x="262382" y="49197"/>
                </a:cubicBezTo>
                <a:close/>
                <a:moveTo>
                  <a:pt x="60010" y="250646"/>
                </a:moveTo>
                <a:cubicBezTo>
                  <a:pt x="58062" y="252850"/>
                  <a:pt x="56320" y="254797"/>
                  <a:pt x="54834" y="256437"/>
                </a:cubicBezTo>
                <a:lnTo>
                  <a:pt x="53911" y="257462"/>
                </a:lnTo>
                <a:lnTo>
                  <a:pt x="53809" y="257359"/>
                </a:lnTo>
                <a:cubicBezTo>
                  <a:pt x="50734" y="259717"/>
                  <a:pt x="46327" y="259409"/>
                  <a:pt x="43559" y="256437"/>
                </a:cubicBezTo>
                <a:cubicBezTo>
                  <a:pt x="30645" y="242396"/>
                  <a:pt x="0" y="206267"/>
                  <a:pt x="0" y="180387"/>
                </a:cubicBezTo>
                <a:cubicBezTo>
                  <a:pt x="0" y="153227"/>
                  <a:pt x="22036" y="131191"/>
                  <a:pt x="49197" y="131191"/>
                </a:cubicBezTo>
                <a:cubicBezTo>
                  <a:pt x="76357" y="131191"/>
                  <a:pt x="98393" y="153227"/>
                  <a:pt x="98393" y="180387"/>
                </a:cubicBezTo>
                <a:cubicBezTo>
                  <a:pt x="98393" y="195761"/>
                  <a:pt x="87580" y="214722"/>
                  <a:pt x="76101" y="230558"/>
                </a:cubicBezTo>
                <a:cubicBezTo>
                  <a:pt x="70618" y="238091"/>
                  <a:pt x="64980" y="244907"/>
                  <a:pt x="60317" y="250287"/>
                </a:cubicBezTo>
                <a:lnTo>
                  <a:pt x="60010" y="250646"/>
                </a:lnTo>
                <a:close/>
                <a:moveTo>
                  <a:pt x="65595" y="180387"/>
                </a:moveTo>
                <a:cubicBezTo>
                  <a:pt x="65595" y="171337"/>
                  <a:pt x="58247" y="163989"/>
                  <a:pt x="49197" y="163989"/>
                </a:cubicBezTo>
                <a:cubicBezTo>
                  <a:pt x="40146" y="163989"/>
                  <a:pt x="32798" y="171337"/>
                  <a:pt x="32798" y="180387"/>
                </a:cubicBezTo>
                <a:cubicBezTo>
                  <a:pt x="32798" y="189438"/>
                  <a:pt x="40146" y="196786"/>
                  <a:pt x="49197" y="196786"/>
                </a:cubicBezTo>
                <a:cubicBezTo>
                  <a:pt x="58247" y="196786"/>
                  <a:pt x="65595" y="189438"/>
                  <a:pt x="65595" y="180387"/>
                </a:cubicBezTo>
                <a:close/>
                <a:moveTo>
                  <a:pt x="213185" y="65595"/>
                </a:moveTo>
                <a:cubicBezTo>
                  <a:pt x="222236" y="65595"/>
                  <a:pt x="229584" y="58247"/>
                  <a:pt x="229584" y="49197"/>
                </a:cubicBezTo>
                <a:cubicBezTo>
                  <a:pt x="229584" y="40146"/>
                  <a:pt x="222236" y="32798"/>
                  <a:pt x="213185" y="32798"/>
                </a:cubicBezTo>
                <a:cubicBezTo>
                  <a:pt x="204134" y="32798"/>
                  <a:pt x="196786" y="40146"/>
                  <a:pt x="196786" y="49197"/>
                </a:cubicBezTo>
                <a:cubicBezTo>
                  <a:pt x="196786" y="58247"/>
                  <a:pt x="204134" y="65595"/>
                  <a:pt x="213185" y="655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25607" y="3883248"/>
            <a:ext cx="5475030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25607" y="4233090"/>
            <a:ext cx="5440046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Greedy algorithm that finds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paths from source to all vertices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O((V+E) log V) time complexity using priority queues.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2867" y="5117808"/>
            <a:ext cx="6375874" cy="1110749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15" y="5288357"/>
            <a:ext cx="524763" cy="524763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984" dir="2700000">
              <a:srgbClr val="2d3436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76792" y="5419547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229584" y="131191"/>
                </a:moveTo>
                <a:cubicBezTo>
                  <a:pt x="229584" y="76886"/>
                  <a:pt x="185495" y="32798"/>
                  <a:pt x="131191" y="32798"/>
                </a:cubicBezTo>
                <a:cubicBezTo>
                  <a:pt x="76886" y="32798"/>
                  <a:pt x="32798" y="76886"/>
                  <a:pt x="32798" y="131191"/>
                </a:cubicBezTo>
                <a:cubicBezTo>
                  <a:pt x="32798" y="185495"/>
                  <a:pt x="76886" y="229584"/>
                  <a:pt x="131191" y="229584"/>
                </a:cubicBezTo>
                <a:cubicBezTo>
                  <a:pt x="185495" y="229584"/>
                  <a:pt x="229584" y="185495"/>
                  <a:pt x="229584" y="131191"/>
                </a:cubicBezTo>
                <a:close/>
                <a:moveTo>
                  <a:pt x="0" y="131191"/>
                </a:moveTo>
                <a:cubicBezTo>
                  <a:pt x="0" y="58785"/>
                  <a:pt x="58785" y="0"/>
                  <a:pt x="131191" y="0"/>
                </a:cubicBezTo>
                <a:cubicBezTo>
                  <a:pt x="203597" y="0"/>
                  <a:pt x="262382" y="58785"/>
                  <a:pt x="262382" y="131191"/>
                </a:cubicBezTo>
                <a:cubicBezTo>
                  <a:pt x="262382" y="203597"/>
                  <a:pt x="203597" y="262382"/>
                  <a:pt x="131191" y="262382"/>
                </a:cubicBezTo>
                <a:cubicBezTo>
                  <a:pt x="58785" y="262382"/>
                  <a:pt x="0" y="203597"/>
                  <a:pt x="0" y="131191"/>
                </a:cubicBezTo>
                <a:close/>
                <a:moveTo>
                  <a:pt x="131191" y="172188"/>
                </a:moveTo>
                <a:cubicBezTo>
                  <a:pt x="153818" y="172188"/>
                  <a:pt x="172188" y="153818"/>
                  <a:pt x="172188" y="131191"/>
                </a:cubicBezTo>
                <a:cubicBezTo>
                  <a:pt x="172188" y="108564"/>
                  <a:pt x="153818" y="90194"/>
                  <a:pt x="131191" y="90194"/>
                </a:cubicBezTo>
                <a:cubicBezTo>
                  <a:pt x="108564" y="90194"/>
                  <a:pt x="90194" y="108564"/>
                  <a:pt x="90194" y="131191"/>
                </a:cubicBezTo>
                <a:cubicBezTo>
                  <a:pt x="90194" y="153818"/>
                  <a:pt x="108564" y="172188"/>
                  <a:pt x="131191" y="172188"/>
                </a:cubicBezTo>
                <a:close/>
                <a:moveTo>
                  <a:pt x="131191" y="57396"/>
                </a:moveTo>
                <a:cubicBezTo>
                  <a:pt x="171919" y="57396"/>
                  <a:pt x="204986" y="90462"/>
                  <a:pt x="204986" y="131191"/>
                </a:cubicBezTo>
                <a:cubicBezTo>
                  <a:pt x="204986" y="171919"/>
                  <a:pt x="171919" y="204986"/>
                  <a:pt x="131191" y="204986"/>
                </a:cubicBezTo>
                <a:cubicBezTo>
                  <a:pt x="90462" y="204986"/>
                  <a:pt x="57396" y="171919"/>
                  <a:pt x="57396" y="131191"/>
                </a:cubicBezTo>
                <a:cubicBezTo>
                  <a:pt x="57396" y="90462"/>
                  <a:pt x="90462" y="57396"/>
                  <a:pt x="131191" y="57396"/>
                </a:cubicBezTo>
                <a:close/>
                <a:moveTo>
                  <a:pt x="114792" y="131191"/>
                </a:moveTo>
                <a:cubicBezTo>
                  <a:pt x="114792" y="122140"/>
                  <a:pt x="122140" y="114792"/>
                  <a:pt x="131191" y="114792"/>
                </a:cubicBezTo>
                <a:cubicBezTo>
                  <a:pt x="140242" y="114792"/>
                  <a:pt x="147590" y="122140"/>
                  <a:pt x="147590" y="131191"/>
                </a:cubicBezTo>
                <a:cubicBezTo>
                  <a:pt x="147590" y="140242"/>
                  <a:pt x="140242" y="147590"/>
                  <a:pt x="131191" y="147590"/>
                </a:cubicBezTo>
                <a:cubicBezTo>
                  <a:pt x="122140" y="147590"/>
                  <a:pt x="114792" y="140242"/>
                  <a:pt x="114792" y="13119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1425607" y="5270864"/>
            <a:ext cx="5475030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Path Finding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25607" y="5620707"/>
            <a:ext cx="5440046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optimization technique that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minimizes travel distance and time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by calculating optimal routes through graph traversal.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66364" y="1451845"/>
            <a:ext cx="4460488" cy="5037727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9968" dir="2700000">
              <a:srgbClr val="ff6b6b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76270" y="1661750"/>
            <a:ext cx="454795" cy="45479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4984" dir="2700000">
              <a:srgbClr val="ffffff">
                <a:alpha val="3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8714" y="178419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59159" y="0"/>
                </a:moveTo>
                <a:lnTo>
                  <a:pt x="150992" y="0"/>
                </a:lnTo>
                <a:cubicBezTo>
                  <a:pt x="161857" y="0"/>
                  <a:pt x="170712" y="8937"/>
                  <a:pt x="170302" y="19761"/>
                </a:cubicBezTo>
                <a:cubicBezTo>
                  <a:pt x="170220" y="21933"/>
                  <a:pt x="170138" y="24106"/>
                  <a:pt x="170015" y="26238"/>
                </a:cubicBezTo>
                <a:lnTo>
                  <a:pt x="190350" y="26238"/>
                </a:lnTo>
                <a:cubicBezTo>
                  <a:pt x="201050" y="26238"/>
                  <a:pt x="210479" y="35094"/>
                  <a:pt x="209659" y="46655"/>
                </a:cubicBezTo>
                <a:cubicBezTo>
                  <a:pt x="206585" y="89169"/>
                  <a:pt x="184856" y="112537"/>
                  <a:pt x="161283" y="124754"/>
                </a:cubicBezTo>
                <a:cubicBezTo>
                  <a:pt x="154805" y="128116"/>
                  <a:pt x="148205" y="130617"/>
                  <a:pt x="141932" y="132462"/>
                </a:cubicBezTo>
                <a:cubicBezTo>
                  <a:pt x="133651" y="144187"/>
                  <a:pt x="125041" y="150377"/>
                  <a:pt x="118195" y="153698"/>
                </a:cubicBezTo>
                <a:lnTo>
                  <a:pt x="118195" y="183667"/>
                </a:lnTo>
                <a:lnTo>
                  <a:pt x="144433" y="183667"/>
                </a:lnTo>
                <a:cubicBezTo>
                  <a:pt x="151689" y="183667"/>
                  <a:pt x="157552" y="189530"/>
                  <a:pt x="157552" y="196786"/>
                </a:cubicBezTo>
                <a:cubicBezTo>
                  <a:pt x="157552" y="204043"/>
                  <a:pt x="151689" y="209905"/>
                  <a:pt x="144433" y="209905"/>
                </a:cubicBezTo>
                <a:lnTo>
                  <a:pt x="65718" y="209905"/>
                </a:lnTo>
                <a:cubicBezTo>
                  <a:pt x="58462" y="209905"/>
                  <a:pt x="52599" y="204043"/>
                  <a:pt x="52599" y="196786"/>
                </a:cubicBezTo>
                <a:cubicBezTo>
                  <a:pt x="52599" y="189530"/>
                  <a:pt x="58462" y="183667"/>
                  <a:pt x="65718" y="183667"/>
                </a:cubicBezTo>
                <a:lnTo>
                  <a:pt x="91957" y="183667"/>
                </a:lnTo>
                <a:lnTo>
                  <a:pt x="91957" y="153698"/>
                </a:lnTo>
                <a:cubicBezTo>
                  <a:pt x="85397" y="150541"/>
                  <a:pt x="77239" y="144679"/>
                  <a:pt x="69285" y="133897"/>
                </a:cubicBezTo>
                <a:cubicBezTo>
                  <a:pt x="61742" y="131929"/>
                  <a:pt x="53542" y="128936"/>
                  <a:pt x="45548" y="124426"/>
                </a:cubicBezTo>
                <a:cubicBezTo>
                  <a:pt x="23368" y="112004"/>
                  <a:pt x="3362" y="88595"/>
                  <a:pt x="492" y="46573"/>
                </a:cubicBezTo>
                <a:cubicBezTo>
                  <a:pt x="-287" y="35053"/>
                  <a:pt x="9101" y="26197"/>
                  <a:pt x="19802" y="26197"/>
                </a:cubicBezTo>
                <a:lnTo>
                  <a:pt x="40136" y="26197"/>
                </a:lnTo>
                <a:cubicBezTo>
                  <a:pt x="40013" y="24065"/>
                  <a:pt x="39931" y="21933"/>
                  <a:pt x="39849" y="19720"/>
                </a:cubicBezTo>
                <a:cubicBezTo>
                  <a:pt x="39439" y="8855"/>
                  <a:pt x="48295" y="-41"/>
                  <a:pt x="59159" y="-41"/>
                </a:cubicBezTo>
                <a:close/>
                <a:moveTo>
                  <a:pt x="41612" y="45917"/>
                </a:moveTo>
                <a:lnTo>
                  <a:pt x="20130" y="45917"/>
                </a:lnTo>
                <a:cubicBezTo>
                  <a:pt x="22671" y="80641"/>
                  <a:pt x="38619" y="98024"/>
                  <a:pt x="55059" y="107248"/>
                </a:cubicBezTo>
                <a:cubicBezTo>
                  <a:pt x="49156" y="91957"/>
                  <a:pt x="44277" y="71991"/>
                  <a:pt x="41612" y="45917"/>
                </a:cubicBezTo>
                <a:close/>
                <a:moveTo>
                  <a:pt x="155789" y="105281"/>
                </a:moveTo>
                <a:cubicBezTo>
                  <a:pt x="172393" y="95523"/>
                  <a:pt x="187398" y="78182"/>
                  <a:pt x="189940" y="45917"/>
                </a:cubicBezTo>
                <a:lnTo>
                  <a:pt x="168498" y="45917"/>
                </a:lnTo>
                <a:cubicBezTo>
                  <a:pt x="165956" y="70884"/>
                  <a:pt x="161365" y="90276"/>
                  <a:pt x="155789" y="10528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0" name="Text 28"/>
          <p:cNvSpPr/>
          <p:nvPr/>
        </p:nvSpPr>
        <p:spPr>
          <a:xfrm>
            <a:off x="8153509" y="1731719"/>
            <a:ext cx="1119495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Benefits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71897" y="2304585"/>
            <a:ext cx="4049423" cy="133814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4984" dir="2700000">
              <a:srgbClr val="ffffff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6336" y="2466387"/>
            <a:ext cx="229584" cy="262382"/>
          </a:xfrm>
          <a:custGeom>
            <a:avLst/>
            <a:gdLst/>
            <a:ahLst/>
            <a:cxnLst/>
            <a:rect l="l" t="t" r="r" b="b"/>
            <a:pathLst>
              <a:path w="229584" h="262382">
                <a:moveTo>
                  <a:pt x="173623" y="-5073"/>
                </a:moveTo>
                <a:cubicBezTo>
                  <a:pt x="179721" y="-666"/>
                  <a:pt x="181976" y="7328"/>
                  <a:pt x="179209" y="14298"/>
                </a:cubicBezTo>
                <a:lnTo>
                  <a:pt x="139032" y="114792"/>
                </a:lnTo>
                <a:lnTo>
                  <a:pt x="213185" y="114792"/>
                </a:lnTo>
                <a:cubicBezTo>
                  <a:pt x="220103" y="114792"/>
                  <a:pt x="226253" y="119097"/>
                  <a:pt x="228610" y="125605"/>
                </a:cubicBezTo>
                <a:cubicBezTo>
                  <a:pt x="230968" y="132113"/>
                  <a:pt x="228969" y="139390"/>
                  <a:pt x="223691" y="143797"/>
                </a:cubicBezTo>
                <a:lnTo>
                  <a:pt x="76101" y="266789"/>
                </a:lnTo>
                <a:cubicBezTo>
                  <a:pt x="70310" y="271606"/>
                  <a:pt x="62059" y="271862"/>
                  <a:pt x="55961" y="267455"/>
                </a:cubicBezTo>
                <a:cubicBezTo>
                  <a:pt x="49863" y="263048"/>
                  <a:pt x="47608" y="255053"/>
                  <a:pt x="50375" y="248084"/>
                </a:cubicBezTo>
                <a:lnTo>
                  <a:pt x="90552" y="147590"/>
                </a:lnTo>
                <a:lnTo>
                  <a:pt x="16399" y="147590"/>
                </a:lnTo>
                <a:cubicBezTo>
                  <a:pt x="9481" y="147590"/>
                  <a:pt x="3331" y="143285"/>
                  <a:pt x="974" y="136777"/>
                </a:cubicBezTo>
                <a:cubicBezTo>
                  <a:pt x="-1384" y="130268"/>
                  <a:pt x="615" y="122991"/>
                  <a:pt x="5893" y="118584"/>
                </a:cubicBezTo>
                <a:lnTo>
                  <a:pt x="153483" y="-4407"/>
                </a:lnTo>
                <a:cubicBezTo>
                  <a:pt x="159274" y="-9224"/>
                  <a:pt x="167525" y="-9481"/>
                  <a:pt x="173623" y="-5073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3" name="Text 31"/>
          <p:cNvSpPr/>
          <p:nvPr/>
        </p:nvSpPr>
        <p:spPr>
          <a:xfrm>
            <a:off x="8157882" y="2457641"/>
            <a:ext cx="1495575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Faster Delivery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24953" y="2807484"/>
            <a:ext cx="3813280" cy="6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Optimized routes reduce delivery time by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25-40%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, enabling more deliveries per day and improved customer satisfaction.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71897" y="3843891"/>
            <a:ext cx="4049423" cy="1110749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4984" dir="2700000">
              <a:srgbClr val="ffffff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59937" y="4005693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16399" y="32798"/>
                </a:moveTo>
                <a:cubicBezTo>
                  <a:pt x="16399" y="14708"/>
                  <a:pt x="31107" y="0"/>
                  <a:pt x="49197" y="0"/>
                </a:cubicBezTo>
                <a:lnTo>
                  <a:pt x="131191" y="0"/>
                </a:lnTo>
                <a:cubicBezTo>
                  <a:pt x="149281" y="0"/>
                  <a:pt x="163989" y="14708"/>
                  <a:pt x="163989" y="32798"/>
                </a:cubicBezTo>
                <a:lnTo>
                  <a:pt x="163989" y="131191"/>
                </a:lnTo>
                <a:lnTo>
                  <a:pt x="168088" y="131191"/>
                </a:lnTo>
                <a:cubicBezTo>
                  <a:pt x="192994" y="131191"/>
                  <a:pt x="213185" y="151382"/>
                  <a:pt x="213185" y="176288"/>
                </a:cubicBezTo>
                <a:lnTo>
                  <a:pt x="213185" y="192687"/>
                </a:lnTo>
                <a:cubicBezTo>
                  <a:pt x="213185" y="199502"/>
                  <a:pt x="218668" y="204986"/>
                  <a:pt x="225484" y="204986"/>
                </a:cubicBezTo>
                <a:cubicBezTo>
                  <a:pt x="232300" y="204986"/>
                  <a:pt x="237783" y="199502"/>
                  <a:pt x="237783" y="192687"/>
                </a:cubicBezTo>
                <a:lnTo>
                  <a:pt x="237783" y="113767"/>
                </a:lnTo>
                <a:cubicBezTo>
                  <a:pt x="223639" y="110129"/>
                  <a:pt x="213185" y="97266"/>
                  <a:pt x="213185" y="81994"/>
                </a:cubicBezTo>
                <a:lnTo>
                  <a:pt x="213185" y="51503"/>
                </a:lnTo>
                <a:lnTo>
                  <a:pt x="199964" y="37000"/>
                </a:lnTo>
                <a:cubicBezTo>
                  <a:pt x="195403" y="31978"/>
                  <a:pt x="195761" y="24188"/>
                  <a:pt x="200783" y="19627"/>
                </a:cubicBezTo>
                <a:cubicBezTo>
                  <a:pt x="205806" y="15066"/>
                  <a:pt x="213595" y="15425"/>
                  <a:pt x="218156" y="20447"/>
                </a:cubicBezTo>
                <a:lnTo>
                  <a:pt x="254900" y="60829"/>
                </a:lnTo>
                <a:cubicBezTo>
                  <a:pt x="259717" y="66108"/>
                  <a:pt x="262382" y="72975"/>
                  <a:pt x="262382" y="80149"/>
                </a:cubicBezTo>
                <a:lnTo>
                  <a:pt x="262382" y="192687"/>
                </a:lnTo>
                <a:cubicBezTo>
                  <a:pt x="262382" y="213083"/>
                  <a:pt x="245880" y="229584"/>
                  <a:pt x="225484" y="229584"/>
                </a:cubicBezTo>
                <a:cubicBezTo>
                  <a:pt x="205088" y="229584"/>
                  <a:pt x="188587" y="213083"/>
                  <a:pt x="188587" y="192687"/>
                </a:cubicBezTo>
                <a:lnTo>
                  <a:pt x="188587" y="176288"/>
                </a:lnTo>
                <a:cubicBezTo>
                  <a:pt x="188587" y="164962"/>
                  <a:pt x="179414" y="155789"/>
                  <a:pt x="168088" y="155789"/>
                </a:cubicBezTo>
                <a:lnTo>
                  <a:pt x="163989" y="155789"/>
                </a:lnTo>
                <a:lnTo>
                  <a:pt x="163989" y="238501"/>
                </a:lnTo>
                <a:cubicBezTo>
                  <a:pt x="168754" y="240192"/>
                  <a:pt x="172188" y="244753"/>
                  <a:pt x="172188" y="250082"/>
                </a:cubicBezTo>
                <a:cubicBezTo>
                  <a:pt x="172188" y="256898"/>
                  <a:pt x="166705" y="262382"/>
                  <a:pt x="159889" y="262382"/>
                </a:cubicBezTo>
                <a:lnTo>
                  <a:pt x="20499" y="262382"/>
                </a:lnTo>
                <a:cubicBezTo>
                  <a:pt x="13683" y="262382"/>
                  <a:pt x="8199" y="256898"/>
                  <a:pt x="8199" y="250082"/>
                </a:cubicBezTo>
                <a:cubicBezTo>
                  <a:pt x="8199" y="244702"/>
                  <a:pt x="11633" y="240192"/>
                  <a:pt x="16399" y="238501"/>
                </a:cubicBezTo>
                <a:lnTo>
                  <a:pt x="16399" y="32798"/>
                </a:lnTo>
                <a:close/>
                <a:moveTo>
                  <a:pt x="49197" y="40997"/>
                </a:moveTo>
                <a:lnTo>
                  <a:pt x="49197" y="90194"/>
                </a:lnTo>
                <a:cubicBezTo>
                  <a:pt x="49197" y="94703"/>
                  <a:pt x="52886" y="98393"/>
                  <a:pt x="57396" y="98393"/>
                </a:cubicBezTo>
                <a:lnTo>
                  <a:pt x="122991" y="98393"/>
                </a:lnTo>
                <a:cubicBezTo>
                  <a:pt x="127501" y="98393"/>
                  <a:pt x="131191" y="94703"/>
                  <a:pt x="131191" y="90194"/>
                </a:cubicBezTo>
                <a:lnTo>
                  <a:pt x="131191" y="40997"/>
                </a:lnTo>
                <a:cubicBezTo>
                  <a:pt x="131191" y="36487"/>
                  <a:pt x="127501" y="32798"/>
                  <a:pt x="122991" y="32798"/>
                </a:cubicBezTo>
                <a:lnTo>
                  <a:pt x="57396" y="32798"/>
                </a:lnTo>
                <a:cubicBezTo>
                  <a:pt x="52886" y="32798"/>
                  <a:pt x="49197" y="36487"/>
                  <a:pt x="49197" y="40997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7" name="Text 35"/>
          <p:cNvSpPr/>
          <p:nvPr/>
        </p:nvSpPr>
        <p:spPr>
          <a:xfrm>
            <a:off x="8157882" y="3996947"/>
            <a:ext cx="173171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Fuel Optimization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24953" y="4346789"/>
            <a:ext cx="3813280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Shorter routes lead to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20-30% fuel savings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, significantly reducing operational costs and environmental impact.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71897" y="5155799"/>
            <a:ext cx="4049423" cy="1110749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4984" dir="2700000">
              <a:srgbClr val="ffffff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59937" y="5317601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32798" y="32798"/>
                </a:moveTo>
                <a:cubicBezTo>
                  <a:pt x="32798" y="23727"/>
                  <a:pt x="25469" y="16399"/>
                  <a:pt x="16399" y="16399"/>
                </a:cubicBezTo>
                <a:cubicBezTo>
                  <a:pt x="7328" y="16399"/>
                  <a:pt x="0" y="23727"/>
                  <a:pt x="0" y="32798"/>
                </a:cubicBezTo>
                <a:lnTo>
                  <a:pt x="0" y="204986"/>
                </a:lnTo>
                <a:cubicBezTo>
                  <a:pt x="0" y="227637"/>
                  <a:pt x="18346" y="245983"/>
                  <a:pt x="40997" y="245983"/>
                </a:cubicBezTo>
                <a:lnTo>
                  <a:pt x="245983" y="245983"/>
                </a:lnTo>
                <a:cubicBezTo>
                  <a:pt x="255053" y="245983"/>
                  <a:pt x="262382" y="238655"/>
                  <a:pt x="262382" y="229584"/>
                </a:cubicBezTo>
                <a:cubicBezTo>
                  <a:pt x="262382" y="220513"/>
                  <a:pt x="255053" y="213185"/>
                  <a:pt x="245983" y="213185"/>
                </a:cubicBezTo>
                <a:lnTo>
                  <a:pt x="40997" y="213185"/>
                </a:lnTo>
                <a:cubicBezTo>
                  <a:pt x="36487" y="213185"/>
                  <a:pt x="32798" y="209495"/>
                  <a:pt x="32798" y="204986"/>
                </a:cubicBezTo>
                <a:lnTo>
                  <a:pt x="32798" y="32798"/>
                </a:lnTo>
                <a:close/>
                <a:moveTo>
                  <a:pt x="241166" y="77177"/>
                </a:moveTo>
                <a:cubicBezTo>
                  <a:pt x="247571" y="70771"/>
                  <a:pt x="247571" y="60368"/>
                  <a:pt x="241166" y="53962"/>
                </a:cubicBezTo>
                <a:cubicBezTo>
                  <a:pt x="234760" y="47557"/>
                  <a:pt x="224357" y="47557"/>
                  <a:pt x="217951" y="53962"/>
                </a:cubicBezTo>
                <a:lnTo>
                  <a:pt x="163989" y="107976"/>
                </a:lnTo>
                <a:lnTo>
                  <a:pt x="134573" y="78612"/>
                </a:lnTo>
                <a:cubicBezTo>
                  <a:pt x="128167" y="72206"/>
                  <a:pt x="117764" y="72206"/>
                  <a:pt x="111358" y="78612"/>
                </a:cubicBezTo>
                <a:lnTo>
                  <a:pt x="62162" y="127809"/>
                </a:lnTo>
                <a:cubicBezTo>
                  <a:pt x="55756" y="134214"/>
                  <a:pt x="55756" y="144617"/>
                  <a:pt x="62162" y="151023"/>
                </a:cubicBezTo>
                <a:cubicBezTo>
                  <a:pt x="68568" y="157429"/>
                  <a:pt x="78971" y="157429"/>
                  <a:pt x="85377" y="151023"/>
                </a:cubicBezTo>
                <a:lnTo>
                  <a:pt x="122991" y="113408"/>
                </a:lnTo>
                <a:lnTo>
                  <a:pt x="152407" y="142824"/>
                </a:lnTo>
                <a:cubicBezTo>
                  <a:pt x="158813" y="149230"/>
                  <a:pt x="169216" y="149230"/>
                  <a:pt x="175621" y="142824"/>
                </a:cubicBezTo>
                <a:lnTo>
                  <a:pt x="241217" y="77228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1" name="Text 39"/>
          <p:cNvSpPr/>
          <p:nvPr/>
        </p:nvSpPr>
        <p:spPr>
          <a:xfrm>
            <a:off x="8157882" y="5308855"/>
            <a:ext cx="1661750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Efficient Routing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24953" y="5658697"/>
            <a:ext cx="3813280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Algorithmic approach ensures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consistent, reliable, and scalable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route planning across entire delivery networks.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199999">
            <a:off x="10533567" y="201710"/>
            <a:ext cx="624514" cy="624514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5927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86826" y="5569358"/>
            <a:ext cx="717725" cy="71772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5927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099999">
            <a:off x="668153" y="1786684"/>
            <a:ext cx="438092" cy="438092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5927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1486" y="391486"/>
            <a:ext cx="1789651" cy="41012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84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2844" y="372844"/>
            <a:ext cx="1826936" cy="372844"/>
          </a:xfrm>
          <a:prstGeom prst="rect">
            <a:avLst/>
          </a:prstGeom>
          <a:noFill/>
          <a:ln/>
        </p:spPr>
        <p:txBody>
          <a:bodyPr wrap="square" lIns="186422" tIns="74569" rIns="186422" bIns="74569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INDUSTRY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2844" y="932110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Literature Survey — Industry Comparison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1486" y="1547303"/>
            <a:ext cx="5574018" cy="529438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4569" dir="2700000">
              <a:srgbClr val="ffe66d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5193" y="1771009"/>
            <a:ext cx="484697" cy="484697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84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3651" y="1901505"/>
            <a:ext cx="167780" cy="223706"/>
          </a:xfrm>
          <a:custGeom>
            <a:avLst/>
            <a:gdLst/>
            <a:ahLst/>
            <a:cxnLst/>
            <a:rect l="l" t="t" r="r" b="b"/>
            <a:pathLst>
              <a:path w="167780" h="223706">
                <a:moveTo>
                  <a:pt x="27963" y="0"/>
                </a:moveTo>
                <a:cubicBezTo>
                  <a:pt x="12540" y="0"/>
                  <a:pt x="0" y="12540"/>
                  <a:pt x="0" y="27963"/>
                </a:cubicBezTo>
                <a:lnTo>
                  <a:pt x="0" y="195743"/>
                </a:lnTo>
                <a:cubicBezTo>
                  <a:pt x="0" y="211167"/>
                  <a:pt x="12540" y="223706"/>
                  <a:pt x="27963" y="223706"/>
                </a:cubicBezTo>
                <a:lnTo>
                  <a:pt x="139817" y="223706"/>
                </a:lnTo>
                <a:cubicBezTo>
                  <a:pt x="155240" y="223706"/>
                  <a:pt x="167780" y="211167"/>
                  <a:pt x="167780" y="195743"/>
                </a:cubicBezTo>
                <a:lnTo>
                  <a:pt x="167780" y="27963"/>
                </a:lnTo>
                <a:cubicBezTo>
                  <a:pt x="167780" y="12540"/>
                  <a:pt x="155240" y="0"/>
                  <a:pt x="139817" y="0"/>
                </a:cubicBezTo>
                <a:lnTo>
                  <a:pt x="27963" y="0"/>
                </a:lnTo>
                <a:close/>
                <a:moveTo>
                  <a:pt x="76899" y="153798"/>
                </a:moveTo>
                <a:lnTo>
                  <a:pt x="90881" y="153798"/>
                </a:lnTo>
                <a:cubicBezTo>
                  <a:pt x="98614" y="153798"/>
                  <a:pt x="104862" y="160046"/>
                  <a:pt x="104862" y="167780"/>
                </a:cubicBezTo>
                <a:lnTo>
                  <a:pt x="104862" y="202734"/>
                </a:lnTo>
                <a:lnTo>
                  <a:pt x="62917" y="202734"/>
                </a:lnTo>
                <a:lnTo>
                  <a:pt x="62917" y="167780"/>
                </a:lnTo>
                <a:cubicBezTo>
                  <a:pt x="62917" y="160046"/>
                  <a:pt x="69165" y="153798"/>
                  <a:pt x="76899" y="153798"/>
                </a:cubicBezTo>
                <a:close/>
                <a:moveTo>
                  <a:pt x="41945" y="48936"/>
                </a:moveTo>
                <a:cubicBezTo>
                  <a:pt x="41945" y="45091"/>
                  <a:pt x="45091" y="41945"/>
                  <a:pt x="48936" y="41945"/>
                </a:cubicBezTo>
                <a:lnTo>
                  <a:pt x="62917" y="41945"/>
                </a:lnTo>
                <a:cubicBezTo>
                  <a:pt x="66762" y="41945"/>
                  <a:pt x="69908" y="45091"/>
                  <a:pt x="69908" y="48936"/>
                </a:cubicBezTo>
                <a:lnTo>
                  <a:pt x="69908" y="62917"/>
                </a:lnTo>
                <a:cubicBezTo>
                  <a:pt x="69908" y="66762"/>
                  <a:pt x="66762" y="69908"/>
                  <a:pt x="62917" y="69908"/>
                </a:cubicBezTo>
                <a:lnTo>
                  <a:pt x="48936" y="69908"/>
                </a:lnTo>
                <a:cubicBezTo>
                  <a:pt x="45091" y="69908"/>
                  <a:pt x="41945" y="66762"/>
                  <a:pt x="41945" y="62917"/>
                </a:cubicBezTo>
                <a:lnTo>
                  <a:pt x="41945" y="48936"/>
                </a:lnTo>
                <a:close/>
                <a:moveTo>
                  <a:pt x="104862" y="41945"/>
                </a:moveTo>
                <a:lnTo>
                  <a:pt x="118844" y="41945"/>
                </a:lnTo>
                <a:cubicBezTo>
                  <a:pt x="122689" y="41945"/>
                  <a:pt x="125835" y="45091"/>
                  <a:pt x="125835" y="48936"/>
                </a:cubicBezTo>
                <a:lnTo>
                  <a:pt x="125835" y="62917"/>
                </a:lnTo>
                <a:cubicBezTo>
                  <a:pt x="125835" y="66762"/>
                  <a:pt x="122689" y="69908"/>
                  <a:pt x="118844" y="69908"/>
                </a:cubicBezTo>
                <a:lnTo>
                  <a:pt x="104862" y="69908"/>
                </a:lnTo>
                <a:cubicBezTo>
                  <a:pt x="101017" y="69908"/>
                  <a:pt x="97872" y="66762"/>
                  <a:pt x="97872" y="62917"/>
                </a:cubicBezTo>
                <a:lnTo>
                  <a:pt x="97872" y="48936"/>
                </a:lnTo>
                <a:cubicBezTo>
                  <a:pt x="97872" y="45091"/>
                  <a:pt x="101017" y="41945"/>
                  <a:pt x="104862" y="41945"/>
                </a:cubicBezTo>
                <a:close/>
                <a:moveTo>
                  <a:pt x="41945" y="104862"/>
                </a:moveTo>
                <a:cubicBezTo>
                  <a:pt x="41945" y="101017"/>
                  <a:pt x="45091" y="97872"/>
                  <a:pt x="48936" y="97872"/>
                </a:cubicBezTo>
                <a:lnTo>
                  <a:pt x="62917" y="97872"/>
                </a:lnTo>
                <a:cubicBezTo>
                  <a:pt x="66762" y="97872"/>
                  <a:pt x="69908" y="101017"/>
                  <a:pt x="69908" y="104862"/>
                </a:cubicBezTo>
                <a:lnTo>
                  <a:pt x="69908" y="118844"/>
                </a:lnTo>
                <a:cubicBezTo>
                  <a:pt x="69908" y="122689"/>
                  <a:pt x="66762" y="125835"/>
                  <a:pt x="62917" y="125835"/>
                </a:cubicBezTo>
                <a:lnTo>
                  <a:pt x="48936" y="125835"/>
                </a:lnTo>
                <a:cubicBezTo>
                  <a:pt x="45091" y="125835"/>
                  <a:pt x="41945" y="122689"/>
                  <a:pt x="41945" y="118844"/>
                </a:cubicBezTo>
                <a:lnTo>
                  <a:pt x="41945" y="104862"/>
                </a:lnTo>
                <a:close/>
                <a:moveTo>
                  <a:pt x="104862" y="97872"/>
                </a:moveTo>
                <a:lnTo>
                  <a:pt x="118844" y="97872"/>
                </a:lnTo>
                <a:cubicBezTo>
                  <a:pt x="122689" y="97872"/>
                  <a:pt x="125835" y="101017"/>
                  <a:pt x="125835" y="104862"/>
                </a:cubicBezTo>
                <a:lnTo>
                  <a:pt x="125835" y="118844"/>
                </a:lnTo>
                <a:cubicBezTo>
                  <a:pt x="125835" y="122689"/>
                  <a:pt x="122689" y="125835"/>
                  <a:pt x="118844" y="125835"/>
                </a:cubicBezTo>
                <a:lnTo>
                  <a:pt x="104862" y="125835"/>
                </a:lnTo>
                <a:cubicBezTo>
                  <a:pt x="101017" y="125835"/>
                  <a:pt x="97872" y="122689"/>
                  <a:pt x="97872" y="118844"/>
                </a:cubicBezTo>
                <a:lnTo>
                  <a:pt x="97872" y="104862"/>
                </a:lnTo>
                <a:cubicBezTo>
                  <a:pt x="97872" y="101017"/>
                  <a:pt x="101017" y="97872"/>
                  <a:pt x="104862" y="97872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1" name="Text 9"/>
          <p:cNvSpPr/>
          <p:nvPr/>
        </p:nvSpPr>
        <p:spPr>
          <a:xfrm>
            <a:off x="1230385" y="1845578"/>
            <a:ext cx="2488734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Similar Companies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0532" y="2520921"/>
            <a:ext cx="5135927" cy="1109211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2294" y="2795893"/>
            <a:ext cx="559266" cy="55926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84" dir="2700000">
              <a:srgbClr val="2d3436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1917" y="2935710"/>
            <a:ext cx="244679" cy="279633"/>
          </a:xfrm>
          <a:custGeom>
            <a:avLst/>
            <a:gdLst/>
            <a:ahLst/>
            <a:cxnLst/>
            <a:rect l="l" t="t" r="r" b="b"/>
            <a:pathLst>
              <a:path w="244679" h="279633">
                <a:moveTo>
                  <a:pt x="140745" y="88860"/>
                </a:moveTo>
                <a:cubicBezTo>
                  <a:pt x="114147" y="89843"/>
                  <a:pt x="48171" y="97325"/>
                  <a:pt x="48171" y="153034"/>
                </a:cubicBezTo>
                <a:cubicBezTo>
                  <a:pt x="48171" y="212838"/>
                  <a:pt x="123705" y="215296"/>
                  <a:pt x="148391" y="176628"/>
                </a:cubicBezTo>
                <a:cubicBezTo>
                  <a:pt x="151941" y="182198"/>
                  <a:pt x="167725" y="197109"/>
                  <a:pt x="173132" y="202188"/>
                </a:cubicBezTo>
                <a:lnTo>
                  <a:pt x="204154" y="171603"/>
                </a:lnTo>
                <a:cubicBezTo>
                  <a:pt x="204154" y="171603"/>
                  <a:pt x="186513" y="157785"/>
                  <a:pt x="186513" y="142766"/>
                </a:cubicBezTo>
                <a:lnTo>
                  <a:pt x="186513" y="62426"/>
                </a:lnTo>
                <a:cubicBezTo>
                  <a:pt x="186513" y="48608"/>
                  <a:pt x="173132" y="17477"/>
                  <a:pt x="125179" y="17477"/>
                </a:cubicBezTo>
                <a:cubicBezTo>
                  <a:pt x="77118" y="17477"/>
                  <a:pt x="51612" y="47516"/>
                  <a:pt x="51612" y="74441"/>
                </a:cubicBezTo>
                <a:lnTo>
                  <a:pt x="91755" y="78155"/>
                </a:lnTo>
                <a:cubicBezTo>
                  <a:pt x="100657" y="51120"/>
                  <a:pt x="121356" y="51120"/>
                  <a:pt x="121356" y="51120"/>
                </a:cubicBezTo>
                <a:cubicBezTo>
                  <a:pt x="143585" y="51066"/>
                  <a:pt x="140745" y="67396"/>
                  <a:pt x="140745" y="88860"/>
                </a:cubicBezTo>
                <a:close/>
                <a:moveTo>
                  <a:pt x="140745" y="136266"/>
                </a:moveTo>
                <a:cubicBezTo>
                  <a:pt x="140745" y="179959"/>
                  <a:pt x="94758" y="173405"/>
                  <a:pt x="94758" y="145660"/>
                </a:cubicBezTo>
                <a:cubicBezTo>
                  <a:pt x="94758" y="119882"/>
                  <a:pt x="122339" y="114693"/>
                  <a:pt x="140745" y="114092"/>
                </a:cubicBezTo>
                <a:lnTo>
                  <a:pt x="140745" y="136266"/>
                </a:lnTo>
                <a:close/>
                <a:moveTo>
                  <a:pt x="215023" y="225563"/>
                </a:moveTo>
                <a:cubicBezTo>
                  <a:pt x="210817" y="231025"/>
                  <a:pt x="176791" y="262156"/>
                  <a:pt x="119718" y="262156"/>
                </a:cubicBezTo>
                <a:cubicBezTo>
                  <a:pt x="62644" y="262156"/>
                  <a:pt x="18952" y="223106"/>
                  <a:pt x="5571" y="206994"/>
                </a:cubicBezTo>
                <a:cubicBezTo>
                  <a:pt x="1857" y="202789"/>
                  <a:pt x="6117" y="200822"/>
                  <a:pt x="8575" y="202461"/>
                </a:cubicBezTo>
                <a:cubicBezTo>
                  <a:pt x="48608" y="226765"/>
                  <a:pt x="111143" y="266798"/>
                  <a:pt x="212019" y="219009"/>
                </a:cubicBezTo>
                <a:cubicBezTo>
                  <a:pt x="216115" y="216989"/>
                  <a:pt x="219283" y="220102"/>
                  <a:pt x="215023" y="225563"/>
                </a:cubicBezTo>
                <a:close/>
                <a:moveTo>
                  <a:pt x="236760" y="226765"/>
                </a:moveTo>
                <a:cubicBezTo>
                  <a:pt x="233210" y="235394"/>
                  <a:pt x="228021" y="241402"/>
                  <a:pt x="225181" y="243696"/>
                </a:cubicBezTo>
                <a:cubicBezTo>
                  <a:pt x="222177" y="246154"/>
                  <a:pt x="219993" y="245170"/>
                  <a:pt x="221631" y="241620"/>
                </a:cubicBezTo>
                <a:cubicBezTo>
                  <a:pt x="223269" y="238070"/>
                  <a:pt x="232172" y="216224"/>
                  <a:pt x="228567" y="211582"/>
                </a:cubicBezTo>
                <a:cubicBezTo>
                  <a:pt x="225017" y="207049"/>
                  <a:pt x="208359" y="209233"/>
                  <a:pt x="202352" y="209834"/>
                </a:cubicBezTo>
                <a:cubicBezTo>
                  <a:pt x="196453" y="210380"/>
                  <a:pt x="195252" y="210926"/>
                  <a:pt x="194705" y="209670"/>
                </a:cubicBezTo>
                <a:cubicBezTo>
                  <a:pt x="193449" y="206557"/>
                  <a:pt x="206557" y="201205"/>
                  <a:pt x="215186" y="200112"/>
                </a:cubicBezTo>
                <a:cubicBezTo>
                  <a:pt x="223761" y="199129"/>
                  <a:pt x="237579" y="199675"/>
                  <a:pt x="240310" y="203225"/>
                </a:cubicBezTo>
                <a:cubicBezTo>
                  <a:pt x="242330" y="206011"/>
                  <a:pt x="240310" y="218026"/>
                  <a:pt x="236760" y="2267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19339" y="2684040"/>
            <a:ext cx="4175853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Amazon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9339" y="3019600"/>
            <a:ext cx="413856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Uses </a:t>
            </a:r>
            <a:pPr>
              <a:lnSpc>
                <a:spcPct val="130000"/>
              </a:lnSpc>
            </a:pPr>
            <a:r>
              <a:rPr lang="en-US" sz="117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machine learning algorithms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route optimization and predictive logistics with real-time tracking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0532" y="3974284"/>
            <a:ext cx="5135927" cy="1109211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294" y="4249257"/>
            <a:ext cx="559266" cy="55926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84" dir="2700000">
              <a:srgbClr val="2d3436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9486" y="4389073"/>
            <a:ext cx="349541" cy="279633"/>
          </a:xfrm>
          <a:custGeom>
            <a:avLst/>
            <a:gdLst/>
            <a:ahLst/>
            <a:cxnLst/>
            <a:rect l="l" t="t" r="r" b="b"/>
            <a:pathLst>
              <a:path w="349541" h="279633">
                <a:moveTo>
                  <a:pt x="34954" y="52431"/>
                </a:moveTo>
                <a:cubicBezTo>
                  <a:pt x="34954" y="33152"/>
                  <a:pt x="50629" y="17477"/>
                  <a:pt x="69908" y="17477"/>
                </a:cubicBezTo>
                <a:lnTo>
                  <a:pt x="227202" y="17477"/>
                </a:lnTo>
                <a:cubicBezTo>
                  <a:pt x="246481" y="17477"/>
                  <a:pt x="262156" y="33152"/>
                  <a:pt x="262156" y="52431"/>
                </a:cubicBezTo>
                <a:lnTo>
                  <a:pt x="262156" y="69908"/>
                </a:lnTo>
                <a:lnTo>
                  <a:pt x="289846" y="69908"/>
                </a:lnTo>
                <a:cubicBezTo>
                  <a:pt x="299131" y="69908"/>
                  <a:pt x="308033" y="73568"/>
                  <a:pt x="314587" y="80121"/>
                </a:cubicBezTo>
                <a:lnTo>
                  <a:pt x="339328" y="104862"/>
                </a:lnTo>
                <a:cubicBezTo>
                  <a:pt x="345882" y="111416"/>
                  <a:pt x="349541" y="120319"/>
                  <a:pt x="349541" y="129603"/>
                </a:cubicBezTo>
                <a:lnTo>
                  <a:pt x="349541" y="209725"/>
                </a:lnTo>
                <a:cubicBezTo>
                  <a:pt x="349541" y="229004"/>
                  <a:pt x="333867" y="244679"/>
                  <a:pt x="314587" y="244679"/>
                </a:cubicBezTo>
                <a:lnTo>
                  <a:pt x="312785" y="244679"/>
                </a:lnTo>
                <a:cubicBezTo>
                  <a:pt x="307105" y="264832"/>
                  <a:pt x="288535" y="279633"/>
                  <a:pt x="266525" y="279633"/>
                </a:cubicBezTo>
                <a:cubicBezTo>
                  <a:pt x="244515" y="279633"/>
                  <a:pt x="226000" y="264832"/>
                  <a:pt x="220266" y="244679"/>
                </a:cubicBezTo>
                <a:lnTo>
                  <a:pt x="164230" y="244679"/>
                </a:lnTo>
                <a:cubicBezTo>
                  <a:pt x="158550" y="264832"/>
                  <a:pt x="139980" y="279633"/>
                  <a:pt x="117970" y="279633"/>
                </a:cubicBezTo>
                <a:cubicBezTo>
                  <a:pt x="95960" y="279633"/>
                  <a:pt x="77445" y="264832"/>
                  <a:pt x="71711" y="244679"/>
                </a:cubicBezTo>
                <a:lnTo>
                  <a:pt x="69908" y="244679"/>
                </a:lnTo>
                <a:cubicBezTo>
                  <a:pt x="50629" y="244679"/>
                  <a:pt x="34954" y="229004"/>
                  <a:pt x="34954" y="209725"/>
                </a:cubicBezTo>
                <a:lnTo>
                  <a:pt x="34954" y="183509"/>
                </a:lnTo>
                <a:lnTo>
                  <a:pt x="13108" y="183509"/>
                </a:lnTo>
                <a:cubicBezTo>
                  <a:pt x="5844" y="183509"/>
                  <a:pt x="0" y="177665"/>
                  <a:pt x="0" y="170401"/>
                </a:cubicBezTo>
                <a:cubicBezTo>
                  <a:pt x="0" y="163137"/>
                  <a:pt x="5844" y="157294"/>
                  <a:pt x="13108" y="157294"/>
                </a:cubicBezTo>
                <a:lnTo>
                  <a:pt x="74278" y="157294"/>
                </a:lnTo>
                <a:cubicBezTo>
                  <a:pt x="81541" y="157294"/>
                  <a:pt x="87385" y="151450"/>
                  <a:pt x="87385" y="144186"/>
                </a:cubicBezTo>
                <a:cubicBezTo>
                  <a:pt x="87385" y="136922"/>
                  <a:pt x="81541" y="131078"/>
                  <a:pt x="74278" y="131078"/>
                </a:cubicBezTo>
                <a:lnTo>
                  <a:pt x="13108" y="131078"/>
                </a:lnTo>
                <a:cubicBezTo>
                  <a:pt x="5844" y="131078"/>
                  <a:pt x="0" y="125234"/>
                  <a:pt x="0" y="117970"/>
                </a:cubicBezTo>
                <a:cubicBezTo>
                  <a:pt x="0" y="110706"/>
                  <a:pt x="5844" y="104862"/>
                  <a:pt x="13108" y="104862"/>
                </a:cubicBezTo>
                <a:lnTo>
                  <a:pt x="109232" y="104862"/>
                </a:lnTo>
                <a:cubicBezTo>
                  <a:pt x="116496" y="104862"/>
                  <a:pt x="122339" y="99018"/>
                  <a:pt x="122339" y="91755"/>
                </a:cubicBezTo>
                <a:cubicBezTo>
                  <a:pt x="122339" y="84491"/>
                  <a:pt x="116496" y="78647"/>
                  <a:pt x="109232" y="78647"/>
                </a:cubicBezTo>
                <a:lnTo>
                  <a:pt x="13108" y="78647"/>
                </a:lnTo>
                <a:cubicBezTo>
                  <a:pt x="5844" y="78647"/>
                  <a:pt x="0" y="72803"/>
                  <a:pt x="0" y="65539"/>
                </a:cubicBezTo>
                <a:cubicBezTo>
                  <a:pt x="0" y="58275"/>
                  <a:pt x="5844" y="52431"/>
                  <a:pt x="13108" y="52431"/>
                </a:cubicBezTo>
                <a:lnTo>
                  <a:pt x="34954" y="52431"/>
                </a:lnTo>
                <a:close/>
                <a:moveTo>
                  <a:pt x="314587" y="157294"/>
                </a:moveTo>
                <a:lnTo>
                  <a:pt x="314587" y="129603"/>
                </a:lnTo>
                <a:lnTo>
                  <a:pt x="289846" y="104862"/>
                </a:lnTo>
                <a:lnTo>
                  <a:pt x="262156" y="104862"/>
                </a:lnTo>
                <a:lnTo>
                  <a:pt x="262156" y="157294"/>
                </a:lnTo>
                <a:lnTo>
                  <a:pt x="314587" y="157294"/>
                </a:lnTo>
                <a:close/>
                <a:moveTo>
                  <a:pt x="139817" y="231571"/>
                </a:moveTo>
                <a:cubicBezTo>
                  <a:pt x="139817" y="219514"/>
                  <a:pt x="130028" y="209725"/>
                  <a:pt x="117970" y="209725"/>
                </a:cubicBezTo>
                <a:cubicBezTo>
                  <a:pt x="105913" y="209725"/>
                  <a:pt x="96124" y="219514"/>
                  <a:pt x="96124" y="231571"/>
                </a:cubicBezTo>
                <a:cubicBezTo>
                  <a:pt x="96124" y="243628"/>
                  <a:pt x="105913" y="253417"/>
                  <a:pt x="117970" y="253417"/>
                </a:cubicBezTo>
                <a:cubicBezTo>
                  <a:pt x="130028" y="253417"/>
                  <a:pt x="139817" y="243628"/>
                  <a:pt x="139817" y="231571"/>
                </a:cubicBezTo>
                <a:close/>
                <a:moveTo>
                  <a:pt x="266525" y="253417"/>
                </a:moveTo>
                <a:cubicBezTo>
                  <a:pt x="278583" y="253417"/>
                  <a:pt x="288372" y="243628"/>
                  <a:pt x="288372" y="231571"/>
                </a:cubicBezTo>
                <a:cubicBezTo>
                  <a:pt x="288372" y="219514"/>
                  <a:pt x="278583" y="209725"/>
                  <a:pt x="266525" y="209725"/>
                </a:cubicBezTo>
                <a:cubicBezTo>
                  <a:pt x="254468" y="209725"/>
                  <a:pt x="244679" y="219514"/>
                  <a:pt x="244679" y="231571"/>
                </a:cubicBezTo>
                <a:cubicBezTo>
                  <a:pt x="244679" y="243628"/>
                  <a:pt x="254468" y="253417"/>
                  <a:pt x="266525" y="2534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19339" y="4137404"/>
            <a:ext cx="4175853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FedEx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9339" y="4472963"/>
            <a:ext cx="413856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Implements </a:t>
            </a:r>
            <a:pPr>
              <a:lnSpc>
                <a:spcPct val="130000"/>
              </a:lnSpc>
            </a:pPr>
            <a:r>
              <a:rPr lang="en-US" sz="117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advanced network optimization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dynamic routing and comprehensive fleet management systems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0532" y="5427502"/>
            <a:ext cx="5135927" cy="1109211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294" y="5702475"/>
            <a:ext cx="559266" cy="559266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84" dir="2700000">
              <a:srgbClr val="2d3436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1917" y="5842291"/>
            <a:ext cx="244679" cy="279633"/>
          </a:xfrm>
          <a:custGeom>
            <a:avLst/>
            <a:gdLst/>
            <a:ahLst/>
            <a:cxnLst/>
            <a:rect l="l" t="t" r="r" b="b"/>
            <a:pathLst>
              <a:path w="244679" h="279633">
                <a:moveTo>
                  <a:pt x="201751" y="69908"/>
                </a:moveTo>
                <a:lnTo>
                  <a:pt x="183018" y="43693"/>
                </a:lnTo>
                <a:lnTo>
                  <a:pt x="61716" y="43693"/>
                </a:lnTo>
                <a:lnTo>
                  <a:pt x="42983" y="69908"/>
                </a:lnTo>
                <a:lnTo>
                  <a:pt x="201751" y="69908"/>
                </a:lnTo>
                <a:close/>
                <a:moveTo>
                  <a:pt x="0" y="81105"/>
                </a:moveTo>
                <a:cubicBezTo>
                  <a:pt x="0" y="73841"/>
                  <a:pt x="2294" y="66741"/>
                  <a:pt x="6499" y="60787"/>
                </a:cubicBezTo>
                <a:lnTo>
                  <a:pt x="33261" y="23376"/>
                </a:lnTo>
                <a:cubicBezTo>
                  <a:pt x="39815" y="14200"/>
                  <a:pt x="50410" y="8739"/>
                  <a:pt x="61661" y="8739"/>
                </a:cubicBezTo>
                <a:lnTo>
                  <a:pt x="182963" y="8739"/>
                </a:lnTo>
                <a:cubicBezTo>
                  <a:pt x="194268" y="8739"/>
                  <a:pt x="204864" y="14200"/>
                  <a:pt x="211418" y="23376"/>
                </a:cubicBezTo>
                <a:lnTo>
                  <a:pt x="238125" y="60787"/>
                </a:lnTo>
                <a:cubicBezTo>
                  <a:pt x="242385" y="66741"/>
                  <a:pt x="244624" y="73841"/>
                  <a:pt x="244624" y="81105"/>
                </a:cubicBezTo>
                <a:lnTo>
                  <a:pt x="244679" y="227202"/>
                </a:lnTo>
                <a:cubicBezTo>
                  <a:pt x="244679" y="246481"/>
                  <a:pt x="229004" y="262156"/>
                  <a:pt x="209725" y="262156"/>
                </a:cubicBezTo>
                <a:lnTo>
                  <a:pt x="34954" y="262156"/>
                </a:lnTo>
                <a:cubicBezTo>
                  <a:pt x="15675" y="262156"/>
                  <a:pt x="0" y="246481"/>
                  <a:pt x="0" y="227202"/>
                </a:cubicBezTo>
                <a:lnTo>
                  <a:pt x="0" y="8110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1519339" y="5590622"/>
            <a:ext cx="4175853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Blue Dart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9339" y="5926181"/>
            <a:ext cx="413856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Employs </a:t>
            </a:r>
            <a:pPr>
              <a:lnSpc>
                <a:spcPct val="130000"/>
              </a:lnSpc>
            </a:pPr>
            <a:r>
              <a:rPr lang="en-US" sz="117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proprietary routing systems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GPS tracking and automated dispatch for express deliveries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8534" y="1547303"/>
            <a:ext cx="5574018" cy="5294385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4569" dir="2700000">
              <a:srgbClr val="4ecdc4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52241" y="1771009"/>
            <a:ext cx="484697" cy="484697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7284" dir="2700000">
              <a:srgbClr val="ffffff">
                <a:alpha val="3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68755" y="1901505"/>
            <a:ext cx="251670" cy="223706"/>
          </a:xfrm>
          <a:custGeom>
            <a:avLst/>
            <a:gdLst/>
            <a:ahLst/>
            <a:cxnLst/>
            <a:rect l="l" t="t" r="r" b="b"/>
            <a:pathLst>
              <a:path w="251670" h="223706">
                <a:moveTo>
                  <a:pt x="135229" y="-8258"/>
                </a:moveTo>
                <a:cubicBezTo>
                  <a:pt x="133437" y="-11753"/>
                  <a:pt x="129811" y="-13982"/>
                  <a:pt x="125879" y="-13982"/>
                </a:cubicBezTo>
                <a:cubicBezTo>
                  <a:pt x="121946" y="-13982"/>
                  <a:pt x="118320" y="-11753"/>
                  <a:pt x="116528" y="-8258"/>
                </a:cubicBezTo>
                <a:lnTo>
                  <a:pt x="84371" y="54747"/>
                </a:lnTo>
                <a:lnTo>
                  <a:pt x="14506" y="65845"/>
                </a:lnTo>
                <a:cubicBezTo>
                  <a:pt x="10617" y="66457"/>
                  <a:pt x="7384" y="69209"/>
                  <a:pt x="6161" y="72967"/>
                </a:cubicBezTo>
                <a:cubicBezTo>
                  <a:pt x="4937" y="76724"/>
                  <a:pt x="5942" y="80831"/>
                  <a:pt x="8695" y="83628"/>
                </a:cubicBezTo>
                <a:lnTo>
                  <a:pt x="58679" y="133656"/>
                </a:lnTo>
                <a:lnTo>
                  <a:pt x="47669" y="203520"/>
                </a:lnTo>
                <a:cubicBezTo>
                  <a:pt x="47057" y="207409"/>
                  <a:pt x="48674" y="211341"/>
                  <a:pt x="51863" y="213657"/>
                </a:cubicBezTo>
                <a:cubicBezTo>
                  <a:pt x="55053" y="215973"/>
                  <a:pt x="59247" y="216322"/>
                  <a:pt x="62786" y="214531"/>
                </a:cubicBezTo>
                <a:lnTo>
                  <a:pt x="125879" y="182461"/>
                </a:lnTo>
                <a:lnTo>
                  <a:pt x="188927" y="214531"/>
                </a:lnTo>
                <a:cubicBezTo>
                  <a:pt x="192422" y="216322"/>
                  <a:pt x="196661" y="215973"/>
                  <a:pt x="199850" y="213657"/>
                </a:cubicBezTo>
                <a:cubicBezTo>
                  <a:pt x="203040" y="211341"/>
                  <a:pt x="204656" y="207453"/>
                  <a:pt x="204045" y="203520"/>
                </a:cubicBezTo>
                <a:lnTo>
                  <a:pt x="192990" y="133656"/>
                </a:lnTo>
                <a:lnTo>
                  <a:pt x="242975" y="83628"/>
                </a:lnTo>
                <a:cubicBezTo>
                  <a:pt x="245771" y="80831"/>
                  <a:pt x="246732" y="76724"/>
                  <a:pt x="245509" y="72967"/>
                </a:cubicBezTo>
                <a:cubicBezTo>
                  <a:pt x="244286" y="69209"/>
                  <a:pt x="241096" y="66457"/>
                  <a:pt x="237164" y="65845"/>
                </a:cubicBezTo>
                <a:lnTo>
                  <a:pt x="167343" y="54747"/>
                </a:lnTo>
                <a:lnTo>
                  <a:pt x="135229" y="-82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67433" y="1845578"/>
            <a:ext cx="2432807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2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Advantage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2241" y="2442128"/>
            <a:ext cx="5126606" cy="313189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5927" dir="2700000">
              <a:srgbClr val="ffffff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57305" y="2647193"/>
            <a:ext cx="4828330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Combines DAA + Visualization + Tracking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57305" y="3057321"/>
            <a:ext cx="4800367" cy="820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Unlike existing solutions that focus on individual aspects, our system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integrates three critical components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into a unified platform: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71287" y="4038367"/>
            <a:ext cx="344881" cy="344881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9158" y="4136239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34954" y="16312"/>
                </a:moveTo>
                <a:cubicBezTo>
                  <a:pt x="34954" y="7311"/>
                  <a:pt x="42265" y="0"/>
                  <a:pt x="51266" y="0"/>
                </a:cubicBezTo>
                <a:lnTo>
                  <a:pt x="58257" y="0"/>
                </a:lnTo>
                <a:cubicBezTo>
                  <a:pt x="63413" y="0"/>
                  <a:pt x="67578" y="4165"/>
                  <a:pt x="67578" y="9321"/>
                </a:cubicBezTo>
                <a:lnTo>
                  <a:pt x="67578" y="139817"/>
                </a:lnTo>
                <a:cubicBezTo>
                  <a:pt x="67578" y="144972"/>
                  <a:pt x="63413" y="149138"/>
                  <a:pt x="58257" y="149138"/>
                </a:cubicBezTo>
                <a:lnTo>
                  <a:pt x="48936" y="149138"/>
                </a:lnTo>
                <a:cubicBezTo>
                  <a:pt x="40256" y="149138"/>
                  <a:pt x="32944" y="143195"/>
                  <a:pt x="30876" y="135156"/>
                </a:cubicBezTo>
                <a:cubicBezTo>
                  <a:pt x="30672" y="135156"/>
                  <a:pt x="30497" y="135156"/>
                  <a:pt x="30294" y="135156"/>
                </a:cubicBezTo>
                <a:cubicBezTo>
                  <a:pt x="17419" y="135156"/>
                  <a:pt x="6991" y="124728"/>
                  <a:pt x="6991" y="111853"/>
                </a:cubicBezTo>
                <a:cubicBezTo>
                  <a:pt x="6991" y="106610"/>
                  <a:pt x="8739" y="101775"/>
                  <a:pt x="11651" y="97872"/>
                </a:cubicBezTo>
                <a:cubicBezTo>
                  <a:pt x="6000" y="93619"/>
                  <a:pt x="2330" y="86861"/>
                  <a:pt x="2330" y="79229"/>
                </a:cubicBezTo>
                <a:cubicBezTo>
                  <a:pt x="2330" y="70229"/>
                  <a:pt x="7457" y="62393"/>
                  <a:pt x="14914" y="58519"/>
                </a:cubicBezTo>
                <a:cubicBezTo>
                  <a:pt x="12846" y="55024"/>
                  <a:pt x="11651" y="50946"/>
                  <a:pt x="11651" y="46606"/>
                </a:cubicBezTo>
                <a:cubicBezTo>
                  <a:pt x="11651" y="33731"/>
                  <a:pt x="22079" y="23303"/>
                  <a:pt x="34954" y="23303"/>
                </a:cubicBezTo>
                <a:lnTo>
                  <a:pt x="34954" y="16312"/>
                </a:lnTo>
                <a:close/>
                <a:moveTo>
                  <a:pt x="114183" y="16312"/>
                </a:moveTo>
                <a:lnTo>
                  <a:pt x="114183" y="23303"/>
                </a:lnTo>
                <a:cubicBezTo>
                  <a:pt x="127058" y="23303"/>
                  <a:pt x="137486" y="33731"/>
                  <a:pt x="137486" y="46606"/>
                </a:cubicBezTo>
                <a:cubicBezTo>
                  <a:pt x="137486" y="50975"/>
                  <a:pt x="136292" y="55053"/>
                  <a:pt x="134224" y="58519"/>
                </a:cubicBezTo>
                <a:cubicBezTo>
                  <a:pt x="141710" y="62393"/>
                  <a:pt x="146807" y="70200"/>
                  <a:pt x="146807" y="79229"/>
                </a:cubicBezTo>
                <a:cubicBezTo>
                  <a:pt x="146807" y="86861"/>
                  <a:pt x="143137" y="93619"/>
                  <a:pt x="137486" y="97872"/>
                </a:cubicBezTo>
                <a:cubicBezTo>
                  <a:pt x="140399" y="101775"/>
                  <a:pt x="142147" y="106610"/>
                  <a:pt x="142147" y="111853"/>
                </a:cubicBezTo>
                <a:cubicBezTo>
                  <a:pt x="142147" y="124728"/>
                  <a:pt x="131719" y="135156"/>
                  <a:pt x="118844" y="135156"/>
                </a:cubicBezTo>
                <a:cubicBezTo>
                  <a:pt x="118640" y="135156"/>
                  <a:pt x="118465" y="135156"/>
                  <a:pt x="118261" y="135156"/>
                </a:cubicBezTo>
                <a:cubicBezTo>
                  <a:pt x="116193" y="143195"/>
                  <a:pt x="108882" y="149138"/>
                  <a:pt x="100202" y="149138"/>
                </a:cubicBezTo>
                <a:lnTo>
                  <a:pt x="90881" y="149138"/>
                </a:lnTo>
                <a:cubicBezTo>
                  <a:pt x="85725" y="149138"/>
                  <a:pt x="81560" y="144972"/>
                  <a:pt x="81560" y="139817"/>
                </a:cubicBezTo>
                <a:lnTo>
                  <a:pt x="81560" y="9321"/>
                </a:lnTo>
                <a:cubicBezTo>
                  <a:pt x="81560" y="4165"/>
                  <a:pt x="85725" y="0"/>
                  <a:pt x="90881" y="0"/>
                </a:cubicBezTo>
                <a:lnTo>
                  <a:pt x="97872" y="0"/>
                </a:lnTo>
                <a:cubicBezTo>
                  <a:pt x="106872" y="0"/>
                  <a:pt x="114183" y="7311"/>
                  <a:pt x="114183" y="16312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6" name="Text 34"/>
          <p:cNvSpPr/>
          <p:nvPr/>
        </p:nvSpPr>
        <p:spPr>
          <a:xfrm>
            <a:off x="7142002" y="4080312"/>
            <a:ext cx="142612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71287" y="4523064"/>
            <a:ext cx="344881" cy="344881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59837" y="4620936"/>
            <a:ext cx="167780" cy="149138"/>
          </a:xfrm>
          <a:custGeom>
            <a:avLst/>
            <a:gdLst/>
            <a:ahLst/>
            <a:cxnLst/>
            <a:rect l="l" t="t" r="r" b="b"/>
            <a:pathLst>
              <a:path w="167780" h="149138">
                <a:moveTo>
                  <a:pt x="149254" y="69908"/>
                </a:moveTo>
                <a:lnTo>
                  <a:pt x="97988" y="69908"/>
                </a:lnTo>
                <a:cubicBezTo>
                  <a:pt x="92832" y="69908"/>
                  <a:pt x="88667" y="65743"/>
                  <a:pt x="88667" y="60587"/>
                </a:cubicBezTo>
                <a:lnTo>
                  <a:pt x="88667" y="9321"/>
                </a:lnTo>
                <a:cubicBezTo>
                  <a:pt x="88667" y="4165"/>
                  <a:pt x="92861" y="-58"/>
                  <a:pt x="97959" y="612"/>
                </a:cubicBezTo>
                <a:cubicBezTo>
                  <a:pt x="129126" y="4748"/>
                  <a:pt x="153827" y="29449"/>
                  <a:pt x="157964" y="60616"/>
                </a:cubicBezTo>
                <a:cubicBezTo>
                  <a:pt x="158633" y="65714"/>
                  <a:pt x="154410" y="69908"/>
                  <a:pt x="149254" y="69908"/>
                </a:cubicBezTo>
                <a:close/>
                <a:moveTo>
                  <a:pt x="64840" y="10836"/>
                </a:moveTo>
                <a:cubicBezTo>
                  <a:pt x="70112" y="9729"/>
                  <a:pt x="74685" y="14040"/>
                  <a:pt x="74685" y="19429"/>
                </a:cubicBezTo>
                <a:lnTo>
                  <a:pt x="74685" y="76899"/>
                </a:lnTo>
                <a:cubicBezTo>
                  <a:pt x="74685" y="78530"/>
                  <a:pt x="75268" y="80103"/>
                  <a:pt x="76287" y="81356"/>
                </a:cubicBezTo>
                <a:lnTo>
                  <a:pt x="114766" y="127786"/>
                </a:lnTo>
                <a:cubicBezTo>
                  <a:pt x="118174" y="131894"/>
                  <a:pt x="117446" y="138098"/>
                  <a:pt x="112756" y="140632"/>
                </a:cubicBezTo>
                <a:cubicBezTo>
                  <a:pt x="102823" y="146050"/>
                  <a:pt x="91434" y="149138"/>
                  <a:pt x="79346" y="149138"/>
                </a:cubicBezTo>
                <a:cubicBezTo>
                  <a:pt x="40751" y="149138"/>
                  <a:pt x="9438" y="117825"/>
                  <a:pt x="9438" y="79229"/>
                </a:cubicBezTo>
                <a:cubicBezTo>
                  <a:pt x="9438" y="45586"/>
                  <a:pt x="33177" y="17506"/>
                  <a:pt x="64840" y="10836"/>
                </a:cubicBezTo>
                <a:close/>
                <a:moveTo>
                  <a:pt x="139176" y="83890"/>
                </a:moveTo>
                <a:lnTo>
                  <a:pt x="157818" y="83890"/>
                </a:lnTo>
                <a:cubicBezTo>
                  <a:pt x="163207" y="83890"/>
                  <a:pt x="167518" y="88463"/>
                  <a:pt x="166411" y="93735"/>
                </a:cubicBezTo>
                <a:cubicBezTo>
                  <a:pt x="163440" y="107833"/>
                  <a:pt x="156216" y="120359"/>
                  <a:pt x="146137" y="129913"/>
                </a:cubicBezTo>
                <a:cubicBezTo>
                  <a:pt x="142555" y="133321"/>
                  <a:pt x="136933" y="132593"/>
                  <a:pt x="133787" y="128777"/>
                </a:cubicBezTo>
                <a:lnTo>
                  <a:pt x="109203" y="99153"/>
                </a:lnTo>
                <a:cubicBezTo>
                  <a:pt x="104163" y="93065"/>
                  <a:pt x="108503" y="83890"/>
                  <a:pt x="116368" y="83890"/>
                </a:cubicBezTo>
                <a:lnTo>
                  <a:pt x="139147" y="838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42002" y="4565009"/>
            <a:ext cx="1873541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Visualization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71287" y="5007761"/>
            <a:ext cx="344881" cy="34488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9158" y="5105633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67578" y="0"/>
                </a:moveTo>
                <a:cubicBezTo>
                  <a:pt x="112611" y="0"/>
                  <a:pt x="149138" y="36527"/>
                  <a:pt x="149138" y="81560"/>
                </a:cubicBezTo>
                <a:cubicBezTo>
                  <a:pt x="149138" y="85434"/>
                  <a:pt x="146021" y="88550"/>
                  <a:pt x="142147" y="88550"/>
                </a:cubicBezTo>
                <a:cubicBezTo>
                  <a:pt x="138273" y="88550"/>
                  <a:pt x="135156" y="85434"/>
                  <a:pt x="135156" y="81560"/>
                </a:cubicBezTo>
                <a:cubicBezTo>
                  <a:pt x="135156" y="44246"/>
                  <a:pt x="104892" y="13982"/>
                  <a:pt x="67578" y="13982"/>
                </a:cubicBezTo>
                <a:cubicBezTo>
                  <a:pt x="63704" y="13982"/>
                  <a:pt x="60587" y="10865"/>
                  <a:pt x="60587" y="6991"/>
                </a:cubicBezTo>
                <a:cubicBezTo>
                  <a:pt x="60587" y="3117"/>
                  <a:pt x="63704" y="0"/>
                  <a:pt x="67578" y="0"/>
                </a:cubicBezTo>
                <a:close/>
                <a:moveTo>
                  <a:pt x="60587" y="34954"/>
                </a:moveTo>
                <a:cubicBezTo>
                  <a:pt x="60587" y="31080"/>
                  <a:pt x="63704" y="27963"/>
                  <a:pt x="67578" y="27963"/>
                </a:cubicBezTo>
                <a:cubicBezTo>
                  <a:pt x="97172" y="27963"/>
                  <a:pt x="121174" y="51965"/>
                  <a:pt x="121174" y="81560"/>
                </a:cubicBezTo>
                <a:cubicBezTo>
                  <a:pt x="121174" y="85434"/>
                  <a:pt x="118058" y="88550"/>
                  <a:pt x="114183" y="88550"/>
                </a:cubicBezTo>
                <a:cubicBezTo>
                  <a:pt x="110309" y="88550"/>
                  <a:pt x="107193" y="85434"/>
                  <a:pt x="107193" y="81560"/>
                </a:cubicBezTo>
                <a:cubicBezTo>
                  <a:pt x="107193" y="59684"/>
                  <a:pt x="89453" y="41945"/>
                  <a:pt x="67578" y="41945"/>
                </a:cubicBezTo>
                <a:cubicBezTo>
                  <a:pt x="63704" y="41945"/>
                  <a:pt x="60587" y="38828"/>
                  <a:pt x="60587" y="34954"/>
                </a:cubicBezTo>
                <a:close/>
                <a:moveTo>
                  <a:pt x="7690" y="41566"/>
                </a:moveTo>
                <a:cubicBezTo>
                  <a:pt x="10253" y="36352"/>
                  <a:pt x="17128" y="35770"/>
                  <a:pt x="21235" y="39877"/>
                </a:cubicBezTo>
                <a:lnTo>
                  <a:pt x="58665" y="77307"/>
                </a:lnTo>
                <a:lnTo>
                  <a:pt x="67986" y="67986"/>
                </a:lnTo>
                <a:cubicBezTo>
                  <a:pt x="71627" y="64345"/>
                  <a:pt x="77540" y="64345"/>
                  <a:pt x="81181" y="67986"/>
                </a:cubicBezTo>
                <a:cubicBezTo>
                  <a:pt x="84822" y="71627"/>
                  <a:pt x="84822" y="77540"/>
                  <a:pt x="81181" y="81181"/>
                </a:cubicBezTo>
                <a:lnTo>
                  <a:pt x="71860" y="90502"/>
                </a:lnTo>
                <a:lnTo>
                  <a:pt x="109290" y="127932"/>
                </a:lnTo>
                <a:cubicBezTo>
                  <a:pt x="113397" y="132039"/>
                  <a:pt x="112785" y="138884"/>
                  <a:pt x="107600" y="141477"/>
                </a:cubicBezTo>
                <a:cubicBezTo>
                  <a:pt x="97639" y="146400"/>
                  <a:pt x="86453" y="149167"/>
                  <a:pt x="74598" y="149167"/>
                </a:cubicBezTo>
                <a:cubicBezTo>
                  <a:pt x="33410" y="149167"/>
                  <a:pt x="29" y="115786"/>
                  <a:pt x="29" y="74598"/>
                </a:cubicBezTo>
                <a:cubicBezTo>
                  <a:pt x="29" y="62743"/>
                  <a:pt x="2796" y="51528"/>
                  <a:pt x="7719" y="415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142002" y="5049706"/>
            <a:ext cx="151933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Tracking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2241" y="5758110"/>
            <a:ext cx="5126606" cy="857541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5927" dir="2700000">
              <a:srgbClr val="ffffff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091173" y="5972495"/>
            <a:ext cx="125835" cy="167780"/>
          </a:xfrm>
          <a:custGeom>
            <a:avLst/>
            <a:gdLst/>
            <a:ahLst/>
            <a:cxnLst/>
            <a:rect l="l" t="t" r="r" b="b"/>
            <a:pathLst>
              <a:path w="125835" h="167780">
                <a:moveTo>
                  <a:pt x="95982" y="125835"/>
                </a:moveTo>
                <a:cubicBezTo>
                  <a:pt x="98374" y="118527"/>
                  <a:pt x="103158" y="111908"/>
                  <a:pt x="108565" y="106206"/>
                </a:cubicBezTo>
                <a:cubicBezTo>
                  <a:pt x="119281" y="94933"/>
                  <a:pt x="125835" y="79695"/>
                  <a:pt x="125835" y="62917"/>
                </a:cubicBezTo>
                <a:cubicBezTo>
                  <a:pt x="125835" y="28182"/>
                  <a:pt x="97653" y="0"/>
                  <a:pt x="62917" y="0"/>
                </a:cubicBezTo>
                <a:cubicBezTo>
                  <a:pt x="28182" y="0"/>
                  <a:pt x="0" y="28182"/>
                  <a:pt x="0" y="62917"/>
                </a:cubicBezTo>
                <a:cubicBezTo>
                  <a:pt x="0" y="79695"/>
                  <a:pt x="6554" y="94933"/>
                  <a:pt x="17270" y="106206"/>
                </a:cubicBezTo>
                <a:cubicBezTo>
                  <a:pt x="22676" y="111908"/>
                  <a:pt x="27494" y="118527"/>
                  <a:pt x="29853" y="125835"/>
                </a:cubicBezTo>
                <a:lnTo>
                  <a:pt x="95949" y="125835"/>
                </a:lnTo>
                <a:close/>
                <a:moveTo>
                  <a:pt x="94376" y="141564"/>
                </a:moveTo>
                <a:lnTo>
                  <a:pt x="31459" y="141564"/>
                </a:lnTo>
                <a:lnTo>
                  <a:pt x="31459" y="146807"/>
                </a:lnTo>
                <a:cubicBezTo>
                  <a:pt x="31459" y="161291"/>
                  <a:pt x="43190" y="173023"/>
                  <a:pt x="57674" y="173023"/>
                </a:cubicBezTo>
                <a:lnTo>
                  <a:pt x="68161" y="173023"/>
                </a:lnTo>
                <a:cubicBezTo>
                  <a:pt x="82645" y="173023"/>
                  <a:pt x="94376" y="161291"/>
                  <a:pt x="94376" y="146807"/>
                </a:cubicBezTo>
                <a:lnTo>
                  <a:pt x="94376" y="141564"/>
                </a:lnTo>
                <a:close/>
                <a:moveTo>
                  <a:pt x="60296" y="36702"/>
                </a:moveTo>
                <a:cubicBezTo>
                  <a:pt x="47254" y="36702"/>
                  <a:pt x="36702" y="47254"/>
                  <a:pt x="36702" y="60296"/>
                </a:cubicBezTo>
                <a:cubicBezTo>
                  <a:pt x="36702" y="64654"/>
                  <a:pt x="33195" y="68161"/>
                  <a:pt x="28837" y="68161"/>
                </a:cubicBezTo>
                <a:cubicBezTo>
                  <a:pt x="24479" y="68161"/>
                  <a:pt x="20972" y="64654"/>
                  <a:pt x="20972" y="60296"/>
                </a:cubicBezTo>
                <a:cubicBezTo>
                  <a:pt x="20972" y="38570"/>
                  <a:pt x="38570" y="20972"/>
                  <a:pt x="60296" y="20972"/>
                </a:cubicBezTo>
                <a:cubicBezTo>
                  <a:pt x="64654" y="20972"/>
                  <a:pt x="68161" y="24479"/>
                  <a:pt x="68161" y="28837"/>
                </a:cubicBezTo>
                <a:cubicBezTo>
                  <a:pt x="68161" y="33195"/>
                  <a:pt x="64654" y="36702"/>
                  <a:pt x="60296" y="36702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5" name="Text 43"/>
          <p:cNvSpPr/>
          <p:nvPr/>
        </p:nvSpPr>
        <p:spPr>
          <a:xfrm>
            <a:off x="6847190" y="5925890"/>
            <a:ext cx="4605821" cy="52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Holistic approach providing end-to-end logistics optimization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5038" y="-271462"/>
            <a:ext cx="923925" cy="923925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800001">
            <a:off x="463764" y="5607262"/>
            <a:ext cx="638175" cy="63817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900000">
            <a:off x="11200270" y="1675270"/>
            <a:ext cx="447675" cy="4476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1524000" cy="4191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562100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9525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58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93316" y="19812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9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 Courier Routes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3352800"/>
            <a:ext cx="17526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Implement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Dijkstra's algorithm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to calculate shortest paths, reducing travel distance by 30-40%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4886325"/>
            <a:ext cx="1657350" cy="5524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929" y="5010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25003"/>
                </a:moveTo>
                <a:cubicBezTo>
                  <a:pt x="133350" y="38078"/>
                  <a:pt x="117957" y="57585"/>
                  <a:pt x="111316" y="65373"/>
                </a:cubicBezTo>
                <a:cubicBezTo>
                  <a:pt x="110326" y="66519"/>
                  <a:pt x="108868" y="66961"/>
                  <a:pt x="107539" y="66675"/>
                </a:cubicBezTo>
                <a:lnTo>
                  <a:pt x="83344" y="66675"/>
                </a:lnTo>
                <a:cubicBezTo>
                  <a:pt x="78734" y="66675"/>
                  <a:pt x="75009" y="70399"/>
                  <a:pt x="75009" y="75009"/>
                </a:cubicBezTo>
                <a:cubicBezTo>
                  <a:pt x="75009" y="79619"/>
                  <a:pt x="78734" y="83344"/>
                  <a:pt x="83344" y="83344"/>
                </a:cubicBezTo>
                <a:lnTo>
                  <a:pt x="108347" y="83344"/>
                </a:lnTo>
                <a:cubicBezTo>
                  <a:pt x="122151" y="83344"/>
                  <a:pt x="133350" y="94543"/>
                  <a:pt x="133350" y="108347"/>
                </a:cubicBezTo>
                <a:cubicBezTo>
                  <a:pt x="133350" y="122151"/>
                  <a:pt x="122151" y="133350"/>
                  <a:pt x="108347" y="133350"/>
                </a:cubicBezTo>
                <a:lnTo>
                  <a:pt x="36359" y="133350"/>
                </a:lnTo>
                <a:cubicBezTo>
                  <a:pt x="38625" y="130772"/>
                  <a:pt x="41385" y="127464"/>
                  <a:pt x="44172" y="123765"/>
                </a:cubicBezTo>
                <a:cubicBezTo>
                  <a:pt x="45813" y="121578"/>
                  <a:pt x="47506" y="119182"/>
                  <a:pt x="49121" y="116681"/>
                </a:cubicBezTo>
                <a:lnTo>
                  <a:pt x="108347" y="116681"/>
                </a:lnTo>
                <a:cubicBezTo>
                  <a:pt x="112957" y="116681"/>
                  <a:pt x="116681" y="112957"/>
                  <a:pt x="116681" y="108347"/>
                </a:cubicBezTo>
                <a:cubicBezTo>
                  <a:pt x="116681" y="103737"/>
                  <a:pt x="112957" y="100013"/>
                  <a:pt x="108347" y="100013"/>
                </a:cubicBezTo>
                <a:lnTo>
                  <a:pt x="83344" y="100013"/>
                </a:lnTo>
                <a:cubicBezTo>
                  <a:pt x="69540" y="100013"/>
                  <a:pt x="58341" y="88813"/>
                  <a:pt x="58341" y="75009"/>
                </a:cubicBezTo>
                <a:cubicBezTo>
                  <a:pt x="58341" y="61206"/>
                  <a:pt x="69540" y="50006"/>
                  <a:pt x="83344" y="50006"/>
                </a:cubicBezTo>
                <a:lnTo>
                  <a:pt x="93710" y="50006"/>
                </a:lnTo>
                <a:cubicBezTo>
                  <a:pt x="88240" y="41802"/>
                  <a:pt x="83344" y="32374"/>
                  <a:pt x="83344" y="25003"/>
                </a:cubicBezTo>
                <a:cubicBezTo>
                  <a:pt x="83344" y="11199"/>
                  <a:pt x="94543" y="0"/>
                  <a:pt x="108347" y="0"/>
                </a:cubicBezTo>
                <a:cubicBezTo>
                  <a:pt x="122151" y="0"/>
                  <a:pt x="133350" y="11199"/>
                  <a:pt x="133350" y="25003"/>
                </a:cubicBezTo>
                <a:close/>
                <a:moveTo>
                  <a:pt x="30499" y="127386"/>
                </a:moveTo>
                <a:cubicBezTo>
                  <a:pt x="29509" y="128506"/>
                  <a:pt x="28623" y="129495"/>
                  <a:pt x="27868" y="130329"/>
                </a:cubicBezTo>
                <a:lnTo>
                  <a:pt x="27399" y="130850"/>
                </a:lnTo>
                <a:lnTo>
                  <a:pt x="27347" y="130798"/>
                </a:lnTo>
                <a:cubicBezTo>
                  <a:pt x="25784" y="131996"/>
                  <a:pt x="23545" y="131839"/>
                  <a:pt x="22138" y="130329"/>
                </a:cubicBezTo>
                <a:cubicBezTo>
                  <a:pt x="15575" y="123192"/>
                  <a:pt x="0" y="104831"/>
                  <a:pt x="0" y="91678"/>
                </a:cubicBezTo>
                <a:cubicBezTo>
                  <a:pt x="0" y="77874"/>
                  <a:pt x="11199" y="66675"/>
                  <a:pt x="25003" y="66675"/>
                </a:cubicBezTo>
                <a:cubicBezTo>
                  <a:pt x="38807" y="66675"/>
                  <a:pt x="50006" y="77874"/>
                  <a:pt x="50006" y="91678"/>
                </a:cubicBezTo>
                <a:cubicBezTo>
                  <a:pt x="50006" y="99492"/>
                  <a:pt x="44511" y="109128"/>
                  <a:pt x="38677" y="117176"/>
                </a:cubicBezTo>
                <a:cubicBezTo>
                  <a:pt x="35890" y="121005"/>
                  <a:pt x="33025" y="124469"/>
                  <a:pt x="30655" y="127203"/>
                </a:cubicBezTo>
                <a:lnTo>
                  <a:pt x="30499" y="127386"/>
                </a:lnTo>
                <a:close/>
                <a:moveTo>
                  <a:pt x="33337" y="91678"/>
                </a:moveTo>
                <a:cubicBezTo>
                  <a:pt x="33337" y="87078"/>
                  <a:pt x="29603" y="83344"/>
                  <a:pt x="25003" y="83344"/>
                </a:cubicBezTo>
                <a:cubicBezTo>
                  <a:pt x="20403" y="83344"/>
                  <a:pt x="16669" y="87078"/>
                  <a:pt x="16669" y="91678"/>
                </a:cubicBezTo>
                <a:cubicBezTo>
                  <a:pt x="16669" y="96278"/>
                  <a:pt x="20403" y="100013"/>
                  <a:pt x="25003" y="100013"/>
                </a:cubicBezTo>
                <a:cubicBezTo>
                  <a:pt x="29603" y="100013"/>
                  <a:pt x="33337" y="96278"/>
                  <a:pt x="33337" y="91678"/>
                </a:cubicBezTo>
                <a:close/>
                <a:moveTo>
                  <a:pt x="108347" y="33337"/>
                </a:moveTo>
                <a:cubicBezTo>
                  <a:pt x="112947" y="33337"/>
                  <a:pt x="116681" y="29603"/>
                  <a:pt x="116681" y="25003"/>
                </a:cubicBezTo>
                <a:cubicBezTo>
                  <a:pt x="116681" y="20403"/>
                  <a:pt x="112947" y="16669"/>
                  <a:pt x="108347" y="16669"/>
                </a:cubicBezTo>
                <a:cubicBezTo>
                  <a:pt x="103747" y="16669"/>
                  <a:pt x="100013" y="20403"/>
                  <a:pt x="100013" y="25003"/>
                </a:cubicBezTo>
                <a:cubicBezTo>
                  <a:pt x="100013" y="29603"/>
                  <a:pt x="103747" y="33337"/>
                  <a:pt x="108347" y="33337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871538" y="4972050"/>
            <a:ext cx="135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Algorithmic Optimization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241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099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4703" y="1981200"/>
            <a:ext cx="56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07506" y="26670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Reduce Fuel Usage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337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Minimize fuel consumption through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efficient routing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, achieving 20-25% cost savings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43225" y="5076825"/>
            <a:ext cx="1657350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9520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750" y="1745"/>
                </a:moveTo>
                <a:cubicBezTo>
                  <a:pt x="124417" y="156"/>
                  <a:pt x="126839" y="-417"/>
                  <a:pt x="129079" y="313"/>
                </a:cubicBezTo>
                <a:cubicBezTo>
                  <a:pt x="131631" y="1172"/>
                  <a:pt x="133350" y="3568"/>
                  <a:pt x="133350" y="6251"/>
                </a:cubicBezTo>
                <a:lnTo>
                  <a:pt x="133350" y="54929"/>
                </a:lnTo>
                <a:cubicBezTo>
                  <a:pt x="133350" y="89100"/>
                  <a:pt x="105195" y="116681"/>
                  <a:pt x="71155" y="116681"/>
                </a:cubicBezTo>
                <a:cubicBezTo>
                  <a:pt x="51100" y="116681"/>
                  <a:pt x="33806" y="103789"/>
                  <a:pt x="27529" y="85766"/>
                </a:cubicBezTo>
                <a:cubicBezTo>
                  <a:pt x="18310" y="93788"/>
                  <a:pt x="12502" y="105586"/>
                  <a:pt x="12502" y="118765"/>
                </a:cubicBezTo>
                <a:cubicBezTo>
                  <a:pt x="12502" y="122229"/>
                  <a:pt x="9715" y="125016"/>
                  <a:pt x="6251" y="125016"/>
                </a:cubicBezTo>
                <a:cubicBezTo>
                  <a:pt x="2787" y="125016"/>
                  <a:pt x="0" y="122229"/>
                  <a:pt x="0" y="118765"/>
                </a:cubicBezTo>
                <a:cubicBezTo>
                  <a:pt x="0" y="99257"/>
                  <a:pt x="9949" y="82068"/>
                  <a:pt x="25029" y="71962"/>
                </a:cubicBezTo>
                <a:cubicBezTo>
                  <a:pt x="34223" y="65816"/>
                  <a:pt x="45188" y="62508"/>
                  <a:pt x="56257" y="62508"/>
                </a:cubicBezTo>
                <a:lnTo>
                  <a:pt x="77093" y="62508"/>
                </a:lnTo>
                <a:cubicBezTo>
                  <a:pt x="80557" y="62508"/>
                  <a:pt x="83344" y="59721"/>
                  <a:pt x="83344" y="56257"/>
                </a:cubicBezTo>
                <a:cubicBezTo>
                  <a:pt x="83344" y="52793"/>
                  <a:pt x="80557" y="50006"/>
                  <a:pt x="77093" y="50006"/>
                </a:cubicBezTo>
                <a:lnTo>
                  <a:pt x="56257" y="50006"/>
                </a:lnTo>
                <a:cubicBezTo>
                  <a:pt x="45917" y="50006"/>
                  <a:pt x="36124" y="52298"/>
                  <a:pt x="27347" y="56387"/>
                </a:cubicBezTo>
                <a:cubicBezTo>
                  <a:pt x="33416" y="38156"/>
                  <a:pt x="50579" y="25003"/>
                  <a:pt x="70842" y="25003"/>
                </a:cubicBezTo>
                <a:cubicBezTo>
                  <a:pt x="88136" y="25003"/>
                  <a:pt x="101002" y="19247"/>
                  <a:pt x="109571" y="13543"/>
                </a:cubicBezTo>
                <a:cubicBezTo>
                  <a:pt x="114572" y="10210"/>
                  <a:pt x="118817" y="6225"/>
                  <a:pt x="122776" y="1745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3195638" y="51625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Eco-Friendly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482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e66d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340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96421" y="19812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01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Improve Delivery Efficiency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Increase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deliveries per route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by 35% through intelligent scheduling and load optimization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67325" y="5076825"/>
            <a:ext cx="1657350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3148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66675" y="108347"/>
                </a:moveTo>
                <a:cubicBezTo>
                  <a:pt x="75869" y="108347"/>
                  <a:pt x="83344" y="100872"/>
                  <a:pt x="83344" y="91678"/>
                </a:cubicBezTo>
                <a:cubicBezTo>
                  <a:pt x="83344" y="87459"/>
                  <a:pt x="81781" y="83578"/>
                  <a:pt x="79177" y="80661"/>
                </a:cubicBezTo>
                <a:lnTo>
                  <a:pt x="97278" y="44485"/>
                </a:lnTo>
                <a:cubicBezTo>
                  <a:pt x="98814" y="41385"/>
                  <a:pt x="97564" y="37635"/>
                  <a:pt x="94491" y="36098"/>
                </a:cubicBezTo>
                <a:cubicBezTo>
                  <a:pt x="91418" y="34562"/>
                  <a:pt x="87641" y="35812"/>
                  <a:pt x="86105" y="38885"/>
                </a:cubicBezTo>
                <a:lnTo>
                  <a:pt x="68003" y="75061"/>
                </a:lnTo>
                <a:cubicBezTo>
                  <a:pt x="67561" y="75035"/>
                  <a:pt x="67118" y="75009"/>
                  <a:pt x="66675" y="75009"/>
                </a:cubicBezTo>
                <a:cubicBezTo>
                  <a:pt x="57481" y="75009"/>
                  <a:pt x="50006" y="82484"/>
                  <a:pt x="50006" y="91678"/>
                </a:cubicBezTo>
                <a:cubicBezTo>
                  <a:pt x="50006" y="100872"/>
                  <a:pt x="57481" y="108347"/>
                  <a:pt x="66675" y="108347"/>
                </a:cubicBezTo>
                <a:close/>
                <a:moveTo>
                  <a:pt x="45839" y="37505"/>
                </a:moveTo>
                <a:cubicBezTo>
                  <a:pt x="45839" y="32905"/>
                  <a:pt x="42105" y="29170"/>
                  <a:pt x="37505" y="29170"/>
                </a:cubicBezTo>
                <a:cubicBezTo>
                  <a:pt x="32905" y="29170"/>
                  <a:pt x="29170" y="32905"/>
                  <a:pt x="29170" y="37505"/>
                </a:cubicBezTo>
                <a:cubicBezTo>
                  <a:pt x="29170" y="42105"/>
                  <a:pt x="32905" y="45839"/>
                  <a:pt x="37505" y="45839"/>
                </a:cubicBezTo>
                <a:cubicBezTo>
                  <a:pt x="42105" y="45839"/>
                  <a:pt x="45839" y="42105"/>
                  <a:pt x="45839" y="37505"/>
                </a:cubicBezTo>
                <a:close/>
                <a:moveTo>
                  <a:pt x="25003" y="75009"/>
                </a:moveTo>
                <a:cubicBezTo>
                  <a:pt x="29603" y="75009"/>
                  <a:pt x="33337" y="71275"/>
                  <a:pt x="33337" y="66675"/>
                </a:cubicBez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lose/>
                <a:moveTo>
                  <a:pt x="116681" y="66675"/>
                </a:moveTo>
                <a:cubicBezTo>
                  <a:pt x="116681" y="62075"/>
                  <a:pt x="112947" y="58341"/>
                  <a:pt x="108347" y="58341"/>
                </a:cubicBezTo>
                <a:cubicBezTo>
                  <a:pt x="103747" y="58341"/>
                  <a:pt x="100013" y="62075"/>
                  <a:pt x="100013" y="66675"/>
                </a:cubicBezTo>
                <a:cubicBezTo>
                  <a:pt x="100013" y="71275"/>
                  <a:pt x="103747" y="75009"/>
                  <a:pt x="108347" y="75009"/>
                </a:cubicBezTo>
                <a:cubicBezTo>
                  <a:pt x="112947" y="75009"/>
                  <a:pt x="116681" y="71275"/>
                  <a:pt x="116681" y="6667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1" name="Text 29"/>
          <p:cNvSpPr/>
          <p:nvPr/>
        </p:nvSpPr>
        <p:spPr>
          <a:xfrm>
            <a:off x="5519738" y="51625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Performance Boost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23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1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5879" y="1981200"/>
            <a:ext cx="56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342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Implement DAA Algorithms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19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theory and Dijkstra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scalable, maintainable route optimization engine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91425" y="5076825"/>
            <a:ext cx="1657350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3670" y="52006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7843838" y="51625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Technical Excellence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964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3822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538371" y="1981200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583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Provide Real-Time Monitoring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060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Build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dashboard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live tracking, analytics, and automated reporting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915525" y="5076825"/>
            <a:ext cx="1657350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5971" y="52006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10167938" y="51625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5848350"/>
            <a:ext cx="11391900" cy="60960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ff6b6b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772096" y="6048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0" name="Text 48"/>
          <p:cNvSpPr/>
          <p:nvPr/>
        </p:nvSpPr>
        <p:spPr>
          <a:xfrm>
            <a:off x="819150" y="6019800"/>
            <a:ext cx="1084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All objectives align with creating an intelligent, efficient, and scalable logistics optimization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499999">
            <a:off x="10556967" y="79465"/>
            <a:ext cx="733425" cy="7334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90538" y="5634038"/>
            <a:ext cx="542925" cy="542925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400002">
            <a:off x="212420" y="2022170"/>
            <a:ext cx="400050" cy="4000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1924050" cy="4191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962150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CAPABILITIES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9525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Features — Core Functionality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58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306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53578"/>
                </a:moveTo>
                <a:cubicBezTo>
                  <a:pt x="285750" y="81595"/>
                  <a:pt x="252766" y="123397"/>
                  <a:pt x="238534" y="140084"/>
                </a:cubicBezTo>
                <a:cubicBezTo>
                  <a:pt x="236413" y="142540"/>
                  <a:pt x="233288" y="143489"/>
                  <a:pt x="230442" y="142875"/>
                </a:cubicBezTo>
                <a:lnTo>
                  <a:pt x="178594" y="142875"/>
                </a:lnTo>
                <a:cubicBezTo>
                  <a:pt x="168715" y="142875"/>
                  <a:pt x="160734" y="150856"/>
                  <a:pt x="160734" y="160734"/>
                </a:cubicBezTo>
                <a:cubicBezTo>
                  <a:pt x="160734" y="170613"/>
                  <a:pt x="168715" y="178594"/>
                  <a:pt x="178594" y="178594"/>
                </a:cubicBezTo>
                <a:lnTo>
                  <a:pt x="232172" y="178594"/>
                </a:lnTo>
                <a:cubicBezTo>
                  <a:pt x="261751" y="178594"/>
                  <a:pt x="285750" y="202592"/>
                  <a:pt x="285750" y="232172"/>
                </a:cubicBezTo>
                <a:cubicBezTo>
                  <a:pt x="285750" y="261751"/>
                  <a:pt x="261751" y="285750"/>
                  <a:pt x="232172" y="285750"/>
                </a:cubicBezTo>
                <a:lnTo>
                  <a:pt x="77912" y="285750"/>
                </a:lnTo>
                <a:cubicBezTo>
                  <a:pt x="82767" y="280225"/>
                  <a:pt x="88683" y="273137"/>
                  <a:pt x="94655" y="265212"/>
                </a:cubicBezTo>
                <a:cubicBezTo>
                  <a:pt x="98171" y="260524"/>
                  <a:pt x="101798" y="255389"/>
                  <a:pt x="105259" y="250031"/>
                </a:cubicBezTo>
                <a:lnTo>
                  <a:pt x="232172" y="250031"/>
                </a:lnTo>
                <a:cubicBezTo>
                  <a:pt x="242050" y="250031"/>
                  <a:pt x="250031" y="242050"/>
                  <a:pt x="250031" y="232172"/>
                </a:cubicBezTo>
                <a:cubicBezTo>
                  <a:pt x="250031" y="222293"/>
                  <a:pt x="242050" y="214313"/>
                  <a:pt x="232172" y="214313"/>
                </a:cubicBezTo>
                <a:lnTo>
                  <a:pt x="178594" y="214313"/>
                </a:lnTo>
                <a:cubicBezTo>
                  <a:pt x="149014" y="214313"/>
                  <a:pt x="125016" y="190314"/>
                  <a:pt x="125016" y="160734"/>
                </a:cubicBezTo>
                <a:cubicBezTo>
                  <a:pt x="125016" y="131155"/>
                  <a:pt x="149014" y="107156"/>
                  <a:pt x="178594" y="107156"/>
                </a:cubicBezTo>
                <a:lnTo>
                  <a:pt x="200806" y="107156"/>
                </a:lnTo>
                <a:cubicBezTo>
                  <a:pt x="189086" y="89576"/>
                  <a:pt x="178594" y="69373"/>
                  <a:pt x="178594" y="53578"/>
                </a:cubicBezTo>
                <a:cubicBezTo>
                  <a:pt x="178594" y="23999"/>
                  <a:pt x="202592" y="0"/>
                  <a:pt x="232172" y="0"/>
                </a:cubicBezTo>
                <a:cubicBezTo>
                  <a:pt x="261751" y="0"/>
                  <a:pt x="285750" y="23999"/>
                  <a:pt x="285750" y="53578"/>
                </a:cubicBezTo>
                <a:close/>
                <a:moveTo>
                  <a:pt x="65354" y="272969"/>
                </a:moveTo>
                <a:cubicBezTo>
                  <a:pt x="63233" y="275369"/>
                  <a:pt x="61336" y="277490"/>
                  <a:pt x="59717" y="279276"/>
                </a:cubicBezTo>
                <a:lnTo>
                  <a:pt x="58713" y="280392"/>
                </a:lnTo>
                <a:lnTo>
                  <a:pt x="58601" y="280281"/>
                </a:lnTo>
                <a:cubicBezTo>
                  <a:pt x="55252" y="282848"/>
                  <a:pt x="50453" y="282513"/>
                  <a:pt x="47439" y="279276"/>
                </a:cubicBezTo>
                <a:cubicBezTo>
                  <a:pt x="33375" y="263984"/>
                  <a:pt x="0" y="224637"/>
                  <a:pt x="0" y="196453"/>
                </a:cubicBezTo>
                <a:cubicBezTo>
                  <a:pt x="0" y="166874"/>
                  <a:pt x="23999" y="142875"/>
                  <a:pt x="53578" y="142875"/>
                </a:cubicBezTo>
                <a:cubicBezTo>
                  <a:pt x="83158" y="142875"/>
                  <a:pt x="107156" y="166874"/>
                  <a:pt x="107156" y="196453"/>
                </a:cubicBezTo>
                <a:cubicBezTo>
                  <a:pt x="107156" y="213196"/>
                  <a:pt x="95380" y="233846"/>
                  <a:pt x="82879" y="251092"/>
                </a:cubicBezTo>
                <a:cubicBezTo>
                  <a:pt x="76907" y="259296"/>
                  <a:pt x="70768" y="266719"/>
                  <a:pt x="65689" y="272579"/>
                </a:cubicBezTo>
                <a:lnTo>
                  <a:pt x="65354" y="272969"/>
                </a:lnTo>
                <a:close/>
                <a:moveTo>
                  <a:pt x="71438" y="196453"/>
                </a:moveTo>
                <a:cubicBezTo>
                  <a:pt x="71438" y="186596"/>
                  <a:pt x="63435" y="178594"/>
                  <a:pt x="53578" y="178594"/>
                </a:cubicBezTo>
                <a:cubicBezTo>
                  <a:pt x="43721" y="178594"/>
                  <a:pt x="35719" y="186596"/>
                  <a:pt x="35719" y="196453"/>
                </a:cubicBezTo>
                <a:cubicBezTo>
                  <a:pt x="35719" y="206310"/>
                  <a:pt x="43721" y="214313"/>
                  <a:pt x="53578" y="214313"/>
                </a:cubicBezTo>
                <a:cubicBezTo>
                  <a:pt x="63435" y="214313"/>
                  <a:pt x="71438" y="206310"/>
                  <a:pt x="71438" y="196453"/>
                </a:cubicBezTo>
                <a:close/>
                <a:moveTo>
                  <a:pt x="232172" y="71438"/>
                </a:moveTo>
                <a:cubicBezTo>
                  <a:pt x="242029" y="71438"/>
                  <a:pt x="250031" y="63435"/>
                  <a:pt x="250031" y="53578"/>
                </a:cubicBezTo>
                <a:cubicBezTo>
                  <a:pt x="250031" y="43721"/>
                  <a:pt x="242029" y="35719"/>
                  <a:pt x="232172" y="35719"/>
                </a:cubicBezTo>
                <a:cubicBezTo>
                  <a:pt x="222315" y="35719"/>
                  <a:pt x="214313" y="43721"/>
                  <a:pt x="214313" y="53578"/>
                </a:cubicBezTo>
                <a:cubicBezTo>
                  <a:pt x="214313" y="63435"/>
                  <a:pt x="222315" y="71438"/>
                  <a:pt x="232172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85936" y="26670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Optimization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 calculates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delivery paths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real-time graph visualization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44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54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3464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241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099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31406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lnTo>
                  <a:pt x="125016" y="35719"/>
                </a:lnTo>
                <a:cubicBezTo>
                  <a:pt x="125016" y="40630"/>
                  <a:pt x="129034" y="44648"/>
                  <a:pt x="133945" y="44648"/>
                </a:cubicBezTo>
                <a:lnTo>
                  <a:pt x="151805" y="44648"/>
                </a:lnTo>
                <a:cubicBezTo>
                  <a:pt x="156716" y="44648"/>
                  <a:pt x="160734" y="40630"/>
                  <a:pt x="160734" y="35719"/>
                </a:cubicBezTo>
                <a:lnTo>
                  <a:pt x="160734" y="0"/>
                </a:lnTo>
                <a:lnTo>
                  <a:pt x="178594" y="0"/>
                </a:lnTo>
                <a:cubicBezTo>
                  <a:pt x="198295" y="0"/>
                  <a:pt x="214313" y="16018"/>
                  <a:pt x="214313" y="35719"/>
                </a:cubicBezTo>
                <a:lnTo>
                  <a:pt x="214313" y="107156"/>
                </a:lnTo>
                <a:cubicBezTo>
                  <a:pt x="214313" y="110226"/>
                  <a:pt x="213922" y="113240"/>
                  <a:pt x="213196" y="116086"/>
                </a:cubicBezTo>
                <a:lnTo>
                  <a:pt x="72554" y="116086"/>
                </a:lnTo>
                <a:cubicBezTo>
                  <a:pt x="71828" y="113240"/>
                  <a:pt x="71438" y="110226"/>
                  <a:pt x="71438" y="107156"/>
                </a:cubicBezTo>
                <a:lnTo>
                  <a:pt x="71438" y="35719"/>
                </a:lnTo>
                <a:cubicBezTo>
                  <a:pt x="71438" y="16018"/>
                  <a:pt x="87455" y="0"/>
                  <a:pt x="107156" y="0"/>
                </a:cubicBezTo>
                <a:lnTo>
                  <a:pt x="125016" y="0"/>
                </a:lnTo>
                <a:close/>
                <a:moveTo>
                  <a:pt x="178594" y="285750"/>
                </a:moveTo>
                <a:cubicBezTo>
                  <a:pt x="172343" y="285750"/>
                  <a:pt x="166427" y="284131"/>
                  <a:pt x="161292" y="281285"/>
                </a:cubicBezTo>
                <a:cubicBezTo>
                  <a:pt x="166594" y="272076"/>
                  <a:pt x="169664" y="261417"/>
                  <a:pt x="169664" y="250031"/>
                </a:cubicBezTo>
                <a:lnTo>
                  <a:pt x="169664" y="178594"/>
                </a:lnTo>
                <a:cubicBezTo>
                  <a:pt x="169664" y="167208"/>
                  <a:pt x="166594" y="156549"/>
                  <a:pt x="161292" y="147340"/>
                </a:cubicBezTo>
                <a:cubicBezTo>
                  <a:pt x="166427" y="144494"/>
                  <a:pt x="172287" y="142875"/>
                  <a:pt x="178594" y="142875"/>
                </a:cubicBezTo>
                <a:lnTo>
                  <a:pt x="196453" y="142875"/>
                </a:lnTo>
                <a:lnTo>
                  <a:pt x="196453" y="178594"/>
                </a:lnTo>
                <a:cubicBezTo>
                  <a:pt x="196453" y="183505"/>
                  <a:pt x="200471" y="187523"/>
                  <a:pt x="205383" y="187523"/>
                </a:cubicBezTo>
                <a:lnTo>
                  <a:pt x="223242" y="187523"/>
                </a:lnTo>
                <a:cubicBezTo>
                  <a:pt x="228154" y="187523"/>
                  <a:pt x="232172" y="183505"/>
                  <a:pt x="232172" y="178594"/>
                </a:cubicBezTo>
                <a:lnTo>
                  <a:pt x="232172" y="142875"/>
                </a:lnTo>
                <a:lnTo>
                  <a:pt x="250031" y="142875"/>
                </a:lnTo>
                <a:cubicBezTo>
                  <a:pt x="269732" y="142875"/>
                  <a:pt x="285750" y="158893"/>
                  <a:pt x="285750" y="178594"/>
                </a:cubicBezTo>
                <a:lnTo>
                  <a:pt x="285750" y="250031"/>
                </a:lnTo>
                <a:cubicBezTo>
                  <a:pt x="285750" y="269732"/>
                  <a:pt x="269732" y="285750"/>
                  <a:pt x="250031" y="285750"/>
                </a:cubicBezTo>
                <a:lnTo>
                  <a:pt x="178594" y="285750"/>
                </a:lnTo>
                <a:close/>
                <a:moveTo>
                  <a:pt x="0" y="178594"/>
                </a:moveTo>
                <a:cubicBezTo>
                  <a:pt x="0" y="158893"/>
                  <a:pt x="16018" y="142875"/>
                  <a:pt x="35719" y="142875"/>
                </a:cubicBezTo>
                <a:lnTo>
                  <a:pt x="53578" y="142875"/>
                </a:lnTo>
                <a:lnTo>
                  <a:pt x="53578" y="178594"/>
                </a:lnTo>
                <a:cubicBezTo>
                  <a:pt x="53578" y="183505"/>
                  <a:pt x="57596" y="187523"/>
                  <a:pt x="62508" y="187523"/>
                </a:cubicBezTo>
                <a:lnTo>
                  <a:pt x="80367" y="187523"/>
                </a:lnTo>
                <a:cubicBezTo>
                  <a:pt x="85279" y="187523"/>
                  <a:pt x="89297" y="183505"/>
                  <a:pt x="89297" y="178594"/>
                </a:cubicBezTo>
                <a:lnTo>
                  <a:pt x="89297" y="142875"/>
                </a:lnTo>
                <a:lnTo>
                  <a:pt x="107156" y="142875"/>
                </a:lnTo>
                <a:cubicBezTo>
                  <a:pt x="126857" y="142875"/>
                  <a:pt x="142875" y="158893"/>
                  <a:pt x="142875" y="178594"/>
                </a:cubicBezTo>
                <a:lnTo>
                  <a:pt x="142875" y="250031"/>
                </a:lnTo>
                <a:cubicBezTo>
                  <a:pt x="142875" y="269732"/>
                  <a:pt x="126857" y="285750"/>
                  <a:pt x="107156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785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8860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Management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337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Complete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CRUD operations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shipments with status tracking and scheduling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085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95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36705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482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e66d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340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37647" y="2028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196453" y="17859"/>
                </a:lnTo>
                <a:cubicBezTo>
                  <a:pt x="216154" y="17859"/>
                  <a:pt x="232172" y="33877"/>
                  <a:pt x="232172" y="53578"/>
                </a:cubicBezTo>
                <a:lnTo>
                  <a:pt x="232172" y="71438"/>
                </a:lnTo>
                <a:lnTo>
                  <a:pt x="260468" y="71438"/>
                </a:lnTo>
                <a:cubicBezTo>
                  <a:pt x="269956" y="71438"/>
                  <a:pt x="279053" y="75177"/>
                  <a:pt x="285750" y="81874"/>
                </a:cubicBezTo>
                <a:lnTo>
                  <a:pt x="311032" y="107156"/>
                </a:lnTo>
                <a:cubicBezTo>
                  <a:pt x="317729" y="113854"/>
                  <a:pt x="321469" y="122951"/>
                  <a:pt x="321469" y="132438"/>
                </a:cubicBezTo>
                <a:lnTo>
                  <a:pt x="321469" y="214313"/>
                </a:lnTo>
                <a:cubicBezTo>
                  <a:pt x="321469" y="234014"/>
                  <a:pt x="305451" y="250031"/>
                  <a:pt x="285750" y="250031"/>
                </a:cubicBezTo>
                <a:lnTo>
                  <a:pt x="283908" y="250031"/>
                </a:lnTo>
                <a:cubicBezTo>
                  <a:pt x="278104" y="270625"/>
                  <a:pt x="259128" y="285750"/>
                  <a:pt x="236637" y="285750"/>
                </a:cubicBezTo>
                <a:cubicBezTo>
                  <a:pt x="214145" y="285750"/>
                  <a:pt x="195225" y="270625"/>
                  <a:pt x="189365" y="250031"/>
                </a:cubicBezTo>
                <a:lnTo>
                  <a:pt x="132104" y="250031"/>
                </a:lnTo>
                <a:cubicBezTo>
                  <a:pt x="126299" y="270625"/>
                  <a:pt x="107324" y="285750"/>
                  <a:pt x="84832" y="285750"/>
                </a:cubicBezTo>
                <a:cubicBezTo>
                  <a:pt x="62340" y="285750"/>
                  <a:pt x="43421" y="270625"/>
                  <a:pt x="37560" y="250031"/>
                </a:cubicBezTo>
                <a:lnTo>
                  <a:pt x="35719" y="250031"/>
                </a:lnTo>
                <a:cubicBezTo>
                  <a:pt x="16018" y="250031"/>
                  <a:pt x="0" y="234014"/>
                  <a:pt x="0" y="214313"/>
                </a:cubicBezTo>
                <a:lnTo>
                  <a:pt x="0" y="53578"/>
                </a:lnTo>
                <a:close/>
                <a:moveTo>
                  <a:pt x="285750" y="160734"/>
                </a:moveTo>
                <a:lnTo>
                  <a:pt x="285750" y="132438"/>
                </a:lnTo>
                <a:lnTo>
                  <a:pt x="260468" y="107156"/>
                </a:lnTo>
                <a:lnTo>
                  <a:pt x="232172" y="107156"/>
                </a:lnTo>
                <a:lnTo>
                  <a:pt x="232172" y="160734"/>
                </a:lnTo>
                <a:lnTo>
                  <a:pt x="285750" y="160734"/>
                </a:lnTo>
                <a:close/>
                <a:moveTo>
                  <a:pt x="107156" y="236637"/>
                </a:moveTo>
                <a:cubicBezTo>
                  <a:pt x="107156" y="224316"/>
                  <a:pt x="97153" y="214313"/>
                  <a:pt x="84832" y="214313"/>
                </a:cubicBezTo>
                <a:cubicBezTo>
                  <a:pt x="72511" y="214313"/>
                  <a:pt x="62508" y="224316"/>
                  <a:pt x="62508" y="236637"/>
                </a:cubicBezTo>
                <a:cubicBezTo>
                  <a:pt x="62508" y="248958"/>
                  <a:pt x="72511" y="258961"/>
                  <a:pt x="84832" y="258961"/>
                </a:cubicBezTo>
                <a:cubicBezTo>
                  <a:pt x="97153" y="258961"/>
                  <a:pt x="107156" y="248958"/>
                  <a:pt x="107156" y="236637"/>
                </a:cubicBezTo>
                <a:close/>
                <a:moveTo>
                  <a:pt x="236637" y="258961"/>
                </a:moveTo>
                <a:cubicBezTo>
                  <a:pt x="248958" y="258961"/>
                  <a:pt x="258961" y="248958"/>
                  <a:pt x="258961" y="236637"/>
                </a:cubicBezTo>
                <a:cubicBezTo>
                  <a:pt x="258961" y="224316"/>
                  <a:pt x="248958" y="214313"/>
                  <a:pt x="236637" y="214313"/>
                </a:cubicBezTo>
                <a:cubicBezTo>
                  <a:pt x="224316" y="214313"/>
                  <a:pt x="214313" y="224316"/>
                  <a:pt x="214313" y="236637"/>
                </a:cubicBezTo>
                <a:cubicBezTo>
                  <a:pt x="214313" y="248958"/>
                  <a:pt x="224316" y="258961"/>
                  <a:pt x="236637" y="25896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205" y="26670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Manage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trucks and vehicles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maintenance tracking and capacity monitoring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326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36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1" name="Text 29"/>
          <p:cNvSpPr/>
          <p:nvPr/>
        </p:nvSpPr>
        <p:spPr>
          <a:xfrm>
            <a:off x="59946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23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1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43888" y="20288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576245" y="266700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Shipment Tracking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19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GPS tracking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interactive maps and location updates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567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77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83187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964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3822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567988" y="20288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862691" y="266700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Agent Management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060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Track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agents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assignment, performance metrics, and availability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2808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618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106428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5848350"/>
            <a:ext cx="11391900" cy="6096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753791" y="6048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0" name="Text 48"/>
          <p:cNvSpPr/>
          <p:nvPr/>
        </p:nvSpPr>
        <p:spPr>
          <a:xfrm>
            <a:off x="819150" y="6019800"/>
            <a:ext cx="1084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functionality provides complete logistics operations management from planning to execution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10788" y="-176212"/>
            <a:ext cx="828675" cy="828675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800001">
            <a:off x="329605" y="5615978"/>
            <a:ext cx="590550" cy="5905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1199999">
            <a:off x="11193413" y="1954164"/>
            <a:ext cx="400050" cy="4000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1933575" cy="4191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9716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ADVANCED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9525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Features — Advanced Capabilities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e66d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58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306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1" name="Text 9"/>
          <p:cNvSpPr/>
          <p:nvPr/>
        </p:nvSpPr>
        <p:spPr>
          <a:xfrm>
            <a:off x="5619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visualization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Chart.js for delivery metrics and KPIs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44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54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5" name="Text 13"/>
          <p:cNvSpPr/>
          <p:nvPr/>
        </p:nvSpPr>
        <p:spPr>
          <a:xfrm>
            <a:off x="13464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241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099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31406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905869" y="26670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Visualization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337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Cytoscape.js integration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interactive network graphs showing routes and nodes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085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95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36705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482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340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73366" y="20288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02746" y="26670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3086100"/>
            <a:ext cx="17526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Full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Create, Read, Update, Delete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functionality for all data entities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326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36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59946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23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e66d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1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79606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480" y="0"/>
                </a:moveTo>
                <a:cubicBezTo>
                  <a:pt x="215764" y="0"/>
                  <a:pt x="285750" y="69986"/>
                  <a:pt x="285750" y="156270"/>
                </a:cubicBezTo>
                <a:cubicBezTo>
                  <a:pt x="285750" y="163692"/>
                  <a:pt x="279778" y="169664"/>
                  <a:pt x="272355" y="169664"/>
                </a:cubicBezTo>
                <a:cubicBezTo>
                  <a:pt x="264933" y="169664"/>
                  <a:pt x="258961" y="163692"/>
                  <a:pt x="258961" y="156270"/>
                </a:cubicBezTo>
                <a:cubicBezTo>
                  <a:pt x="258961" y="84776"/>
                  <a:pt x="200974" y="26789"/>
                  <a:pt x="129480" y="26789"/>
                </a:cubicBezTo>
                <a:cubicBezTo>
                  <a:pt x="122058" y="26789"/>
                  <a:pt x="116086" y="20817"/>
                  <a:pt x="116086" y="13395"/>
                </a:cubicBezTo>
                <a:cubicBezTo>
                  <a:pt x="116086" y="5972"/>
                  <a:pt x="122058" y="0"/>
                  <a:pt x="129480" y="0"/>
                </a:cubicBezTo>
                <a:close/>
                <a:moveTo>
                  <a:pt x="116086" y="66973"/>
                </a:moveTo>
                <a:cubicBezTo>
                  <a:pt x="116086" y="59550"/>
                  <a:pt x="122058" y="53578"/>
                  <a:pt x="129480" y="53578"/>
                </a:cubicBezTo>
                <a:cubicBezTo>
                  <a:pt x="186184" y="53578"/>
                  <a:pt x="232172" y="99566"/>
                  <a:pt x="232172" y="156270"/>
                </a:cubicBezTo>
                <a:cubicBezTo>
                  <a:pt x="232172" y="163692"/>
                  <a:pt x="226200" y="169664"/>
                  <a:pt x="218777" y="169664"/>
                </a:cubicBezTo>
                <a:cubicBezTo>
                  <a:pt x="211355" y="169664"/>
                  <a:pt x="205383" y="163692"/>
                  <a:pt x="205383" y="156270"/>
                </a:cubicBezTo>
                <a:cubicBezTo>
                  <a:pt x="205383" y="114356"/>
                  <a:pt x="171394" y="80367"/>
                  <a:pt x="129480" y="80367"/>
                </a:cubicBezTo>
                <a:cubicBezTo>
                  <a:pt x="122058" y="80367"/>
                  <a:pt x="116086" y="74395"/>
                  <a:pt x="116086" y="66973"/>
                </a:cubicBezTo>
                <a:close/>
                <a:moveTo>
                  <a:pt x="14734" y="79642"/>
                </a:moveTo>
                <a:cubicBezTo>
                  <a:pt x="19645" y="69652"/>
                  <a:pt x="32817" y="68535"/>
                  <a:pt x="40686" y="76405"/>
                </a:cubicBezTo>
                <a:lnTo>
                  <a:pt x="112402" y="148121"/>
                </a:lnTo>
                <a:lnTo>
                  <a:pt x="130262" y="130262"/>
                </a:lnTo>
                <a:cubicBezTo>
                  <a:pt x="137238" y="123285"/>
                  <a:pt x="148568" y="123285"/>
                  <a:pt x="155544" y="130262"/>
                </a:cubicBezTo>
                <a:cubicBezTo>
                  <a:pt x="162520" y="137238"/>
                  <a:pt x="162520" y="148568"/>
                  <a:pt x="155544" y="155544"/>
                </a:cubicBezTo>
                <a:lnTo>
                  <a:pt x="137685" y="173403"/>
                </a:lnTo>
                <a:lnTo>
                  <a:pt x="209401" y="245120"/>
                </a:lnTo>
                <a:cubicBezTo>
                  <a:pt x="217270" y="252989"/>
                  <a:pt x="216098" y="266105"/>
                  <a:pt x="206164" y="271072"/>
                </a:cubicBezTo>
                <a:cubicBezTo>
                  <a:pt x="187077" y="280504"/>
                  <a:pt x="165646" y="285806"/>
                  <a:pt x="142931" y="285806"/>
                </a:cubicBezTo>
                <a:cubicBezTo>
                  <a:pt x="64015" y="285806"/>
                  <a:pt x="56" y="221847"/>
                  <a:pt x="56" y="142931"/>
                </a:cubicBezTo>
                <a:cubicBezTo>
                  <a:pt x="56" y="120216"/>
                  <a:pt x="5358" y="98729"/>
                  <a:pt x="14790" y="79697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5" name="Text 33"/>
          <p:cNvSpPr/>
          <p:nvPr/>
        </p:nvSpPr>
        <p:spPr>
          <a:xfrm>
            <a:off x="75342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19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shipment tracking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automated alerts and status notifications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567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77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9" name="Text 37"/>
          <p:cNvSpPr/>
          <p:nvPr/>
        </p:nvSpPr>
        <p:spPr>
          <a:xfrm>
            <a:off x="83187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96450" y="1581150"/>
            <a:ext cx="20955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382250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603706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143377"/>
                  <a:pt x="285750" y="143880"/>
                  <a:pt x="285750" y="144382"/>
                </a:cubicBezTo>
                <a:cubicBezTo>
                  <a:pt x="285527" y="164753"/>
                  <a:pt x="266998" y="178594"/>
                  <a:pt x="246627" y="178594"/>
                </a:cubicBezTo>
                <a:lnTo>
                  <a:pt x="191988" y="178594"/>
                </a:lnTo>
                <a:cubicBezTo>
                  <a:pt x="177198" y="178594"/>
                  <a:pt x="165199" y="190593"/>
                  <a:pt x="165199" y="205383"/>
                </a:cubicBezTo>
                <a:cubicBezTo>
                  <a:pt x="165199" y="207280"/>
                  <a:pt x="165422" y="209122"/>
                  <a:pt x="165757" y="210908"/>
                </a:cubicBezTo>
                <a:cubicBezTo>
                  <a:pt x="166929" y="216601"/>
                  <a:pt x="169385" y="222070"/>
                  <a:pt x="171785" y="227595"/>
                </a:cubicBezTo>
                <a:cubicBezTo>
                  <a:pt x="175189" y="235297"/>
                  <a:pt x="178538" y="242943"/>
                  <a:pt x="178538" y="251036"/>
                </a:cubicBezTo>
                <a:cubicBezTo>
                  <a:pt x="178538" y="268784"/>
                  <a:pt x="166483" y="284913"/>
                  <a:pt x="148735" y="285638"/>
                </a:cubicBezTo>
                <a:cubicBezTo>
                  <a:pt x="146782" y="285694"/>
                  <a:pt x="144828" y="285750"/>
                  <a:pt x="142819" y="285750"/>
                </a:cubicBezTo>
                <a:cubicBezTo>
                  <a:pt x="63903" y="285750"/>
                  <a:pt x="-56" y="221791"/>
                  <a:pt x="-56" y="142875"/>
                </a:cubicBezTo>
                <a:cubicBezTo>
                  <a:pt x="-56" y="63959"/>
                  <a:pt x="63959" y="0"/>
                  <a:pt x="142875" y="0"/>
                </a:cubicBezTo>
                <a:cubicBezTo>
                  <a:pt x="221791" y="0"/>
                  <a:pt x="285750" y="63959"/>
                  <a:pt x="285750" y="142875"/>
                </a:cubicBezTo>
                <a:close/>
                <a:moveTo>
                  <a:pt x="71438" y="160734"/>
                </a:moveTo>
                <a:cubicBezTo>
                  <a:pt x="71438" y="150878"/>
                  <a:pt x="63435" y="142875"/>
                  <a:pt x="53578" y="142875"/>
                </a:cubicBezTo>
                <a:cubicBezTo>
                  <a:pt x="43721" y="142875"/>
                  <a:pt x="35719" y="150878"/>
                  <a:pt x="35719" y="160734"/>
                </a:cubicBezTo>
                <a:cubicBezTo>
                  <a:pt x="35719" y="170591"/>
                  <a:pt x="43721" y="178594"/>
                  <a:pt x="53578" y="178594"/>
                </a:cubicBezTo>
                <a:cubicBezTo>
                  <a:pt x="63435" y="178594"/>
                  <a:pt x="71438" y="170591"/>
                  <a:pt x="71438" y="160734"/>
                </a:cubicBezTo>
                <a:close/>
                <a:moveTo>
                  <a:pt x="71438" y="107156"/>
                </a:moveTo>
                <a:cubicBezTo>
                  <a:pt x="81294" y="107156"/>
                  <a:pt x="89297" y="99154"/>
                  <a:pt x="89297" y="89297"/>
                </a:cubicBezTo>
                <a:cubicBezTo>
                  <a:pt x="89297" y="79440"/>
                  <a:pt x="81294" y="71438"/>
                  <a:pt x="71438" y="71438"/>
                </a:cubicBezTo>
                <a:cubicBezTo>
                  <a:pt x="61581" y="71438"/>
                  <a:pt x="53578" y="79440"/>
                  <a:pt x="53578" y="89297"/>
                </a:cubicBezTo>
                <a:cubicBezTo>
                  <a:pt x="53578" y="99154"/>
                  <a:pt x="61581" y="107156"/>
                  <a:pt x="71438" y="107156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214313" y="107156"/>
                </a:moveTo>
                <a:cubicBezTo>
                  <a:pt x="224169" y="107156"/>
                  <a:pt x="232172" y="99154"/>
                  <a:pt x="232172" y="89297"/>
                </a:cubicBezTo>
                <a:cubicBezTo>
                  <a:pt x="232172" y="79440"/>
                  <a:pt x="224169" y="71438"/>
                  <a:pt x="214313" y="71438"/>
                </a:cubicBezTo>
                <a:cubicBezTo>
                  <a:pt x="204456" y="71438"/>
                  <a:pt x="196453" y="79440"/>
                  <a:pt x="196453" y="89297"/>
                </a:cubicBezTo>
                <a:cubicBezTo>
                  <a:pt x="196453" y="99154"/>
                  <a:pt x="204456" y="107156"/>
                  <a:pt x="214313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858375" y="2667000"/>
            <a:ext cx="177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Professional Dark UI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06000" y="3352800"/>
            <a:ext cx="1752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Modern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dark-themed interface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responsive design and intuitive navigation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280898" y="5076825"/>
            <a:ext cx="92392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61873" y="5200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10642848" y="5162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5848350"/>
            <a:ext cx="11391900" cy="60960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4ecdc4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55440" y="6048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0" name="Text 48"/>
          <p:cNvSpPr/>
          <p:nvPr/>
        </p:nvSpPr>
        <p:spPr>
          <a:xfrm>
            <a:off x="819150" y="6019800"/>
            <a:ext cx="1084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Advanced capabilities transform raw data into actionable insights with professional presentation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1">
            <a:off x="10789319" y="105443"/>
            <a:ext cx="571500" cy="5715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48469" y="5679281"/>
            <a:ext cx="650875" cy="65087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1080000">
            <a:off x="555610" y="1468422"/>
            <a:ext cx="373063" cy="373063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333375"/>
            <a:ext cx="1524000" cy="3492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7500" y="317500"/>
            <a:ext cx="1555750" cy="317500"/>
          </a:xfrm>
          <a:prstGeom prst="rect">
            <a:avLst/>
          </a:prstGeom>
          <a:noFill/>
          <a:ln/>
        </p:spPr>
        <p:txBody>
          <a:bodyPr wrap="square" lIns="158750" tIns="63500" rIns="15875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71688" y="333375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Methodology — Technology 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7915" y="829469"/>
            <a:ext cx="5667375" cy="3683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3875" y="1508125"/>
            <a:ext cx="412750" cy="4127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00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1571625"/>
            <a:ext cx="107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9906" y="2075656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000" y="2222500"/>
            <a:ext cx="301625" cy="301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281" y="22939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9922"/>
                </a:moveTo>
                <a:lnTo>
                  <a:pt x="10821" y="132643"/>
                </a:lnTo>
                <a:lnTo>
                  <a:pt x="59376" y="148828"/>
                </a:lnTo>
                <a:lnTo>
                  <a:pt x="108241" y="132643"/>
                </a:lnTo>
                <a:lnTo>
                  <a:pt x="119062" y="9922"/>
                </a:lnTo>
                <a:lnTo>
                  <a:pt x="0" y="9922"/>
                </a:lnTo>
                <a:close/>
                <a:moveTo>
                  <a:pt x="95560" y="49578"/>
                </a:moveTo>
                <a:lnTo>
                  <a:pt x="38571" y="49578"/>
                </a:lnTo>
                <a:lnTo>
                  <a:pt x="39843" y="64895"/>
                </a:lnTo>
                <a:lnTo>
                  <a:pt x="94289" y="64895"/>
                </a:lnTo>
                <a:lnTo>
                  <a:pt x="90072" y="110908"/>
                </a:lnTo>
                <a:lnTo>
                  <a:pt x="59717" y="119280"/>
                </a:lnTo>
                <a:lnTo>
                  <a:pt x="59717" y="119373"/>
                </a:lnTo>
                <a:lnTo>
                  <a:pt x="59376" y="119373"/>
                </a:lnTo>
                <a:lnTo>
                  <a:pt x="28773" y="110908"/>
                </a:lnTo>
                <a:lnTo>
                  <a:pt x="26913" y="87406"/>
                </a:lnTo>
                <a:lnTo>
                  <a:pt x="41703" y="87406"/>
                </a:lnTo>
                <a:lnTo>
                  <a:pt x="42788" y="99219"/>
                </a:lnTo>
                <a:lnTo>
                  <a:pt x="59376" y="103715"/>
                </a:lnTo>
                <a:lnTo>
                  <a:pt x="76026" y="99219"/>
                </a:lnTo>
                <a:lnTo>
                  <a:pt x="77887" y="79933"/>
                </a:lnTo>
                <a:lnTo>
                  <a:pt x="26138" y="79933"/>
                </a:lnTo>
                <a:lnTo>
                  <a:pt x="22169" y="34789"/>
                </a:lnTo>
                <a:lnTo>
                  <a:pt x="96924" y="34789"/>
                </a:lnTo>
                <a:lnTo>
                  <a:pt x="95560" y="495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9812" y="2182813"/>
            <a:ext cx="164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HTML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9812" y="2405063"/>
            <a:ext cx="162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Semantic structure and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9906" y="2790031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000" y="2936875"/>
            <a:ext cx="301625" cy="3016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281" y="3008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9922"/>
                </a:moveTo>
                <a:lnTo>
                  <a:pt x="10821" y="132643"/>
                </a:lnTo>
                <a:lnTo>
                  <a:pt x="59531" y="148828"/>
                </a:lnTo>
                <a:lnTo>
                  <a:pt x="108241" y="132643"/>
                </a:lnTo>
                <a:lnTo>
                  <a:pt x="119062" y="9922"/>
                </a:lnTo>
                <a:lnTo>
                  <a:pt x="0" y="9922"/>
                </a:lnTo>
                <a:close/>
                <a:moveTo>
                  <a:pt x="97079" y="34727"/>
                </a:moveTo>
                <a:lnTo>
                  <a:pt x="95591" y="49392"/>
                </a:lnTo>
                <a:lnTo>
                  <a:pt x="59841" y="64678"/>
                </a:lnTo>
                <a:lnTo>
                  <a:pt x="59748" y="64709"/>
                </a:lnTo>
                <a:lnTo>
                  <a:pt x="94320" y="64709"/>
                </a:lnTo>
                <a:lnTo>
                  <a:pt x="90351" y="110164"/>
                </a:lnTo>
                <a:lnTo>
                  <a:pt x="59903" y="119062"/>
                </a:lnTo>
                <a:lnTo>
                  <a:pt x="29270" y="110009"/>
                </a:lnTo>
                <a:lnTo>
                  <a:pt x="27285" y="87095"/>
                </a:lnTo>
                <a:lnTo>
                  <a:pt x="42447" y="87095"/>
                </a:lnTo>
                <a:lnTo>
                  <a:pt x="43439" y="98971"/>
                </a:lnTo>
                <a:lnTo>
                  <a:pt x="59748" y="103094"/>
                </a:lnTo>
                <a:lnTo>
                  <a:pt x="76708" y="98320"/>
                </a:lnTo>
                <a:lnTo>
                  <a:pt x="77856" y="79220"/>
                </a:lnTo>
                <a:lnTo>
                  <a:pt x="26293" y="79065"/>
                </a:lnTo>
                <a:lnTo>
                  <a:pt x="26293" y="79034"/>
                </a:lnTo>
                <a:lnTo>
                  <a:pt x="26231" y="79065"/>
                </a:lnTo>
                <a:lnTo>
                  <a:pt x="25115" y="64709"/>
                </a:lnTo>
                <a:lnTo>
                  <a:pt x="59872" y="50229"/>
                </a:lnTo>
                <a:lnTo>
                  <a:pt x="61888" y="49392"/>
                </a:lnTo>
                <a:lnTo>
                  <a:pt x="23781" y="49392"/>
                </a:lnTo>
                <a:lnTo>
                  <a:pt x="21983" y="34727"/>
                </a:lnTo>
                <a:lnTo>
                  <a:pt x="97079" y="347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39812" y="2897188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9812" y="3119438"/>
            <a:ext cx="150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Styling and responsive layout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9906" y="3504406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000" y="3651250"/>
            <a:ext cx="301625" cy="3016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359" y="37226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9922"/>
                </a:moveTo>
                <a:lnTo>
                  <a:pt x="0" y="148828"/>
                </a:lnTo>
                <a:lnTo>
                  <a:pt x="138906" y="148828"/>
                </a:lnTo>
                <a:lnTo>
                  <a:pt x="138906" y="9922"/>
                </a:lnTo>
                <a:lnTo>
                  <a:pt x="0" y="9922"/>
                </a:lnTo>
                <a:close/>
                <a:moveTo>
                  <a:pt x="75592" y="118256"/>
                </a:moveTo>
                <a:cubicBezTo>
                  <a:pt x="75592" y="131775"/>
                  <a:pt x="67655" y="137945"/>
                  <a:pt x="56090" y="137945"/>
                </a:cubicBezTo>
                <a:cubicBezTo>
                  <a:pt x="45641" y="137945"/>
                  <a:pt x="39594" y="132550"/>
                  <a:pt x="36494" y="126008"/>
                </a:cubicBezTo>
                <a:lnTo>
                  <a:pt x="47129" y="119590"/>
                </a:lnTo>
                <a:cubicBezTo>
                  <a:pt x="49175" y="123217"/>
                  <a:pt x="51036" y="126287"/>
                  <a:pt x="55531" y="126287"/>
                </a:cubicBezTo>
                <a:cubicBezTo>
                  <a:pt x="59810" y="126287"/>
                  <a:pt x="62539" y="124613"/>
                  <a:pt x="62539" y="118070"/>
                </a:cubicBezTo>
                <a:lnTo>
                  <a:pt x="62539" y="73701"/>
                </a:lnTo>
                <a:lnTo>
                  <a:pt x="75592" y="73701"/>
                </a:lnTo>
                <a:lnTo>
                  <a:pt x="75592" y="118256"/>
                </a:lnTo>
                <a:close/>
                <a:moveTo>
                  <a:pt x="106474" y="137945"/>
                </a:moveTo>
                <a:cubicBezTo>
                  <a:pt x="94351" y="137945"/>
                  <a:pt x="86506" y="132178"/>
                  <a:pt x="82693" y="124613"/>
                </a:cubicBezTo>
                <a:lnTo>
                  <a:pt x="93328" y="118473"/>
                </a:lnTo>
                <a:cubicBezTo>
                  <a:pt x="96118" y="123031"/>
                  <a:pt x="99777" y="126411"/>
                  <a:pt x="106195" y="126411"/>
                </a:cubicBezTo>
                <a:cubicBezTo>
                  <a:pt x="111590" y="126411"/>
                  <a:pt x="115063" y="123713"/>
                  <a:pt x="115063" y="119962"/>
                </a:cubicBezTo>
                <a:cubicBezTo>
                  <a:pt x="115063" y="115497"/>
                  <a:pt x="111528" y="113916"/>
                  <a:pt x="105544" y="111280"/>
                </a:cubicBezTo>
                <a:lnTo>
                  <a:pt x="102288" y="109885"/>
                </a:lnTo>
                <a:cubicBezTo>
                  <a:pt x="92863" y="105885"/>
                  <a:pt x="86630" y="100831"/>
                  <a:pt x="86630" y="90196"/>
                </a:cubicBezTo>
                <a:cubicBezTo>
                  <a:pt x="86630" y="80398"/>
                  <a:pt x="94103" y="72957"/>
                  <a:pt x="105730" y="72957"/>
                </a:cubicBezTo>
                <a:cubicBezTo>
                  <a:pt x="114040" y="72957"/>
                  <a:pt x="119993" y="75840"/>
                  <a:pt x="124271" y="83406"/>
                </a:cubicBezTo>
                <a:lnTo>
                  <a:pt x="114102" y="89917"/>
                </a:lnTo>
                <a:cubicBezTo>
                  <a:pt x="111869" y="85917"/>
                  <a:pt x="109451" y="84336"/>
                  <a:pt x="105699" y="84336"/>
                </a:cubicBezTo>
                <a:cubicBezTo>
                  <a:pt x="101885" y="84336"/>
                  <a:pt x="99467" y="86754"/>
                  <a:pt x="99467" y="89917"/>
                </a:cubicBezTo>
                <a:cubicBezTo>
                  <a:pt x="99467" y="93824"/>
                  <a:pt x="101885" y="95405"/>
                  <a:pt x="107497" y="97854"/>
                </a:cubicBezTo>
                <a:lnTo>
                  <a:pt x="110753" y="99250"/>
                </a:lnTo>
                <a:cubicBezTo>
                  <a:pt x="121853" y="103994"/>
                  <a:pt x="128085" y="108862"/>
                  <a:pt x="128085" y="119776"/>
                </a:cubicBezTo>
                <a:cubicBezTo>
                  <a:pt x="128085" y="131496"/>
                  <a:pt x="118845" y="137945"/>
                  <a:pt x="106474" y="13794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1039812" y="3611563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9812" y="3833812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functionality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9906" y="4218781"/>
            <a:ext cx="5294313" cy="660418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000" y="4365625"/>
            <a:ext cx="301625" cy="301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6516" y="44370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03405" y="62446"/>
                </a:moveTo>
                <a:cubicBezTo>
                  <a:pt x="103405" y="55594"/>
                  <a:pt x="98568" y="51811"/>
                  <a:pt x="90072" y="51811"/>
                </a:cubicBezTo>
                <a:lnTo>
                  <a:pt x="74445" y="51811"/>
                </a:lnTo>
                <a:lnTo>
                  <a:pt x="74445" y="73887"/>
                </a:lnTo>
                <a:lnTo>
                  <a:pt x="87623" y="73887"/>
                </a:lnTo>
                <a:cubicBezTo>
                  <a:pt x="97792" y="73856"/>
                  <a:pt x="103405" y="69763"/>
                  <a:pt x="103405" y="62446"/>
                </a:cubicBezTo>
                <a:close/>
                <a:moveTo>
                  <a:pt x="160300" y="58477"/>
                </a:moveTo>
                <a:cubicBezTo>
                  <a:pt x="157355" y="48896"/>
                  <a:pt x="156921" y="37145"/>
                  <a:pt x="157262" y="28060"/>
                </a:cubicBezTo>
                <a:cubicBezTo>
                  <a:pt x="157603" y="18604"/>
                  <a:pt x="150223" y="9922"/>
                  <a:pt x="140302" y="9922"/>
                </a:cubicBezTo>
                <a:lnTo>
                  <a:pt x="38354" y="9922"/>
                </a:lnTo>
                <a:cubicBezTo>
                  <a:pt x="28401" y="9922"/>
                  <a:pt x="21053" y="18635"/>
                  <a:pt x="21394" y="28060"/>
                </a:cubicBezTo>
                <a:cubicBezTo>
                  <a:pt x="21704" y="37145"/>
                  <a:pt x="21301" y="48896"/>
                  <a:pt x="18355" y="58477"/>
                </a:cubicBezTo>
                <a:cubicBezTo>
                  <a:pt x="15379" y="68089"/>
                  <a:pt x="10387" y="74166"/>
                  <a:pt x="2170" y="74941"/>
                </a:cubicBezTo>
                <a:lnTo>
                  <a:pt x="2170" y="83778"/>
                </a:lnTo>
                <a:cubicBezTo>
                  <a:pt x="10356" y="84553"/>
                  <a:pt x="15379" y="90630"/>
                  <a:pt x="18355" y="100242"/>
                </a:cubicBezTo>
                <a:cubicBezTo>
                  <a:pt x="21301" y="109823"/>
                  <a:pt x="21735" y="121574"/>
                  <a:pt x="21394" y="130659"/>
                </a:cubicBezTo>
                <a:cubicBezTo>
                  <a:pt x="21053" y="140115"/>
                  <a:pt x="28432" y="148797"/>
                  <a:pt x="38354" y="148797"/>
                </a:cubicBezTo>
                <a:lnTo>
                  <a:pt x="140271" y="148797"/>
                </a:lnTo>
                <a:cubicBezTo>
                  <a:pt x="150223" y="148797"/>
                  <a:pt x="157572" y="140084"/>
                  <a:pt x="157231" y="130659"/>
                </a:cubicBezTo>
                <a:cubicBezTo>
                  <a:pt x="156921" y="121574"/>
                  <a:pt x="157324" y="109823"/>
                  <a:pt x="160269" y="100242"/>
                </a:cubicBezTo>
                <a:cubicBezTo>
                  <a:pt x="163246" y="90630"/>
                  <a:pt x="168238" y="84553"/>
                  <a:pt x="176423" y="83778"/>
                </a:cubicBezTo>
                <a:lnTo>
                  <a:pt x="176423" y="74941"/>
                </a:lnTo>
                <a:cubicBezTo>
                  <a:pt x="168269" y="74166"/>
                  <a:pt x="163246" y="68089"/>
                  <a:pt x="160300" y="58477"/>
                </a:cubicBezTo>
                <a:close/>
                <a:moveTo>
                  <a:pt x="93080" y="116303"/>
                </a:moveTo>
                <a:lnTo>
                  <a:pt x="62725" y="116303"/>
                </a:lnTo>
                <a:lnTo>
                  <a:pt x="62725" y="42416"/>
                </a:lnTo>
                <a:lnTo>
                  <a:pt x="92925" y="42416"/>
                </a:lnTo>
                <a:cubicBezTo>
                  <a:pt x="106350" y="42416"/>
                  <a:pt x="115156" y="49671"/>
                  <a:pt x="115156" y="60833"/>
                </a:cubicBezTo>
                <a:cubicBezTo>
                  <a:pt x="115156" y="68678"/>
                  <a:pt x="109234" y="75685"/>
                  <a:pt x="101668" y="76895"/>
                </a:cubicBezTo>
                <a:lnTo>
                  <a:pt x="101668" y="77298"/>
                </a:lnTo>
                <a:cubicBezTo>
                  <a:pt x="111962" y="78414"/>
                  <a:pt x="118876" y="85545"/>
                  <a:pt x="118876" y="95374"/>
                </a:cubicBezTo>
                <a:cubicBezTo>
                  <a:pt x="118876" y="108427"/>
                  <a:pt x="109172" y="116303"/>
                  <a:pt x="93080" y="116303"/>
                </a:cubicBezTo>
                <a:close/>
                <a:moveTo>
                  <a:pt x="89979" y="82600"/>
                </a:moveTo>
                <a:lnTo>
                  <a:pt x="74445" y="82600"/>
                </a:lnTo>
                <a:lnTo>
                  <a:pt x="74445" y="106908"/>
                </a:lnTo>
                <a:lnTo>
                  <a:pt x="90661" y="106908"/>
                </a:lnTo>
                <a:cubicBezTo>
                  <a:pt x="101265" y="106908"/>
                  <a:pt x="106877" y="102660"/>
                  <a:pt x="106877" y="94661"/>
                </a:cubicBezTo>
                <a:cubicBezTo>
                  <a:pt x="106877" y="86692"/>
                  <a:pt x="101110" y="82600"/>
                  <a:pt x="89979" y="82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812" y="4325938"/>
            <a:ext cx="159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9812" y="4548188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UI framework and components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1317625"/>
            <a:ext cx="5667375" cy="3683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4ecdc4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81750" y="1508125"/>
            <a:ext cx="412750" cy="4127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04781" y="1619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05625" y="1571625"/>
            <a:ext cx="1055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Backend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7781" y="2432844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875" y="2579688"/>
            <a:ext cx="301625" cy="3016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4234" y="26511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6364" y="62167"/>
                </a:moveTo>
                <a:cubicBezTo>
                  <a:pt x="133976" y="52586"/>
                  <a:pt x="129449" y="45362"/>
                  <a:pt x="119807" y="45362"/>
                </a:cubicBezTo>
                <a:lnTo>
                  <a:pt x="107373" y="45362"/>
                </a:lnTo>
                <a:lnTo>
                  <a:pt x="107373" y="60058"/>
                </a:lnTo>
                <a:cubicBezTo>
                  <a:pt x="107373" y="71469"/>
                  <a:pt x="97699" y="81080"/>
                  <a:pt x="86661" y="81080"/>
                </a:cubicBezTo>
                <a:lnTo>
                  <a:pt x="53547" y="81080"/>
                </a:lnTo>
                <a:cubicBezTo>
                  <a:pt x="44493" y="81080"/>
                  <a:pt x="36990" y="88832"/>
                  <a:pt x="36990" y="97917"/>
                </a:cubicBezTo>
                <a:lnTo>
                  <a:pt x="36990" y="129480"/>
                </a:lnTo>
                <a:cubicBezTo>
                  <a:pt x="36990" y="138472"/>
                  <a:pt x="44803" y="143743"/>
                  <a:pt x="53547" y="146317"/>
                </a:cubicBezTo>
                <a:cubicBezTo>
                  <a:pt x="64027" y="149386"/>
                  <a:pt x="74104" y="149944"/>
                  <a:pt x="86661" y="146317"/>
                </a:cubicBezTo>
                <a:cubicBezTo>
                  <a:pt x="95002" y="143898"/>
                  <a:pt x="103219" y="139030"/>
                  <a:pt x="103219" y="129480"/>
                </a:cubicBezTo>
                <a:lnTo>
                  <a:pt x="103219" y="116861"/>
                </a:lnTo>
                <a:lnTo>
                  <a:pt x="70135" y="116861"/>
                </a:lnTo>
                <a:lnTo>
                  <a:pt x="70135" y="112644"/>
                </a:lnTo>
                <a:lnTo>
                  <a:pt x="119807" y="112644"/>
                </a:lnTo>
                <a:cubicBezTo>
                  <a:pt x="129449" y="112644"/>
                  <a:pt x="133015" y="105916"/>
                  <a:pt x="136364" y="95839"/>
                </a:cubicBezTo>
                <a:cubicBezTo>
                  <a:pt x="139836" y="85452"/>
                  <a:pt x="139681" y="75468"/>
                  <a:pt x="136364" y="62167"/>
                </a:cubicBezTo>
                <a:close/>
                <a:moveTo>
                  <a:pt x="88739" y="137883"/>
                </a:moveTo>
                <a:cubicBezTo>
                  <a:pt x="86379" y="138049"/>
                  <a:pt x="84124" y="136883"/>
                  <a:pt x="82894" y="134863"/>
                </a:cubicBezTo>
                <a:cubicBezTo>
                  <a:pt x="81663" y="132842"/>
                  <a:pt x="81663" y="130304"/>
                  <a:pt x="82894" y="128284"/>
                </a:cubicBezTo>
                <a:cubicBezTo>
                  <a:pt x="84124" y="126263"/>
                  <a:pt x="86379" y="125098"/>
                  <a:pt x="88739" y="125264"/>
                </a:cubicBezTo>
                <a:cubicBezTo>
                  <a:pt x="91099" y="125098"/>
                  <a:pt x="93354" y="126263"/>
                  <a:pt x="94584" y="128284"/>
                </a:cubicBezTo>
                <a:cubicBezTo>
                  <a:pt x="95814" y="130304"/>
                  <a:pt x="95814" y="132842"/>
                  <a:pt x="94584" y="134863"/>
                </a:cubicBezTo>
                <a:cubicBezTo>
                  <a:pt x="93354" y="136883"/>
                  <a:pt x="91099" y="138049"/>
                  <a:pt x="88739" y="137883"/>
                </a:cubicBezTo>
                <a:close/>
                <a:moveTo>
                  <a:pt x="52028" y="76926"/>
                </a:moveTo>
                <a:lnTo>
                  <a:pt x="85142" y="76926"/>
                </a:lnTo>
                <a:cubicBezTo>
                  <a:pt x="94351" y="76926"/>
                  <a:pt x="101699" y="69329"/>
                  <a:pt x="101699" y="60089"/>
                </a:cubicBezTo>
                <a:lnTo>
                  <a:pt x="101699" y="28494"/>
                </a:lnTo>
                <a:cubicBezTo>
                  <a:pt x="101699" y="19503"/>
                  <a:pt x="94134" y="12774"/>
                  <a:pt x="85142" y="11255"/>
                </a:cubicBezTo>
                <a:cubicBezTo>
                  <a:pt x="74042" y="9426"/>
                  <a:pt x="61981" y="9519"/>
                  <a:pt x="52028" y="11286"/>
                </a:cubicBezTo>
                <a:cubicBezTo>
                  <a:pt x="38013" y="13767"/>
                  <a:pt x="35471" y="18945"/>
                  <a:pt x="35471" y="28525"/>
                </a:cubicBezTo>
                <a:lnTo>
                  <a:pt x="35471" y="41145"/>
                </a:lnTo>
                <a:lnTo>
                  <a:pt x="68616" y="41145"/>
                </a:lnTo>
                <a:lnTo>
                  <a:pt x="68616" y="45362"/>
                </a:lnTo>
                <a:lnTo>
                  <a:pt x="23037" y="45362"/>
                </a:lnTo>
                <a:cubicBezTo>
                  <a:pt x="13395" y="45362"/>
                  <a:pt x="4961" y="51160"/>
                  <a:pt x="2325" y="62167"/>
                </a:cubicBezTo>
                <a:cubicBezTo>
                  <a:pt x="-713" y="74786"/>
                  <a:pt x="-837" y="82662"/>
                  <a:pt x="2325" y="95839"/>
                </a:cubicBezTo>
                <a:cubicBezTo>
                  <a:pt x="4682" y="105637"/>
                  <a:pt x="10294" y="112644"/>
                  <a:pt x="19937" y="112644"/>
                </a:cubicBezTo>
                <a:lnTo>
                  <a:pt x="31316" y="112644"/>
                </a:lnTo>
                <a:lnTo>
                  <a:pt x="31316" y="97513"/>
                </a:lnTo>
                <a:cubicBezTo>
                  <a:pt x="31316" y="86568"/>
                  <a:pt x="40773" y="76926"/>
                  <a:pt x="52028" y="76926"/>
                </a:cubicBezTo>
                <a:close/>
                <a:moveTo>
                  <a:pt x="49981" y="20061"/>
                </a:moveTo>
                <a:cubicBezTo>
                  <a:pt x="53472" y="20061"/>
                  <a:pt x="56307" y="22895"/>
                  <a:pt x="56307" y="26386"/>
                </a:cubicBezTo>
                <a:cubicBezTo>
                  <a:pt x="56307" y="29877"/>
                  <a:pt x="53472" y="32711"/>
                  <a:pt x="49981" y="32711"/>
                </a:cubicBezTo>
                <a:cubicBezTo>
                  <a:pt x="46490" y="32711"/>
                  <a:pt x="43656" y="29877"/>
                  <a:pt x="43656" y="26386"/>
                </a:cubicBezTo>
                <a:cubicBezTo>
                  <a:pt x="43656" y="22895"/>
                  <a:pt x="46490" y="20061"/>
                  <a:pt x="49981" y="2006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97688" y="2540000"/>
            <a:ext cx="149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Python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97688" y="2762250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programming language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7781" y="3861594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875" y="4008438"/>
            <a:ext cx="301625" cy="301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74234" y="40798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89297" y="0"/>
                </a:moveTo>
                <a:lnTo>
                  <a:pt x="39688" y="0"/>
                </a:lnTo>
                <a:cubicBezTo>
                  <a:pt x="34199" y="0"/>
                  <a:pt x="29766" y="4434"/>
                  <a:pt x="29766" y="9922"/>
                </a:cubicBezTo>
                <a:cubicBezTo>
                  <a:pt x="29766" y="15410"/>
                  <a:pt x="34199" y="19844"/>
                  <a:pt x="39688" y="19844"/>
                </a:cubicBezTo>
                <a:lnTo>
                  <a:pt x="39688" y="66818"/>
                </a:lnTo>
                <a:lnTo>
                  <a:pt x="2325" y="132178"/>
                </a:lnTo>
                <a:cubicBezTo>
                  <a:pt x="806" y="134875"/>
                  <a:pt x="0" y="137883"/>
                  <a:pt x="0" y="140984"/>
                </a:cubicBezTo>
                <a:cubicBezTo>
                  <a:pt x="0" y="150813"/>
                  <a:pt x="7938" y="158750"/>
                  <a:pt x="17766" y="158750"/>
                </a:cubicBezTo>
                <a:lnTo>
                  <a:pt x="121140" y="158750"/>
                </a:lnTo>
                <a:cubicBezTo>
                  <a:pt x="130938" y="158750"/>
                  <a:pt x="138906" y="150813"/>
                  <a:pt x="138906" y="140984"/>
                </a:cubicBezTo>
                <a:cubicBezTo>
                  <a:pt x="138906" y="137883"/>
                  <a:pt x="138100" y="134844"/>
                  <a:pt x="136581" y="132178"/>
                </a:cubicBezTo>
                <a:lnTo>
                  <a:pt x="99219" y="66818"/>
                </a:lnTo>
                <a:lnTo>
                  <a:pt x="99219" y="19844"/>
                </a:lnTo>
                <a:cubicBezTo>
                  <a:pt x="104707" y="19844"/>
                  <a:pt x="109141" y="15410"/>
                  <a:pt x="109141" y="9922"/>
                </a:cubicBezTo>
                <a:cubicBezTo>
                  <a:pt x="109141" y="4434"/>
                  <a:pt x="104707" y="0"/>
                  <a:pt x="99219" y="0"/>
                </a:cubicBezTo>
                <a:lnTo>
                  <a:pt x="89297" y="0"/>
                </a:lnTo>
                <a:close/>
                <a:moveTo>
                  <a:pt x="59531" y="66818"/>
                </a:moveTo>
                <a:lnTo>
                  <a:pt x="59531" y="19844"/>
                </a:lnTo>
                <a:lnTo>
                  <a:pt x="79375" y="19844"/>
                </a:lnTo>
                <a:lnTo>
                  <a:pt x="79375" y="66818"/>
                </a:lnTo>
                <a:cubicBezTo>
                  <a:pt x="79375" y="70259"/>
                  <a:pt x="80274" y="73670"/>
                  <a:pt x="81979" y="76677"/>
                </a:cubicBezTo>
                <a:lnTo>
                  <a:pt x="94878" y="99219"/>
                </a:lnTo>
                <a:lnTo>
                  <a:pt x="44028" y="99219"/>
                </a:lnTo>
                <a:lnTo>
                  <a:pt x="56927" y="76677"/>
                </a:lnTo>
                <a:cubicBezTo>
                  <a:pt x="58632" y="73670"/>
                  <a:pt x="59531" y="70290"/>
                  <a:pt x="59531" y="668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97688" y="3968750"/>
            <a:ext cx="124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Flask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97688" y="4191000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Web framework and API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375" y="5191125"/>
            <a:ext cx="5946787" cy="309563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e66d">
                <a:alpha val="10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23875" y="5381625"/>
            <a:ext cx="412750" cy="4127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6906" y="5492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5445125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9906" y="6127750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000" y="6274594"/>
            <a:ext cx="301625" cy="3016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6359" y="6346031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3" name="Text 51"/>
          <p:cNvSpPr/>
          <p:nvPr/>
        </p:nvSpPr>
        <p:spPr>
          <a:xfrm>
            <a:off x="1039812" y="6234906"/>
            <a:ext cx="163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39812" y="6457156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Lightweight relational database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19906" y="7199313"/>
            <a:ext cx="5294313" cy="59531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5000" y="7346156"/>
            <a:ext cx="301625" cy="3016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6438" y="74175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1039812" y="7306469"/>
            <a:ext cx="151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SQLAlchemy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39812" y="7528719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ORM for database operations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1250" y="5191125"/>
            <a:ext cx="5667375" cy="2968625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6b6b">
                <a:alpha val="10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381750" y="5381625"/>
            <a:ext cx="412750" cy="4127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1750" dir="2700000">
              <a:srgbClr val="ffffff">
                <a:alpha val="3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92875" y="549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6905625" y="5445125"/>
            <a:ext cx="1039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77781" y="5949156"/>
            <a:ext cx="5294313" cy="59531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1750" dir="2700000">
              <a:srgbClr val="ffffff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08750" y="6151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66" name="Text 64"/>
          <p:cNvSpPr/>
          <p:nvPr/>
        </p:nvSpPr>
        <p:spPr>
          <a:xfrm>
            <a:off x="6818313" y="6056313"/>
            <a:ext cx="149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Chart.js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18313" y="6278563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visualization and charts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77781" y="6663531"/>
            <a:ext cx="5294313" cy="59531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1750" dir="2700000">
              <a:srgbClr val="ffffff">
                <a:alpha val="2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508750" y="68659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70" name="Text 68"/>
          <p:cNvSpPr/>
          <p:nvPr/>
        </p:nvSpPr>
        <p:spPr>
          <a:xfrm>
            <a:off x="6818313" y="6770688"/>
            <a:ext cx="101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Cytoscape.js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18313" y="6992938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visualization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77781" y="7377906"/>
            <a:ext cx="5294313" cy="595313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1750" dir="2700000">
              <a:srgbClr val="ffffff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508750" y="7580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4" name="Text 72"/>
          <p:cNvSpPr/>
          <p:nvPr/>
        </p:nvSpPr>
        <p:spPr>
          <a:xfrm>
            <a:off x="6818313" y="7485063"/>
            <a:ext cx="106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Folium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818313" y="7707313"/>
            <a:ext cx="104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mapping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81045" y="-222620"/>
            <a:ext cx="871534" cy="871534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839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320001">
            <a:off x="387807" y="5588592"/>
            <a:ext cx="634704" cy="634704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839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279998">
            <a:off x="11154765" y="2087882"/>
            <a:ext cx="492606" cy="49260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839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7874" y="397874"/>
            <a:ext cx="1638862" cy="41682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8928" y="378928"/>
            <a:ext cx="1676755" cy="378928"/>
          </a:xfrm>
          <a:prstGeom prst="rect">
            <a:avLst/>
          </a:prstGeom>
          <a:noFill/>
          <a:ln/>
        </p:spPr>
        <p:txBody>
          <a:bodyPr wrap="square" lIns="189464" tIns="75786" rIns="189464" bIns="75786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8928" y="947319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Methodology — Dijkstra Algorithm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7874" y="1572550"/>
            <a:ext cx="5570238" cy="40924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5786" dir="2700000">
              <a:srgbClr val="4ecdc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231" y="1799907"/>
            <a:ext cx="492606" cy="49260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275" y="1932531"/>
            <a:ext cx="170517" cy="227357"/>
          </a:xfrm>
          <a:custGeom>
            <a:avLst/>
            <a:gdLst/>
            <a:ahLst/>
            <a:cxnLst/>
            <a:rect l="l" t="t" r="r" b="b"/>
            <a:pathLst>
              <a:path w="170517" h="227357">
                <a:moveTo>
                  <a:pt x="130064" y="170517"/>
                </a:moveTo>
                <a:cubicBezTo>
                  <a:pt x="133306" y="160615"/>
                  <a:pt x="139789" y="151645"/>
                  <a:pt x="147116" y="143919"/>
                </a:cubicBezTo>
                <a:cubicBezTo>
                  <a:pt x="161636" y="128643"/>
                  <a:pt x="170517" y="107994"/>
                  <a:pt x="170517" y="85259"/>
                </a:cubicBezTo>
                <a:cubicBezTo>
                  <a:pt x="170517" y="38189"/>
                  <a:pt x="132329" y="0"/>
                  <a:pt x="85259" y="0"/>
                </a:cubicBezTo>
                <a:cubicBezTo>
                  <a:pt x="38189" y="0"/>
                  <a:pt x="0" y="38189"/>
                  <a:pt x="0" y="85259"/>
                </a:cubicBezTo>
                <a:cubicBezTo>
                  <a:pt x="0" y="107994"/>
                  <a:pt x="8881" y="128643"/>
                  <a:pt x="23402" y="143919"/>
                </a:cubicBezTo>
                <a:cubicBezTo>
                  <a:pt x="30729" y="151645"/>
                  <a:pt x="37256" y="160615"/>
                  <a:pt x="40453" y="170517"/>
                </a:cubicBezTo>
                <a:lnTo>
                  <a:pt x="130020" y="170517"/>
                </a:lnTo>
                <a:close/>
                <a:moveTo>
                  <a:pt x="127888" y="191832"/>
                </a:moveTo>
                <a:lnTo>
                  <a:pt x="42629" y="191832"/>
                </a:lnTo>
                <a:lnTo>
                  <a:pt x="42629" y="198937"/>
                </a:lnTo>
                <a:cubicBezTo>
                  <a:pt x="42629" y="218564"/>
                  <a:pt x="58527" y="234462"/>
                  <a:pt x="78154" y="234462"/>
                </a:cubicBezTo>
                <a:lnTo>
                  <a:pt x="92364" y="234462"/>
                </a:lnTo>
                <a:cubicBezTo>
                  <a:pt x="111991" y="234462"/>
                  <a:pt x="127888" y="218564"/>
                  <a:pt x="127888" y="198937"/>
                </a:cubicBezTo>
                <a:lnTo>
                  <a:pt x="127888" y="191832"/>
                </a:lnTo>
                <a:close/>
                <a:moveTo>
                  <a:pt x="81706" y="49734"/>
                </a:moveTo>
                <a:cubicBezTo>
                  <a:pt x="64033" y="49734"/>
                  <a:pt x="49734" y="64033"/>
                  <a:pt x="49734" y="81706"/>
                </a:cubicBezTo>
                <a:cubicBezTo>
                  <a:pt x="49734" y="87612"/>
                  <a:pt x="44983" y="92364"/>
                  <a:pt x="39077" y="92364"/>
                </a:cubicBezTo>
                <a:cubicBezTo>
                  <a:pt x="33171" y="92364"/>
                  <a:pt x="28420" y="87612"/>
                  <a:pt x="28420" y="81706"/>
                </a:cubicBezTo>
                <a:cubicBezTo>
                  <a:pt x="28420" y="52265"/>
                  <a:pt x="52265" y="28420"/>
                  <a:pt x="81706" y="28420"/>
                </a:cubicBezTo>
                <a:cubicBezTo>
                  <a:pt x="87612" y="28420"/>
                  <a:pt x="92364" y="33171"/>
                  <a:pt x="92364" y="39077"/>
                </a:cubicBezTo>
                <a:cubicBezTo>
                  <a:pt x="92364" y="44983"/>
                  <a:pt x="87612" y="49734"/>
                  <a:pt x="81706" y="497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0462" y="1875692"/>
            <a:ext cx="1790434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5758" y="2472503"/>
            <a:ext cx="5134471" cy="701016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8382" y="2643021"/>
            <a:ext cx="284196" cy="28419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869" y="2671441"/>
            <a:ext cx="1231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730" y="2595655"/>
            <a:ext cx="4547133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Representation: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Delivery network modeled as weighted graph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5758" y="3306145"/>
            <a:ext cx="5134471" cy="701016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382" y="3476662"/>
            <a:ext cx="284196" cy="28419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923" y="3505082"/>
            <a:ext cx="16104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5730" y="3429296"/>
            <a:ext cx="4547133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Priority Queue: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Processes nodes by minimum distance from source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5758" y="4139786"/>
            <a:ext cx="5134471" cy="587338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8382" y="4310303"/>
            <a:ext cx="284196" cy="284196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887" y="4338723"/>
            <a:ext cx="16104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5730" y="4262937"/>
            <a:ext cx="411136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Relaxation: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Updates shortest path when shorter route found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758" y="4859748"/>
            <a:ext cx="5134471" cy="587338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382" y="5030266"/>
            <a:ext cx="284196" cy="28419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255" y="5058685"/>
            <a:ext cx="15157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5730" y="4982900"/>
            <a:ext cx="396926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Optimal Path: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Guarantees shortest path to all destinations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7874" y="5892326"/>
            <a:ext cx="5570238" cy="947319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839" dir="2700000">
              <a:srgbClr val="ff6b6b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8392" y="6062844"/>
            <a:ext cx="532393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8392" y="6403879"/>
            <a:ext cx="5314462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O((V + E) log V)</a:t>
            </a:r>
            <a:pPr>
              <a:lnSpc>
                <a:spcPct val="130000"/>
              </a:lnSpc>
            </a:pPr>
            <a:r>
              <a:rPr lang="en-US" sz="1343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using binary heap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069" y="1572550"/>
            <a:ext cx="5570238" cy="433872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5786" dir="2700000">
              <a:srgbClr val="2d3436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37479" y="1780960"/>
            <a:ext cx="530499" cy="530499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/>
          <a:effectLst>
            <a:outerShdw sx="100000" sy="100000" kx="0" ky="0" algn="bl" rotWithShape="0" blurRad="101600" dist="37893" dir="2700000">
              <a:srgbClr val="000000">
                <a:alpha val="3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17470" y="1932531"/>
            <a:ext cx="170517" cy="227357"/>
          </a:xfrm>
          <a:custGeom>
            <a:avLst/>
            <a:gdLst/>
            <a:ahLst/>
            <a:cxnLst/>
            <a:rect l="l" t="t" r="r" b="b"/>
            <a:pathLst>
              <a:path w="170517" h="227357">
                <a:moveTo>
                  <a:pt x="28420" y="0"/>
                </a:moveTo>
                <a:cubicBezTo>
                  <a:pt x="12744" y="0"/>
                  <a:pt x="0" y="12744"/>
                  <a:pt x="0" y="28420"/>
                </a:cubicBezTo>
                <a:lnTo>
                  <a:pt x="0" y="198937"/>
                </a:lnTo>
                <a:cubicBezTo>
                  <a:pt x="0" y="214612"/>
                  <a:pt x="12744" y="227357"/>
                  <a:pt x="28420" y="227357"/>
                </a:cubicBezTo>
                <a:lnTo>
                  <a:pt x="142098" y="227357"/>
                </a:lnTo>
                <a:cubicBezTo>
                  <a:pt x="157773" y="227357"/>
                  <a:pt x="170517" y="214612"/>
                  <a:pt x="170517" y="198937"/>
                </a:cubicBezTo>
                <a:lnTo>
                  <a:pt x="170517" y="28420"/>
                </a:lnTo>
                <a:cubicBezTo>
                  <a:pt x="170517" y="12744"/>
                  <a:pt x="157773" y="0"/>
                  <a:pt x="142098" y="0"/>
                </a:cubicBezTo>
                <a:lnTo>
                  <a:pt x="28420" y="0"/>
                </a:lnTo>
                <a:close/>
                <a:moveTo>
                  <a:pt x="42629" y="28420"/>
                </a:moveTo>
                <a:lnTo>
                  <a:pt x="127888" y="28420"/>
                </a:lnTo>
                <a:cubicBezTo>
                  <a:pt x="135748" y="28420"/>
                  <a:pt x="142098" y="34770"/>
                  <a:pt x="142098" y="42629"/>
                </a:cubicBezTo>
                <a:lnTo>
                  <a:pt x="142098" y="56839"/>
                </a:lnTo>
                <a:cubicBezTo>
                  <a:pt x="142098" y="64699"/>
                  <a:pt x="135748" y="71049"/>
                  <a:pt x="127888" y="71049"/>
                </a:cubicBezTo>
                <a:lnTo>
                  <a:pt x="42629" y="71049"/>
                </a:lnTo>
                <a:cubicBezTo>
                  <a:pt x="34770" y="71049"/>
                  <a:pt x="28420" y="64699"/>
                  <a:pt x="28420" y="56839"/>
                </a:cubicBezTo>
                <a:lnTo>
                  <a:pt x="28420" y="42629"/>
                </a:lnTo>
                <a:cubicBezTo>
                  <a:pt x="28420" y="34770"/>
                  <a:pt x="34770" y="28420"/>
                  <a:pt x="42629" y="28420"/>
                </a:cubicBezTo>
                <a:close/>
                <a:moveTo>
                  <a:pt x="49734" y="103021"/>
                </a:moveTo>
                <a:cubicBezTo>
                  <a:pt x="49734" y="108903"/>
                  <a:pt x="44959" y="113678"/>
                  <a:pt x="39077" y="113678"/>
                </a:cubicBezTo>
                <a:cubicBezTo>
                  <a:pt x="33195" y="113678"/>
                  <a:pt x="28420" y="108903"/>
                  <a:pt x="28420" y="103021"/>
                </a:cubicBezTo>
                <a:cubicBezTo>
                  <a:pt x="28420" y="97139"/>
                  <a:pt x="33195" y="92364"/>
                  <a:pt x="39077" y="92364"/>
                </a:cubicBezTo>
                <a:cubicBezTo>
                  <a:pt x="44959" y="92364"/>
                  <a:pt x="49734" y="97139"/>
                  <a:pt x="49734" y="103021"/>
                </a:cubicBezTo>
                <a:close/>
                <a:moveTo>
                  <a:pt x="85259" y="113678"/>
                </a:moveTo>
                <a:cubicBezTo>
                  <a:pt x="79377" y="113678"/>
                  <a:pt x="74601" y="108903"/>
                  <a:pt x="74601" y="103021"/>
                </a:cubicBezTo>
                <a:cubicBezTo>
                  <a:pt x="74601" y="97139"/>
                  <a:pt x="79377" y="92364"/>
                  <a:pt x="85259" y="92364"/>
                </a:cubicBezTo>
                <a:cubicBezTo>
                  <a:pt x="91141" y="92364"/>
                  <a:pt x="95916" y="97139"/>
                  <a:pt x="95916" y="103021"/>
                </a:cubicBezTo>
                <a:cubicBezTo>
                  <a:pt x="95916" y="108903"/>
                  <a:pt x="91141" y="113678"/>
                  <a:pt x="85259" y="113678"/>
                </a:cubicBezTo>
                <a:close/>
                <a:moveTo>
                  <a:pt x="142098" y="103021"/>
                </a:moveTo>
                <a:cubicBezTo>
                  <a:pt x="142098" y="108903"/>
                  <a:pt x="137323" y="113678"/>
                  <a:pt x="131441" y="113678"/>
                </a:cubicBezTo>
                <a:cubicBezTo>
                  <a:pt x="125559" y="113678"/>
                  <a:pt x="120783" y="108903"/>
                  <a:pt x="120783" y="103021"/>
                </a:cubicBezTo>
                <a:cubicBezTo>
                  <a:pt x="120783" y="97139"/>
                  <a:pt x="125559" y="92364"/>
                  <a:pt x="131441" y="92364"/>
                </a:cubicBezTo>
                <a:cubicBezTo>
                  <a:pt x="137323" y="92364"/>
                  <a:pt x="142098" y="97139"/>
                  <a:pt x="142098" y="103021"/>
                </a:cubicBezTo>
                <a:close/>
                <a:moveTo>
                  <a:pt x="39077" y="156308"/>
                </a:moveTo>
                <a:cubicBezTo>
                  <a:pt x="33195" y="156308"/>
                  <a:pt x="28420" y="151532"/>
                  <a:pt x="28420" y="145650"/>
                </a:cubicBezTo>
                <a:cubicBezTo>
                  <a:pt x="28420" y="139768"/>
                  <a:pt x="33195" y="134993"/>
                  <a:pt x="39077" y="134993"/>
                </a:cubicBezTo>
                <a:cubicBezTo>
                  <a:pt x="44959" y="134993"/>
                  <a:pt x="49734" y="139768"/>
                  <a:pt x="49734" y="145650"/>
                </a:cubicBezTo>
                <a:cubicBezTo>
                  <a:pt x="49734" y="151532"/>
                  <a:pt x="44959" y="156308"/>
                  <a:pt x="39077" y="156308"/>
                </a:cubicBezTo>
                <a:close/>
                <a:moveTo>
                  <a:pt x="95916" y="145650"/>
                </a:moveTo>
                <a:cubicBezTo>
                  <a:pt x="95916" y="151532"/>
                  <a:pt x="91141" y="156308"/>
                  <a:pt x="85259" y="156308"/>
                </a:cubicBezTo>
                <a:cubicBezTo>
                  <a:pt x="79377" y="156308"/>
                  <a:pt x="74601" y="151532"/>
                  <a:pt x="74601" y="145650"/>
                </a:cubicBezTo>
                <a:cubicBezTo>
                  <a:pt x="74601" y="139768"/>
                  <a:pt x="79377" y="134993"/>
                  <a:pt x="85259" y="134993"/>
                </a:cubicBezTo>
                <a:cubicBezTo>
                  <a:pt x="91141" y="134993"/>
                  <a:pt x="95916" y="139768"/>
                  <a:pt x="95916" y="145650"/>
                </a:cubicBezTo>
                <a:close/>
                <a:moveTo>
                  <a:pt x="131441" y="156308"/>
                </a:moveTo>
                <a:cubicBezTo>
                  <a:pt x="125559" y="156308"/>
                  <a:pt x="120783" y="151532"/>
                  <a:pt x="120783" y="145650"/>
                </a:cubicBezTo>
                <a:cubicBezTo>
                  <a:pt x="120783" y="139768"/>
                  <a:pt x="125559" y="134993"/>
                  <a:pt x="131441" y="134993"/>
                </a:cubicBezTo>
                <a:cubicBezTo>
                  <a:pt x="137323" y="134993"/>
                  <a:pt x="142098" y="139768"/>
                  <a:pt x="142098" y="145650"/>
                </a:cubicBezTo>
                <a:cubicBezTo>
                  <a:pt x="142098" y="151532"/>
                  <a:pt x="137323" y="156308"/>
                  <a:pt x="131441" y="156308"/>
                </a:cubicBezTo>
                <a:close/>
                <a:moveTo>
                  <a:pt x="28420" y="188280"/>
                </a:moveTo>
                <a:cubicBezTo>
                  <a:pt x="28420" y="182374"/>
                  <a:pt x="33171" y="177622"/>
                  <a:pt x="39077" y="177622"/>
                </a:cubicBezTo>
                <a:lnTo>
                  <a:pt x="88811" y="177622"/>
                </a:lnTo>
                <a:cubicBezTo>
                  <a:pt x="94717" y="177622"/>
                  <a:pt x="99469" y="182374"/>
                  <a:pt x="99469" y="188280"/>
                </a:cubicBezTo>
                <a:cubicBezTo>
                  <a:pt x="99469" y="194186"/>
                  <a:pt x="94717" y="198937"/>
                  <a:pt x="88811" y="198937"/>
                </a:cubicBezTo>
                <a:lnTo>
                  <a:pt x="39077" y="198937"/>
                </a:lnTo>
                <a:cubicBezTo>
                  <a:pt x="33171" y="198937"/>
                  <a:pt x="28420" y="194186"/>
                  <a:pt x="28420" y="188280"/>
                </a:cubicBezTo>
                <a:close/>
                <a:moveTo>
                  <a:pt x="131441" y="177622"/>
                </a:moveTo>
                <a:cubicBezTo>
                  <a:pt x="137347" y="177622"/>
                  <a:pt x="142098" y="182374"/>
                  <a:pt x="142098" y="188280"/>
                </a:cubicBezTo>
                <a:cubicBezTo>
                  <a:pt x="142098" y="194186"/>
                  <a:pt x="137347" y="198937"/>
                  <a:pt x="131441" y="198937"/>
                </a:cubicBezTo>
                <a:cubicBezTo>
                  <a:pt x="125535" y="198937"/>
                  <a:pt x="120783" y="194186"/>
                  <a:pt x="120783" y="188280"/>
                </a:cubicBezTo>
                <a:cubicBezTo>
                  <a:pt x="120783" y="182374"/>
                  <a:pt x="125535" y="177622"/>
                  <a:pt x="131441" y="177622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4" name="Text 32"/>
          <p:cNvSpPr/>
          <p:nvPr/>
        </p:nvSpPr>
        <p:spPr>
          <a:xfrm>
            <a:off x="7081656" y="1875692"/>
            <a:ext cx="2984056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8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Mathematical Formula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6425" y="2481977"/>
            <a:ext cx="5115524" cy="289879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6839" dir="27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07997" y="2690387"/>
            <a:ext cx="481238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Distance Update Equation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79045" y="3159310"/>
            <a:ext cx="4670284" cy="1013632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3777" y="3325091"/>
            <a:ext cx="4480821" cy="68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FF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dist(v) = min(dist(v),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FF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dist(u) + w(u,v))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74309" y="4348196"/>
            <a:ext cx="208410" cy="20841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978" y="4338723"/>
            <a:ext cx="249145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dist(v):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Shortest distance to vertex v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74309" y="4651338"/>
            <a:ext cx="208410" cy="20841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978" y="4641865"/>
            <a:ext cx="244408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dist(u):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Distance to current vertex u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74309" y="4954480"/>
            <a:ext cx="208410" cy="20841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978" y="4945007"/>
            <a:ext cx="25103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w(u,v):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Edge weight between u and v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24332" y="6133893"/>
            <a:ext cx="1762014" cy="71049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92549" y="626178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227357" y="42629"/>
                </a:moveTo>
                <a:cubicBezTo>
                  <a:pt x="227357" y="64921"/>
                  <a:pt x="201113" y="98181"/>
                  <a:pt x="189790" y="111458"/>
                </a:cubicBezTo>
                <a:cubicBezTo>
                  <a:pt x="188102" y="113412"/>
                  <a:pt x="185615" y="114167"/>
                  <a:pt x="183351" y="113678"/>
                </a:cubicBezTo>
                <a:lnTo>
                  <a:pt x="142098" y="113678"/>
                </a:lnTo>
                <a:cubicBezTo>
                  <a:pt x="134238" y="113678"/>
                  <a:pt x="127888" y="120028"/>
                  <a:pt x="127888" y="127888"/>
                </a:cubicBezTo>
                <a:cubicBezTo>
                  <a:pt x="127888" y="135748"/>
                  <a:pt x="134238" y="142098"/>
                  <a:pt x="142098" y="142098"/>
                </a:cubicBezTo>
                <a:lnTo>
                  <a:pt x="184727" y="142098"/>
                </a:lnTo>
                <a:cubicBezTo>
                  <a:pt x="208262" y="142098"/>
                  <a:pt x="227357" y="161192"/>
                  <a:pt x="227357" y="184727"/>
                </a:cubicBezTo>
                <a:cubicBezTo>
                  <a:pt x="227357" y="208262"/>
                  <a:pt x="208262" y="227357"/>
                  <a:pt x="184727" y="227357"/>
                </a:cubicBezTo>
                <a:lnTo>
                  <a:pt x="61990" y="227357"/>
                </a:lnTo>
                <a:cubicBezTo>
                  <a:pt x="65853" y="222960"/>
                  <a:pt x="70560" y="217321"/>
                  <a:pt x="75312" y="211015"/>
                </a:cubicBezTo>
                <a:cubicBezTo>
                  <a:pt x="78109" y="207285"/>
                  <a:pt x="80996" y="203200"/>
                  <a:pt x="83749" y="198937"/>
                </a:cubicBezTo>
                <a:lnTo>
                  <a:pt x="184727" y="198937"/>
                </a:lnTo>
                <a:cubicBezTo>
                  <a:pt x="192587" y="198937"/>
                  <a:pt x="198937" y="192587"/>
                  <a:pt x="198937" y="184727"/>
                </a:cubicBezTo>
                <a:cubicBezTo>
                  <a:pt x="198937" y="176867"/>
                  <a:pt x="192587" y="170517"/>
                  <a:pt x="184727" y="170517"/>
                </a:cubicBezTo>
                <a:lnTo>
                  <a:pt x="142098" y="170517"/>
                </a:lnTo>
                <a:cubicBezTo>
                  <a:pt x="118563" y="170517"/>
                  <a:pt x="99469" y="151423"/>
                  <a:pt x="99469" y="127888"/>
                </a:cubicBezTo>
                <a:cubicBezTo>
                  <a:pt x="99469" y="104353"/>
                  <a:pt x="118563" y="85259"/>
                  <a:pt x="142098" y="85259"/>
                </a:cubicBezTo>
                <a:lnTo>
                  <a:pt x="159771" y="85259"/>
                </a:lnTo>
                <a:cubicBezTo>
                  <a:pt x="150446" y="71271"/>
                  <a:pt x="142098" y="55196"/>
                  <a:pt x="142098" y="42629"/>
                </a:cubicBezTo>
                <a:cubicBezTo>
                  <a:pt x="142098" y="19094"/>
                  <a:pt x="161192" y="0"/>
                  <a:pt x="184727" y="0"/>
                </a:cubicBezTo>
                <a:cubicBezTo>
                  <a:pt x="208262" y="0"/>
                  <a:pt x="227357" y="19094"/>
                  <a:pt x="227357" y="42629"/>
                </a:cubicBezTo>
                <a:close/>
                <a:moveTo>
                  <a:pt x="51999" y="217188"/>
                </a:moveTo>
                <a:cubicBezTo>
                  <a:pt x="50312" y="219097"/>
                  <a:pt x="48802" y="220785"/>
                  <a:pt x="47514" y="222206"/>
                </a:cubicBezTo>
                <a:lnTo>
                  <a:pt x="46715" y="223094"/>
                </a:lnTo>
                <a:lnTo>
                  <a:pt x="46626" y="223005"/>
                </a:lnTo>
                <a:cubicBezTo>
                  <a:pt x="43962" y="225048"/>
                  <a:pt x="40143" y="224781"/>
                  <a:pt x="37745" y="222206"/>
                </a:cubicBezTo>
                <a:cubicBezTo>
                  <a:pt x="26555" y="210038"/>
                  <a:pt x="0" y="178733"/>
                  <a:pt x="0" y="156308"/>
                </a:cubicBezTo>
                <a:cubicBezTo>
                  <a:pt x="0" y="132773"/>
                  <a:pt x="19094" y="113678"/>
                  <a:pt x="42629" y="113678"/>
                </a:cubicBezTo>
                <a:cubicBezTo>
                  <a:pt x="66164" y="113678"/>
                  <a:pt x="85259" y="132773"/>
                  <a:pt x="85259" y="156308"/>
                </a:cubicBezTo>
                <a:cubicBezTo>
                  <a:pt x="85259" y="169629"/>
                  <a:pt x="75889" y="186059"/>
                  <a:pt x="65942" y="199781"/>
                </a:cubicBezTo>
                <a:cubicBezTo>
                  <a:pt x="61191" y="206308"/>
                  <a:pt x="56306" y="212214"/>
                  <a:pt x="52265" y="216877"/>
                </a:cubicBezTo>
                <a:lnTo>
                  <a:pt x="51999" y="217188"/>
                </a:lnTo>
                <a:close/>
                <a:moveTo>
                  <a:pt x="56839" y="156308"/>
                </a:moveTo>
                <a:cubicBezTo>
                  <a:pt x="56839" y="148465"/>
                  <a:pt x="50472" y="142098"/>
                  <a:pt x="42629" y="142098"/>
                </a:cubicBezTo>
                <a:cubicBezTo>
                  <a:pt x="34787" y="142098"/>
                  <a:pt x="28420" y="148465"/>
                  <a:pt x="28420" y="156308"/>
                </a:cubicBezTo>
                <a:cubicBezTo>
                  <a:pt x="28420" y="164150"/>
                  <a:pt x="34787" y="170517"/>
                  <a:pt x="42629" y="170517"/>
                </a:cubicBezTo>
                <a:cubicBezTo>
                  <a:pt x="50472" y="170517"/>
                  <a:pt x="56839" y="164150"/>
                  <a:pt x="56839" y="156308"/>
                </a:cubicBezTo>
                <a:close/>
                <a:moveTo>
                  <a:pt x="184727" y="56839"/>
                </a:moveTo>
                <a:cubicBezTo>
                  <a:pt x="192570" y="56839"/>
                  <a:pt x="198937" y="50472"/>
                  <a:pt x="198937" y="42629"/>
                </a:cubicBezTo>
                <a:cubicBezTo>
                  <a:pt x="198937" y="34787"/>
                  <a:pt x="192570" y="28420"/>
                  <a:pt x="184727" y="28420"/>
                </a:cubicBezTo>
                <a:cubicBezTo>
                  <a:pt x="176885" y="28420"/>
                  <a:pt x="170517" y="34787"/>
                  <a:pt x="170517" y="42629"/>
                </a:cubicBezTo>
                <a:cubicBezTo>
                  <a:pt x="170517" y="50472"/>
                  <a:pt x="176885" y="56839"/>
                  <a:pt x="184727" y="568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319064" y="6527030"/>
            <a:ext cx="1572550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Finds Shortest Path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30220" y="6133893"/>
            <a:ext cx="1762014" cy="71049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898437" y="626178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28420" y="28420"/>
                </a:moveTo>
                <a:cubicBezTo>
                  <a:pt x="28420" y="20560"/>
                  <a:pt x="22070" y="14210"/>
                  <a:pt x="14210" y="14210"/>
                </a:cubicBezTo>
                <a:cubicBezTo>
                  <a:pt x="6350" y="14210"/>
                  <a:pt x="0" y="20560"/>
                  <a:pt x="0" y="28420"/>
                </a:cubicBezTo>
                <a:lnTo>
                  <a:pt x="0" y="177622"/>
                </a:lnTo>
                <a:cubicBezTo>
                  <a:pt x="0" y="197250"/>
                  <a:pt x="15897" y="213147"/>
                  <a:pt x="35524" y="213147"/>
                </a:cubicBezTo>
                <a:lnTo>
                  <a:pt x="213147" y="213147"/>
                </a:lnTo>
                <a:cubicBezTo>
                  <a:pt x="221007" y="213147"/>
                  <a:pt x="227357" y="206797"/>
                  <a:pt x="227357" y="198937"/>
                </a:cubicBezTo>
                <a:cubicBezTo>
                  <a:pt x="227357" y="191077"/>
                  <a:pt x="221007" y="184727"/>
                  <a:pt x="213147" y="184727"/>
                </a:cubicBezTo>
                <a:lnTo>
                  <a:pt x="35524" y="184727"/>
                </a:lnTo>
                <a:cubicBezTo>
                  <a:pt x="31617" y="184727"/>
                  <a:pt x="28420" y="181530"/>
                  <a:pt x="28420" y="177622"/>
                </a:cubicBezTo>
                <a:lnTo>
                  <a:pt x="28420" y="28420"/>
                </a:lnTo>
                <a:close/>
                <a:moveTo>
                  <a:pt x="208973" y="66875"/>
                </a:moveTo>
                <a:cubicBezTo>
                  <a:pt x="214523" y="61324"/>
                  <a:pt x="214523" y="52310"/>
                  <a:pt x="208973" y="46759"/>
                </a:cubicBezTo>
                <a:cubicBezTo>
                  <a:pt x="203422" y="41208"/>
                  <a:pt x="194408" y="41208"/>
                  <a:pt x="188857" y="46759"/>
                </a:cubicBezTo>
                <a:lnTo>
                  <a:pt x="142098" y="93563"/>
                </a:lnTo>
                <a:lnTo>
                  <a:pt x="116609" y="68118"/>
                </a:lnTo>
                <a:cubicBezTo>
                  <a:pt x="111058" y="62567"/>
                  <a:pt x="102044" y="62567"/>
                  <a:pt x="96493" y="68118"/>
                </a:cubicBezTo>
                <a:lnTo>
                  <a:pt x="53864" y="110748"/>
                </a:lnTo>
                <a:cubicBezTo>
                  <a:pt x="48313" y="116298"/>
                  <a:pt x="48313" y="125313"/>
                  <a:pt x="53864" y="130863"/>
                </a:cubicBezTo>
                <a:cubicBezTo>
                  <a:pt x="59415" y="136414"/>
                  <a:pt x="68429" y="136414"/>
                  <a:pt x="73980" y="130863"/>
                </a:cubicBezTo>
                <a:lnTo>
                  <a:pt x="106573" y="98270"/>
                </a:lnTo>
                <a:lnTo>
                  <a:pt x="132062" y="123758"/>
                </a:lnTo>
                <a:cubicBezTo>
                  <a:pt x="137613" y="129309"/>
                  <a:pt x="146627" y="129309"/>
                  <a:pt x="152178" y="123758"/>
                </a:cubicBezTo>
                <a:lnTo>
                  <a:pt x="209017" y="66919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0" name="Text 48"/>
          <p:cNvSpPr/>
          <p:nvPr/>
        </p:nvSpPr>
        <p:spPr>
          <a:xfrm>
            <a:off x="8224952" y="6527030"/>
            <a:ext cx="1572550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Optimizes Routes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036108" y="6133893"/>
            <a:ext cx="1762014" cy="71049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804325" y="626178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4210" y="28420"/>
                </a:moveTo>
                <a:cubicBezTo>
                  <a:pt x="14210" y="12744"/>
                  <a:pt x="26954" y="0"/>
                  <a:pt x="42629" y="0"/>
                </a:cubicBezTo>
                <a:lnTo>
                  <a:pt x="113678" y="0"/>
                </a:lnTo>
                <a:cubicBezTo>
                  <a:pt x="129353" y="0"/>
                  <a:pt x="142098" y="12744"/>
                  <a:pt x="142098" y="28420"/>
                </a:cubicBezTo>
                <a:lnTo>
                  <a:pt x="142098" y="113678"/>
                </a:lnTo>
                <a:lnTo>
                  <a:pt x="145650" y="113678"/>
                </a:lnTo>
                <a:cubicBezTo>
                  <a:pt x="167231" y="113678"/>
                  <a:pt x="184727" y="131174"/>
                  <a:pt x="184727" y="152755"/>
                </a:cubicBezTo>
                <a:lnTo>
                  <a:pt x="184727" y="166965"/>
                </a:lnTo>
                <a:cubicBezTo>
                  <a:pt x="184727" y="172871"/>
                  <a:pt x="189479" y="177622"/>
                  <a:pt x="195385" y="177622"/>
                </a:cubicBezTo>
                <a:cubicBezTo>
                  <a:pt x="201291" y="177622"/>
                  <a:pt x="206042" y="172871"/>
                  <a:pt x="206042" y="166965"/>
                </a:cubicBezTo>
                <a:lnTo>
                  <a:pt x="206042" y="98580"/>
                </a:lnTo>
                <a:cubicBezTo>
                  <a:pt x="193786" y="95428"/>
                  <a:pt x="184727" y="84282"/>
                  <a:pt x="184727" y="71049"/>
                </a:cubicBezTo>
                <a:lnTo>
                  <a:pt x="184727" y="44628"/>
                </a:lnTo>
                <a:lnTo>
                  <a:pt x="173271" y="32061"/>
                </a:lnTo>
                <a:cubicBezTo>
                  <a:pt x="169319" y="27709"/>
                  <a:pt x="169629" y="20959"/>
                  <a:pt x="173981" y="17007"/>
                </a:cubicBezTo>
                <a:cubicBezTo>
                  <a:pt x="178333" y="13055"/>
                  <a:pt x="185083" y="13366"/>
                  <a:pt x="189035" y="17718"/>
                </a:cubicBezTo>
                <a:lnTo>
                  <a:pt x="220873" y="52709"/>
                </a:lnTo>
                <a:cubicBezTo>
                  <a:pt x="225048" y="57283"/>
                  <a:pt x="227357" y="63234"/>
                  <a:pt x="227357" y="69450"/>
                </a:cubicBezTo>
                <a:lnTo>
                  <a:pt x="227357" y="166965"/>
                </a:lnTo>
                <a:cubicBezTo>
                  <a:pt x="227357" y="184638"/>
                  <a:pt x="213058" y="198937"/>
                  <a:pt x="195385" y="198937"/>
                </a:cubicBezTo>
                <a:cubicBezTo>
                  <a:pt x="177711" y="198937"/>
                  <a:pt x="163413" y="184638"/>
                  <a:pt x="163413" y="166965"/>
                </a:cubicBezTo>
                <a:lnTo>
                  <a:pt x="163413" y="152755"/>
                </a:lnTo>
                <a:cubicBezTo>
                  <a:pt x="163413" y="142942"/>
                  <a:pt x="155464" y="134993"/>
                  <a:pt x="145650" y="134993"/>
                </a:cubicBezTo>
                <a:lnTo>
                  <a:pt x="142098" y="134993"/>
                </a:lnTo>
                <a:lnTo>
                  <a:pt x="142098" y="206664"/>
                </a:lnTo>
                <a:cubicBezTo>
                  <a:pt x="146228" y="208129"/>
                  <a:pt x="149203" y="212081"/>
                  <a:pt x="149203" y="216699"/>
                </a:cubicBezTo>
                <a:cubicBezTo>
                  <a:pt x="149203" y="222605"/>
                  <a:pt x="144451" y="227357"/>
                  <a:pt x="138545" y="227357"/>
                </a:cubicBezTo>
                <a:lnTo>
                  <a:pt x="17762" y="227357"/>
                </a:lnTo>
                <a:cubicBezTo>
                  <a:pt x="11856" y="227357"/>
                  <a:pt x="7105" y="222605"/>
                  <a:pt x="7105" y="216699"/>
                </a:cubicBezTo>
                <a:cubicBezTo>
                  <a:pt x="7105" y="212037"/>
                  <a:pt x="10080" y="208129"/>
                  <a:pt x="14210" y="206664"/>
                </a:cubicBezTo>
                <a:lnTo>
                  <a:pt x="14210" y="28420"/>
                </a:lnTo>
                <a:close/>
                <a:moveTo>
                  <a:pt x="42629" y="35524"/>
                </a:moveTo>
                <a:lnTo>
                  <a:pt x="42629" y="78154"/>
                </a:lnTo>
                <a:cubicBezTo>
                  <a:pt x="42629" y="82062"/>
                  <a:pt x="45827" y="85259"/>
                  <a:pt x="49734" y="85259"/>
                </a:cubicBezTo>
                <a:lnTo>
                  <a:pt x="106573" y="85259"/>
                </a:lnTo>
                <a:cubicBezTo>
                  <a:pt x="110481" y="85259"/>
                  <a:pt x="113678" y="82062"/>
                  <a:pt x="113678" y="78154"/>
                </a:cubicBezTo>
                <a:lnTo>
                  <a:pt x="113678" y="35524"/>
                </a:lnTo>
                <a:cubicBezTo>
                  <a:pt x="113678" y="31617"/>
                  <a:pt x="110481" y="28420"/>
                  <a:pt x="106573" y="28420"/>
                </a:cubicBezTo>
                <a:lnTo>
                  <a:pt x="49734" y="28420"/>
                </a:lnTo>
                <a:cubicBezTo>
                  <a:pt x="45827" y="28420"/>
                  <a:pt x="42629" y="31617"/>
                  <a:pt x="42629" y="355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10130840" y="6527030"/>
            <a:ext cx="1572550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Reduces Cost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919999">
            <a:off x="10528589" y="-234660"/>
            <a:ext cx="650875" cy="6508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69094" y="5838031"/>
            <a:ext cx="531813" cy="531813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1499999">
            <a:off x="621322" y="1573826"/>
            <a:ext cx="373063" cy="3730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333375"/>
            <a:ext cx="1508125" cy="3492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7500" y="317500"/>
            <a:ext cx="1539875" cy="317500"/>
          </a:xfrm>
          <a:prstGeom prst="rect">
            <a:avLst/>
          </a:prstGeom>
          <a:noFill/>
          <a:ln/>
        </p:spPr>
        <p:txBody>
          <a:bodyPr wrap="square" lIns="158750" tIns="63500" rIns="15875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375" y="793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Flowchart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78359" y="793750"/>
            <a:ext cx="2508250" cy="4445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7688" y="145256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19000"/>
                  <a:pt x="109203" y="94258"/>
                  <a:pt x="78662" y="94258"/>
                </a:cubicBezTo>
                <a:lnTo>
                  <a:pt x="60244" y="94258"/>
                </a:ln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116906" y="508000"/>
            <a:ext cx="1809750" cy="118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32484" y="131762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5672" y="1666875"/>
            <a:ext cx="2508250" cy="4445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43547" y="1801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233984" y="1778000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Store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32484" y="222250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5672" y="2571750"/>
            <a:ext cx="2508250" cy="4445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5340" y="2706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5233984" y="2682875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Create Graph Network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32484" y="312737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65672" y="3476625"/>
            <a:ext cx="2508250" cy="4445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55390" y="3611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233984" y="3587750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Apply Dijkstra Algorithm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32484" y="403225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4" name="Shape 22"/>
          <p:cNvSpPr/>
          <p:nvPr/>
        </p:nvSpPr>
        <p:spPr>
          <a:xfrm>
            <a:off x="4765672" y="4381500"/>
            <a:ext cx="2508250" cy="4445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08063" y="4516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29766"/>
                </a:moveTo>
                <a:cubicBezTo>
                  <a:pt x="158750" y="45331"/>
                  <a:pt x="140426" y="68554"/>
                  <a:pt x="132519" y="77825"/>
                </a:cubicBezTo>
                <a:cubicBezTo>
                  <a:pt x="131341" y="79189"/>
                  <a:pt x="129604" y="79716"/>
                  <a:pt x="128023" y="79375"/>
                </a:cubicBezTo>
                <a:lnTo>
                  <a:pt x="99219" y="79375"/>
                </a:lnTo>
                <a:cubicBezTo>
                  <a:pt x="93731" y="79375"/>
                  <a:pt x="89297" y="83809"/>
                  <a:pt x="89297" y="89297"/>
                </a:cubicBezTo>
                <a:cubicBezTo>
                  <a:pt x="89297" y="94785"/>
                  <a:pt x="93731" y="99219"/>
                  <a:pt x="99219" y="99219"/>
                </a:cubicBezTo>
                <a:lnTo>
                  <a:pt x="128984" y="99219"/>
                </a:lnTo>
                <a:cubicBezTo>
                  <a:pt x="145417" y="99219"/>
                  <a:pt x="158750" y="112551"/>
                  <a:pt x="158750" y="128984"/>
                </a:cubicBezTo>
                <a:cubicBezTo>
                  <a:pt x="158750" y="145417"/>
                  <a:pt x="145417" y="158750"/>
                  <a:pt x="128984" y="158750"/>
                </a:cubicBezTo>
                <a:lnTo>
                  <a:pt x="43284" y="158750"/>
                </a:lnTo>
                <a:cubicBezTo>
                  <a:pt x="45982" y="155680"/>
                  <a:pt x="49268" y="151743"/>
                  <a:pt x="52586" y="147340"/>
                </a:cubicBezTo>
                <a:cubicBezTo>
                  <a:pt x="54539" y="144735"/>
                  <a:pt x="56555" y="141883"/>
                  <a:pt x="58477" y="138906"/>
                </a:cubicBezTo>
                <a:lnTo>
                  <a:pt x="128984" y="138906"/>
                </a:lnTo>
                <a:cubicBezTo>
                  <a:pt x="134472" y="138906"/>
                  <a:pt x="138906" y="134472"/>
                  <a:pt x="138906" y="128984"/>
                </a:cubicBezTo>
                <a:cubicBezTo>
                  <a:pt x="138906" y="123496"/>
                  <a:pt x="134472" y="119062"/>
                  <a:pt x="128984" y="119062"/>
                </a:cubicBezTo>
                <a:lnTo>
                  <a:pt x="99219" y="119062"/>
                </a:lnTo>
                <a:cubicBezTo>
                  <a:pt x="82786" y="119062"/>
                  <a:pt x="69453" y="105730"/>
                  <a:pt x="69453" y="89297"/>
                </a:cubicBezTo>
                <a:cubicBezTo>
                  <a:pt x="69453" y="72864"/>
                  <a:pt x="82786" y="59531"/>
                  <a:pt x="99219" y="59531"/>
                </a:cubicBezTo>
                <a:lnTo>
                  <a:pt x="111559" y="59531"/>
                </a:lnTo>
                <a:cubicBezTo>
                  <a:pt x="105048" y="49764"/>
                  <a:pt x="99219" y="38540"/>
                  <a:pt x="99219" y="29766"/>
                </a:cubicBezTo>
                <a:cubicBezTo>
                  <a:pt x="99219" y="13333"/>
                  <a:pt x="112551" y="0"/>
                  <a:pt x="128984" y="0"/>
                </a:cubicBezTo>
                <a:cubicBezTo>
                  <a:pt x="145417" y="0"/>
                  <a:pt x="158750" y="13333"/>
                  <a:pt x="158750" y="29766"/>
                </a:cubicBezTo>
                <a:close/>
                <a:moveTo>
                  <a:pt x="36308" y="151650"/>
                </a:moveTo>
                <a:cubicBezTo>
                  <a:pt x="35130" y="152983"/>
                  <a:pt x="34075" y="154161"/>
                  <a:pt x="33176" y="155153"/>
                </a:cubicBezTo>
                <a:lnTo>
                  <a:pt x="32618" y="155773"/>
                </a:lnTo>
                <a:lnTo>
                  <a:pt x="32556" y="155711"/>
                </a:lnTo>
                <a:cubicBezTo>
                  <a:pt x="30696" y="157138"/>
                  <a:pt x="28029" y="156952"/>
                  <a:pt x="26355" y="155153"/>
                </a:cubicBezTo>
                <a:cubicBezTo>
                  <a:pt x="18542" y="146658"/>
                  <a:pt x="0" y="124799"/>
                  <a:pt x="0" y="109141"/>
                </a:cubicBezTo>
                <a:cubicBezTo>
                  <a:pt x="0" y="92708"/>
                  <a:pt x="13333" y="79375"/>
                  <a:pt x="29766" y="79375"/>
                </a:cubicBezTo>
                <a:cubicBezTo>
                  <a:pt x="46199" y="79375"/>
                  <a:pt x="59531" y="92708"/>
                  <a:pt x="59531" y="109141"/>
                </a:cubicBezTo>
                <a:cubicBezTo>
                  <a:pt x="59531" y="118442"/>
                  <a:pt x="52989" y="129915"/>
                  <a:pt x="46044" y="139495"/>
                </a:cubicBezTo>
                <a:cubicBezTo>
                  <a:pt x="42726" y="144053"/>
                  <a:pt x="39315" y="148177"/>
                  <a:pt x="36494" y="151433"/>
                </a:cubicBezTo>
                <a:lnTo>
                  <a:pt x="36308" y="151650"/>
                </a:lnTo>
                <a:close/>
                <a:moveTo>
                  <a:pt x="39688" y="109141"/>
                </a:moveTo>
                <a:cubicBezTo>
                  <a:pt x="39688" y="103665"/>
                  <a:pt x="35242" y="99219"/>
                  <a:pt x="29766" y="99219"/>
                </a:cubicBezTo>
                <a:cubicBezTo>
                  <a:pt x="24290" y="99219"/>
                  <a:pt x="19844" y="103665"/>
                  <a:pt x="19844" y="109141"/>
                </a:cubicBezTo>
                <a:cubicBezTo>
                  <a:pt x="19844" y="114617"/>
                  <a:pt x="24290" y="119062"/>
                  <a:pt x="29766" y="119062"/>
                </a:cubicBezTo>
                <a:cubicBezTo>
                  <a:pt x="35242" y="119062"/>
                  <a:pt x="39688" y="114617"/>
                  <a:pt x="39688" y="109141"/>
                </a:cubicBezTo>
                <a:close/>
                <a:moveTo>
                  <a:pt x="128984" y="39688"/>
                </a:moveTo>
                <a:cubicBezTo>
                  <a:pt x="134460" y="39688"/>
                  <a:pt x="138906" y="35242"/>
                  <a:pt x="138906" y="29766"/>
                </a:cubicBezTo>
                <a:cubicBezTo>
                  <a:pt x="138906" y="24290"/>
                  <a:pt x="134460" y="19844"/>
                  <a:pt x="128984" y="19844"/>
                </a:cubicBezTo>
                <a:cubicBezTo>
                  <a:pt x="123508" y="19844"/>
                  <a:pt x="119062" y="24290"/>
                  <a:pt x="119062" y="29766"/>
                </a:cubicBezTo>
                <a:cubicBezTo>
                  <a:pt x="119062" y="35242"/>
                  <a:pt x="123508" y="39688"/>
                  <a:pt x="128984" y="39688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5233984" y="4492625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 Shortest Route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32484" y="493712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8" name="Shape 26"/>
          <p:cNvSpPr/>
          <p:nvPr/>
        </p:nvSpPr>
        <p:spPr>
          <a:xfrm>
            <a:off x="4765672" y="5286375"/>
            <a:ext cx="2508250" cy="4445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1122" y="5421313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78594" y="14883"/>
                </a:moveTo>
                <a:cubicBezTo>
                  <a:pt x="178594" y="11441"/>
                  <a:pt x="176826" y="8248"/>
                  <a:pt x="173881" y="6449"/>
                </a:cubicBezTo>
                <a:cubicBezTo>
                  <a:pt x="170935" y="4651"/>
                  <a:pt x="167308" y="4465"/>
                  <a:pt x="164238" y="6015"/>
                </a:cubicBezTo>
                <a:lnTo>
                  <a:pt x="128209" y="24030"/>
                </a:lnTo>
                <a:lnTo>
                  <a:pt x="72585" y="5457"/>
                </a:lnTo>
                <a:cubicBezTo>
                  <a:pt x="70073" y="4620"/>
                  <a:pt x="67376" y="4806"/>
                  <a:pt x="65019" y="5984"/>
                </a:cubicBezTo>
                <a:lnTo>
                  <a:pt x="25332" y="25828"/>
                </a:lnTo>
                <a:cubicBezTo>
                  <a:pt x="21952" y="27533"/>
                  <a:pt x="19844" y="30975"/>
                  <a:pt x="19844" y="34727"/>
                </a:cubicBezTo>
                <a:lnTo>
                  <a:pt x="19844" y="143867"/>
                </a:lnTo>
                <a:cubicBezTo>
                  <a:pt x="19844" y="147309"/>
                  <a:pt x="21611" y="150502"/>
                  <a:pt x="24557" y="152301"/>
                </a:cubicBezTo>
                <a:cubicBezTo>
                  <a:pt x="27502" y="154099"/>
                  <a:pt x="31130" y="154285"/>
                  <a:pt x="34199" y="152735"/>
                </a:cubicBezTo>
                <a:lnTo>
                  <a:pt x="70197" y="134720"/>
                </a:lnTo>
                <a:lnTo>
                  <a:pt x="123930" y="152642"/>
                </a:lnTo>
                <a:cubicBezTo>
                  <a:pt x="122597" y="150657"/>
                  <a:pt x="121295" y="148580"/>
                  <a:pt x="120024" y="146472"/>
                </a:cubicBezTo>
                <a:cubicBezTo>
                  <a:pt x="116613" y="140798"/>
                  <a:pt x="113233" y="134286"/>
                  <a:pt x="110722" y="127310"/>
                </a:cubicBezTo>
                <a:lnTo>
                  <a:pt x="79344" y="116861"/>
                </a:lnTo>
                <a:lnTo>
                  <a:pt x="79344" y="28649"/>
                </a:lnTo>
                <a:lnTo>
                  <a:pt x="119031" y="41889"/>
                </a:lnTo>
                <a:lnTo>
                  <a:pt x="119031" y="72678"/>
                </a:lnTo>
                <a:cubicBezTo>
                  <a:pt x="128643" y="61578"/>
                  <a:pt x="142906" y="54570"/>
                  <a:pt x="158719" y="54570"/>
                </a:cubicBezTo>
                <a:cubicBezTo>
                  <a:pt x="165726" y="54570"/>
                  <a:pt x="172424" y="55935"/>
                  <a:pt x="178563" y="58446"/>
                </a:cubicBezTo>
                <a:lnTo>
                  <a:pt x="178594" y="14883"/>
                </a:lnTo>
                <a:close/>
                <a:moveTo>
                  <a:pt x="158750" y="69453"/>
                </a:moveTo>
                <a:cubicBezTo>
                  <a:pt x="138193" y="69453"/>
                  <a:pt x="121543" y="85824"/>
                  <a:pt x="121543" y="106009"/>
                </a:cubicBezTo>
                <a:cubicBezTo>
                  <a:pt x="121543" y="127372"/>
                  <a:pt x="141418" y="152642"/>
                  <a:pt x="152115" y="164703"/>
                </a:cubicBezTo>
                <a:cubicBezTo>
                  <a:pt x="155711" y="168734"/>
                  <a:pt x="161820" y="168734"/>
                  <a:pt x="165416" y="164703"/>
                </a:cubicBezTo>
                <a:cubicBezTo>
                  <a:pt x="176113" y="152642"/>
                  <a:pt x="195988" y="127372"/>
                  <a:pt x="195988" y="106009"/>
                </a:cubicBezTo>
                <a:cubicBezTo>
                  <a:pt x="195988" y="85824"/>
                  <a:pt x="179338" y="69453"/>
                  <a:pt x="158781" y="69453"/>
                </a:cubicBezTo>
                <a:close/>
                <a:moveTo>
                  <a:pt x="146348" y="106660"/>
                </a:moveTo>
                <a:cubicBezTo>
                  <a:pt x="146348" y="99815"/>
                  <a:pt x="151905" y="94258"/>
                  <a:pt x="158750" y="94258"/>
                </a:cubicBezTo>
                <a:cubicBezTo>
                  <a:pt x="165595" y="94258"/>
                  <a:pt x="171152" y="99815"/>
                  <a:pt x="171152" y="106660"/>
                </a:cubicBezTo>
                <a:cubicBezTo>
                  <a:pt x="171152" y="113505"/>
                  <a:pt x="165595" y="119062"/>
                  <a:pt x="158750" y="119062"/>
                </a:cubicBezTo>
                <a:cubicBezTo>
                  <a:pt x="151905" y="119062"/>
                  <a:pt x="146348" y="113505"/>
                  <a:pt x="146348" y="10666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0" name="Text 28"/>
          <p:cNvSpPr/>
          <p:nvPr/>
        </p:nvSpPr>
        <p:spPr>
          <a:xfrm>
            <a:off x="5233984" y="5397500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Track Delivery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32484" y="584200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2" name="Shape 30"/>
          <p:cNvSpPr/>
          <p:nvPr/>
        </p:nvSpPr>
        <p:spPr>
          <a:xfrm>
            <a:off x="4765672" y="6191250"/>
            <a:ext cx="2508250" cy="44450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ff6b6b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85206" y="63261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4" name="Text 32"/>
          <p:cNvSpPr/>
          <p:nvPr/>
        </p:nvSpPr>
        <p:spPr>
          <a:xfrm>
            <a:off x="5233984" y="6302375"/>
            <a:ext cx="180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Generate Reports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0">
            <a:off x="10506203" y="76330"/>
            <a:ext cx="733425" cy="7334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8163" y="5586413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520001">
            <a:off x="253416" y="1967917"/>
            <a:ext cx="428625" cy="428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71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00050"/>
            <a:ext cx="1524000" cy="4191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562100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9525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581150"/>
            <a:ext cx="2676525" cy="4152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6363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97819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7662" y="266700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Frontend Dashboard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31908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2234" y="3314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04875" y="32766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" y="36480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2234" y="3771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904875" y="37338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125" y="41052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234" y="4229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904875" y="419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Maps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45624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234" y="4686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904875" y="4648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" y="515302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513" y="52387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HTML, CSS, JS, Bootstrap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05175" y="1581150"/>
            <a:ext cx="2676525" cy="4152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4ecdc4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81488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0803" y="20288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978920" y="26670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Flask Backend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24250" y="31908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37359" y="3314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3810000" y="32766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24250" y="36480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7359" y="3771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3810000" y="37338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24250" y="41052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37359" y="4229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Text 36"/>
          <p:cNvSpPr/>
          <p:nvPr/>
        </p:nvSpPr>
        <p:spPr>
          <a:xfrm>
            <a:off x="3810000" y="419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Handling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24250" y="45624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7359" y="4686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0" y="4648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24250" y="5153025"/>
            <a:ext cx="2238375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638" y="52387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Python, Flask Framework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0300" y="1581150"/>
            <a:ext cx="2676525" cy="4152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e66d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86613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25928" y="20288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7" name="Text 45"/>
          <p:cNvSpPr/>
          <p:nvPr/>
        </p:nvSpPr>
        <p:spPr>
          <a:xfrm>
            <a:off x="6794599" y="266700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 Database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9375" y="31908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42484" y="3314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0" name="Text 48"/>
          <p:cNvSpPr/>
          <p:nvPr/>
        </p:nvSpPr>
        <p:spPr>
          <a:xfrm>
            <a:off x="6715125" y="32766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29375" y="36480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42484" y="3771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3" name="Text 51"/>
          <p:cNvSpPr/>
          <p:nvPr/>
        </p:nvSpPr>
        <p:spPr>
          <a:xfrm>
            <a:off x="6715125" y="37338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29375" y="41052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42484" y="4229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6" name="Text 54"/>
          <p:cNvSpPr/>
          <p:nvPr/>
        </p:nvSpPr>
        <p:spPr>
          <a:xfrm>
            <a:off x="6715125" y="419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Persistence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29375" y="45624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42484" y="4686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9" name="Text 57"/>
          <p:cNvSpPr/>
          <p:nvPr/>
        </p:nvSpPr>
        <p:spPr>
          <a:xfrm>
            <a:off x="6715125" y="4648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Query Optimization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29375" y="515302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81763" y="52387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SQLite, SQLAlchemy ORM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115425" y="1581150"/>
            <a:ext cx="2676525" cy="415290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76200" dir="2700000">
              <a:srgbClr val="ff6b6b">
                <a:alpha val="10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0091738" y="1809750"/>
            <a:ext cx="723900" cy="7239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8100" dir="2700000">
              <a:srgbClr val="ffffff">
                <a:alpha val="30196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313194" y="202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9768185" y="26670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Engine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334500" y="31908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28575" dir="2700000">
              <a:srgbClr val="ffffff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447609" y="3314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68" name="Text 66"/>
          <p:cNvSpPr/>
          <p:nvPr/>
        </p:nvSpPr>
        <p:spPr>
          <a:xfrm>
            <a:off x="9620250" y="32766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Processing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334500" y="3648075"/>
            <a:ext cx="2238375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28575" dir="2700000">
              <a:srgbClr val="ffffff">
                <a:alpha val="2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447609" y="3771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71" name="Text 69"/>
          <p:cNvSpPr/>
          <p:nvPr/>
        </p:nvSpPr>
        <p:spPr>
          <a:xfrm>
            <a:off x="9620250" y="37338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Path Calculation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334500" y="41052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28575" dir="2700000">
              <a:srgbClr val="ffffff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9447609" y="4229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4" name="Text 72"/>
          <p:cNvSpPr/>
          <p:nvPr/>
        </p:nvSpPr>
        <p:spPr>
          <a:xfrm>
            <a:off x="9620250" y="419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Optimization Logic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334500" y="456247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28575" dir="2700000">
              <a:srgbClr val="ffffff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9447609" y="4686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77" name="Text 75"/>
          <p:cNvSpPr/>
          <p:nvPr/>
        </p:nvSpPr>
        <p:spPr>
          <a:xfrm>
            <a:off x="9620250" y="4648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Priority Queue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334500" y="5153025"/>
            <a:ext cx="2238375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86888" y="52387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3011091" y="5924550"/>
            <a:ext cx="2352675" cy="5334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282553" y="6105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82" name="Text 80"/>
          <p:cNvSpPr/>
          <p:nvPr/>
        </p:nvSpPr>
        <p:spPr>
          <a:xfrm>
            <a:off x="3534966" y="60579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4-Layer Architecture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552926" y="5924550"/>
            <a:ext cx="1990725" cy="5334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824389" y="6105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136155"/>
                </a:moveTo>
                <a:lnTo>
                  <a:pt x="136155" y="168302"/>
                </a:lnTo>
                <a:cubicBezTo>
                  <a:pt x="133075" y="171383"/>
                  <a:pt x="128487" y="172287"/>
                  <a:pt x="124469" y="170613"/>
                </a:cubicBezTo>
                <a:cubicBezTo>
                  <a:pt x="120450" y="168939"/>
                  <a:pt x="117872" y="165054"/>
                  <a:pt x="117872" y="160734"/>
                </a:cubicBezTo>
                <a:lnTo>
                  <a:pt x="117872" y="139303"/>
                </a:lnTo>
                <a:lnTo>
                  <a:pt x="10716" y="139303"/>
                </a:lnTo>
                <a:cubicBezTo>
                  <a:pt x="4789" y="139303"/>
                  <a:pt x="0" y="134515"/>
                  <a:pt x="0" y="128588"/>
                </a:cubicBezTo>
                <a:cubicBezTo>
                  <a:pt x="0" y="122660"/>
                  <a:pt x="4789" y="117872"/>
                  <a:pt x="10716" y="117872"/>
                </a:cubicBezTo>
                <a:lnTo>
                  <a:pt x="117872" y="117872"/>
                </a:lnTo>
                <a:lnTo>
                  <a:pt x="117872" y="96441"/>
                </a:lnTo>
                <a:cubicBezTo>
                  <a:pt x="117872" y="92121"/>
                  <a:pt x="120484" y="88203"/>
                  <a:pt x="124502" y="86529"/>
                </a:cubicBezTo>
                <a:cubicBezTo>
                  <a:pt x="128521" y="84854"/>
                  <a:pt x="133108" y="85792"/>
                  <a:pt x="136189" y="88839"/>
                </a:cubicBezTo>
                <a:lnTo>
                  <a:pt x="168336" y="120986"/>
                </a:lnTo>
                <a:cubicBezTo>
                  <a:pt x="172522" y="125172"/>
                  <a:pt x="172522" y="131970"/>
                  <a:pt x="168336" y="136155"/>
                </a:cubicBezTo>
                <a:close/>
                <a:moveTo>
                  <a:pt x="3148" y="50430"/>
                </a:moveTo>
                <a:cubicBezTo>
                  <a:pt x="-1038" y="46245"/>
                  <a:pt x="-1038" y="39447"/>
                  <a:pt x="3148" y="35261"/>
                </a:cubicBezTo>
                <a:lnTo>
                  <a:pt x="35295" y="3114"/>
                </a:lnTo>
                <a:cubicBezTo>
                  <a:pt x="38375" y="33"/>
                  <a:pt x="42963" y="-871"/>
                  <a:pt x="46981" y="804"/>
                </a:cubicBezTo>
                <a:cubicBezTo>
                  <a:pt x="51000" y="2478"/>
                  <a:pt x="53578" y="6396"/>
                  <a:pt x="53578" y="10716"/>
                </a:cubicBezTo>
                <a:lnTo>
                  <a:pt x="53578" y="32147"/>
                </a:lnTo>
                <a:lnTo>
                  <a:pt x="160734" y="32147"/>
                </a:lnTo>
                <a:cubicBezTo>
                  <a:pt x="166661" y="32147"/>
                  <a:pt x="171450" y="36935"/>
                  <a:pt x="171450" y="42863"/>
                </a:cubicBezTo>
                <a:cubicBezTo>
                  <a:pt x="171450" y="48790"/>
                  <a:pt x="166661" y="53578"/>
                  <a:pt x="160734" y="53578"/>
                </a:cubicBezTo>
                <a:lnTo>
                  <a:pt x="53578" y="53578"/>
                </a:lnTo>
                <a:lnTo>
                  <a:pt x="53578" y="75009"/>
                </a:lnTo>
                <a:cubicBezTo>
                  <a:pt x="53578" y="79329"/>
                  <a:pt x="50966" y="83247"/>
                  <a:pt x="46948" y="84921"/>
                </a:cubicBezTo>
                <a:cubicBezTo>
                  <a:pt x="42929" y="86596"/>
                  <a:pt x="38342" y="85658"/>
                  <a:pt x="35261" y="82611"/>
                </a:cubicBezTo>
                <a:lnTo>
                  <a:pt x="3114" y="50464"/>
                </a:ln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85" name="Text 83"/>
          <p:cNvSpPr/>
          <p:nvPr/>
        </p:nvSpPr>
        <p:spPr>
          <a:xfrm>
            <a:off x="6076801" y="60579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7732663" y="5924550"/>
            <a:ext cx="1447800" cy="5334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014841" y="61055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88" name="Text 86"/>
          <p:cNvSpPr/>
          <p:nvPr/>
        </p:nvSpPr>
        <p:spPr>
          <a:xfrm>
            <a:off x="8256538" y="60579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97344" y="-146844"/>
            <a:ext cx="690563" cy="690563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979999">
            <a:off x="289461" y="5766338"/>
            <a:ext cx="515938" cy="51593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1619998">
            <a:off x="11259582" y="1488522"/>
            <a:ext cx="388938" cy="388938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333375"/>
            <a:ext cx="1682750" cy="3492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7500" y="317500"/>
            <a:ext cx="1714500" cy="317500"/>
          </a:xfrm>
          <a:prstGeom prst="rect">
            <a:avLst/>
          </a:prstGeom>
          <a:noFill/>
          <a:ln/>
        </p:spPr>
        <p:txBody>
          <a:bodyPr wrap="square" lIns="158750" tIns="63500" rIns="15875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FUNCTIONAL MODULES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500" y="793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Modules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375" y="1317625"/>
            <a:ext cx="3714750" cy="2254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6b6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89125" y="1508125"/>
            <a:ext cx="603250" cy="6032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73672" y="1690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  <a:moveTo>
                  <a:pt x="133945" y="44648"/>
                </a:moveTo>
                <a:cubicBezTo>
                  <a:pt x="133945" y="36434"/>
                  <a:pt x="127277" y="29766"/>
                  <a:pt x="119062" y="29766"/>
                </a:cubicBezTo>
                <a:cubicBezTo>
                  <a:pt x="110848" y="29766"/>
                  <a:pt x="104180" y="36434"/>
                  <a:pt x="104180" y="44648"/>
                </a:cubicBezTo>
                <a:cubicBezTo>
                  <a:pt x="104180" y="52862"/>
                  <a:pt x="110848" y="59531"/>
                  <a:pt x="119062" y="59531"/>
                </a:cubicBezTo>
                <a:cubicBezTo>
                  <a:pt x="127277" y="59531"/>
                  <a:pt x="133945" y="52862"/>
                  <a:pt x="133945" y="44648"/>
                </a:cubicBezTo>
                <a:close/>
                <a:moveTo>
                  <a:pt x="119062" y="193477"/>
                </a:moveTo>
                <a:cubicBezTo>
                  <a:pt x="135480" y="193477"/>
                  <a:pt x="148828" y="180129"/>
                  <a:pt x="148828" y="163711"/>
                </a:cubicBezTo>
                <a:cubicBezTo>
                  <a:pt x="148828" y="156177"/>
                  <a:pt x="146038" y="149247"/>
                  <a:pt x="141387" y="144038"/>
                </a:cubicBezTo>
                <a:lnTo>
                  <a:pt x="173710" y="79437"/>
                </a:lnTo>
                <a:cubicBezTo>
                  <a:pt x="176454" y="73902"/>
                  <a:pt x="174222" y="67205"/>
                  <a:pt x="168734" y="64461"/>
                </a:cubicBezTo>
                <a:cubicBezTo>
                  <a:pt x="163246" y="61717"/>
                  <a:pt x="156502" y="63950"/>
                  <a:pt x="153758" y="69438"/>
                </a:cubicBezTo>
                <a:lnTo>
                  <a:pt x="121434" y="134038"/>
                </a:lnTo>
                <a:cubicBezTo>
                  <a:pt x="120644" y="133992"/>
                  <a:pt x="119853" y="133945"/>
                  <a:pt x="119062" y="133945"/>
                </a:cubicBezTo>
                <a:cubicBezTo>
                  <a:pt x="102645" y="133945"/>
                  <a:pt x="89297" y="147293"/>
                  <a:pt x="89297" y="163711"/>
                </a:cubicBezTo>
                <a:cubicBezTo>
                  <a:pt x="89297" y="180129"/>
                  <a:pt x="102645" y="193477"/>
                  <a:pt x="119062" y="193477"/>
                </a:cubicBezTo>
                <a:close/>
                <a:moveTo>
                  <a:pt x="81855" y="66973"/>
                </a:moveTo>
                <a:cubicBezTo>
                  <a:pt x="81855" y="58759"/>
                  <a:pt x="75187" y="52090"/>
                  <a:pt x="66973" y="52090"/>
                </a:cubicBezTo>
                <a:cubicBezTo>
                  <a:pt x="58759" y="52090"/>
                  <a:pt x="52090" y="58759"/>
                  <a:pt x="52090" y="66973"/>
                </a:cubicBezTo>
                <a:cubicBezTo>
                  <a:pt x="52090" y="75187"/>
                  <a:pt x="58759" y="81855"/>
                  <a:pt x="66973" y="81855"/>
                </a:cubicBezTo>
                <a:cubicBezTo>
                  <a:pt x="75187" y="81855"/>
                  <a:pt x="81855" y="75187"/>
                  <a:pt x="81855" y="66973"/>
                </a:cubicBezTo>
                <a:close/>
                <a:moveTo>
                  <a:pt x="44648" y="133945"/>
                </a:moveTo>
                <a:cubicBezTo>
                  <a:pt x="52862" y="133945"/>
                  <a:pt x="59531" y="127277"/>
                  <a:pt x="59531" y="119062"/>
                </a:cubicBezTo>
                <a:cubicBezTo>
                  <a:pt x="59531" y="110848"/>
                  <a:pt x="52862" y="104180"/>
                  <a:pt x="44648" y="104180"/>
                </a:cubicBezTo>
                <a:cubicBezTo>
                  <a:pt x="36434" y="104180"/>
                  <a:pt x="29766" y="110848"/>
                  <a:pt x="29766" y="119062"/>
                </a:cubicBezTo>
                <a:cubicBezTo>
                  <a:pt x="29766" y="127277"/>
                  <a:pt x="36434" y="133945"/>
                  <a:pt x="44648" y="133945"/>
                </a:cubicBezTo>
                <a:close/>
                <a:moveTo>
                  <a:pt x="208359" y="119062"/>
                </a:moveTo>
                <a:cubicBezTo>
                  <a:pt x="208359" y="110848"/>
                  <a:pt x="201691" y="104180"/>
                  <a:pt x="193477" y="104180"/>
                </a:cubicBezTo>
                <a:cubicBezTo>
                  <a:pt x="185263" y="104180"/>
                  <a:pt x="178594" y="110848"/>
                  <a:pt x="178594" y="119062"/>
                </a:cubicBezTo>
                <a:cubicBezTo>
                  <a:pt x="178594" y="127277"/>
                  <a:pt x="185263" y="133945"/>
                  <a:pt x="193477" y="133945"/>
                </a:cubicBezTo>
                <a:cubicBezTo>
                  <a:pt x="201691" y="133945"/>
                  <a:pt x="208359" y="127277"/>
                  <a:pt x="208359" y="1190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79104" y="2222500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Dashboard 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000" y="2571750"/>
            <a:ext cx="3429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Centralized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overview panel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KPIs, delivery statistics, and system health monitoring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5938" y="3087688"/>
            <a:ext cx="3349625" cy="301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5745" y="319087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13" y="3159125"/>
            <a:ext cx="30995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&amp; Metrics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8625" y="1317625"/>
            <a:ext cx="3714750" cy="2254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4ecdc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4375" y="1508125"/>
            <a:ext cx="603250" cy="6032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78922" y="1690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44648"/>
                </a:moveTo>
                <a:cubicBezTo>
                  <a:pt x="238125" y="67996"/>
                  <a:pt x="210638" y="102831"/>
                  <a:pt x="198779" y="116737"/>
                </a:cubicBezTo>
                <a:cubicBezTo>
                  <a:pt x="197011" y="118783"/>
                  <a:pt x="194407" y="119574"/>
                  <a:pt x="192035" y="119062"/>
                </a:cubicBezTo>
                <a:lnTo>
                  <a:pt x="148828" y="119062"/>
                </a:lnTo>
                <a:cubicBezTo>
                  <a:pt x="140596" y="119062"/>
                  <a:pt x="133945" y="125713"/>
                  <a:pt x="133945" y="133945"/>
                </a:cubicBezTo>
                <a:cubicBezTo>
                  <a:pt x="133945" y="142177"/>
                  <a:pt x="140596" y="148828"/>
                  <a:pt x="148828" y="148828"/>
                </a:cubicBezTo>
                <a:lnTo>
                  <a:pt x="193477" y="148828"/>
                </a:lnTo>
                <a:cubicBezTo>
                  <a:pt x="218126" y="148828"/>
                  <a:pt x="238125" y="168827"/>
                  <a:pt x="238125" y="193477"/>
                </a:cubicBezTo>
                <a:cubicBezTo>
                  <a:pt x="238125" y="218126"/>
                  <a:pt x="218126" y="238125"/>
                  <a:pt x="193477" y="238125"/>
                </a:cubicBezTo>
                <a:lnTo>
                  <a:pt x="64926" y="238125"/>
                </a:lnTo>
                <a:cubicBezTo>
                  <a:pt x="68973" y="233521"/>
                  <a:pt x="73902" y="227614"/>
                  <a:pt x="78879" y="221010"/>
                </a:cubicBezTo>
                <a:cubicBezTo>
                  <a:pt x="81809" y="217103"/>
                  <a:pt x="84832" y="212824"/>
                  <a:pt x="87716" y="208359"/>
                </a:cubicBezTo>
                <a:lnTo>
                  <a:pt x="193477" y="208359"/>
                </a:lnTo>
                <a:cubicBezTo>
                  <a:pt x="201709" y="208359"/>
                  <a:pt x="208359" y="201709"/>
                  <a:pt x="208359" y="193477"/>
                </a:cubicBezTo>
                <a:cubicBezTo>
                  <a:pt x="208359" y="185245"/>
                  <a:pt x="201709" y="178594"/>
                  <a:pt x="193477" y="178594"/>
                </a:cubicBezTo>
                <a:lnTo>
                  <a:pt x="148828" y="178594"/>
                </a:lnTo>
                <a:cubicBezTo>
                  <a:pt x="124178" y="178594"/>
                  <a:pt x="104180" y="158595"/>
                  <a:pt x="104180" y="133945"/>
                </a:cubicBezTo>
                <a:cubicBezTo>
                  <a:pt x="104180" y="109296"/>
                  <a:pt x="124178" y="89297"/>
                  <a:pt x="148828" y="89297"/>
                </a:cubicBezTo>
                <a:lnTo>
                  <a:pt x="167339" y="89297"/>
                </a:lnTo>
                <a:cubicBezTo>
                  <a:pt x="157572" y="74647"/>
                  <a:pt x="148828" y="57810"/>
                  <a:pt x="148828" y="44648"/>
                </a:cubicBezTo>
                <a:cubicBezTo>
                  <a:pt x="148828" y="19999"/>
                  <a:pt x="168827" y="0"/>
                  <a:pt x="193477" y="0"/>
                </a:cubicBezTo>
                <a:cubicBezTo>
                  <a:pt x="218126" y="0"/>
                  <a:pt x="238125" y="19999"/>
                  <a:pt x="238125" y="44648"/>
                </a:cubicBezTo>
                <a:close/>
                <a:moveTo>
                  <a:pt x="54462" y="227474"/>
                </a:moveTo>
                <a:cubicBezTo>
                  <a:pt x="52694" y="229474"/>
                  <a:pt x="51113" y="231242"/>
                  <a:pt x="49764" y="232730"/>
                </a:cubicBezTo>
                <a:lnTo>
                  <a:pt x="48927" y="233660"/>
                </a:lnTo>
                <a:lnTo>
                  <a:pt x="48834" y="233567"/>
                </a:lnTo>
                <a:cubicBezTo>
                  <a:pt x="46044" y="235707"/>
                  <a:pt x="42044" y="235427"/>
                  <a:pt x="39532" y="232730"/>
                </a:cubicBezTo>
                <a:cubicBezTo>
                  <a:pt x="27812" y="219987"/>
                  <a:pt x="0" y="187198"/>
                  <a:pt x="0" y="163711"/>
                </a:cubicBezTo>
                <a:cubicBezTo>
                  <a:pt x="0" y="139061"/>
                  <a:pt x="19999" y="119062"/>
                  <a:pt x="44648" y="119062"/>
                </a:cubicBezTo>
                <a:cubicBezTo>
                  <a:pt x="69298" y="119062"/>
                  <a:pt x="89297" y="139061"/>
                  <a:pt x="89297" y="163711"/>
                </a:cubicBezTo>
                <a:cubicBezTo>
                  <a:pt x="89297" y="177664"/>
                  <a:pt x="79484" y="194872"/>
                  <a:pt x="69066" y="209243"/>
                </a:cubicBezTo>
                <a:cubicBezTo>
                  <a:pt x="64089" y="216080"/>
                  <a:pt x="58973" y="222266"/>
                  <a:pt x="54741" y="227149"/>
                </a:cubicBezTo>
                <a:lnTo>
                  <a:pt x="54462" y="227474"/>
                </a:lnTo>
                <a:close/>
                <a:moveTo>
                  <a:pt x="59531" y="163711"/>
                </a:moveTo>
                <a:cubicBezTo>
                  <a:pt x="59531" y="155497"/>
                  <a:pt x="52862" y="148828"/>
                  <a:pt x="44648" y="148828"/>
                </a:cubicBezTo>
                <a:cubicBezTo>
                  <a:pt x="36434" y="148828"/>
                  <a:pt x="29766" y="155497"/>
                  <a:pt x="29766" y="163711"/>
                </a:cubicBezTo>
                <a:cubicBezTo>
                  <a:pt x="29766" y="171925"/>
                  <a:pt x="36434" y="178594"/>
                  <a:pt x="44648" y="178594"/>
                </a:cubicBezTo>
                <a:cubicBezTo>
                  <a:pt x="52862" y="178594"/>
                  <a:pt x="59531" y="171925"/>
                  <a:pt x="59531" y="163711"/>
                </a:cubicBezTo>
                <a:close/>
                <a:moveTo>
                  <a:pt x="193477" y="59531"/>
                </a:moveTo>
                <a:cubicBezTo>
                  <a:pt x="201691" y="59531"/>
                  <a:pt x="208359" y="52862"/>
                  <a:pt x="208359" y="44648"/>
                </a:cubicBezTo>
                <a:cubicBezTo>
                  <a:pt x="208359" y="36434"/>
                  <a:pt x="201691" y="29766"/>
                  <a:pt x="193477" y="29766"/>
                </a:cubicBezTo>
                <a:cubicBezTo>
                  <a:pt x="185263" y="29766"/>
                  <a:pt x="178594" y="36434"/>
                  <a:pt x="178594" y="44648"/>
                </a:cubicBezTo>
                <a:cubicBezTo>
                  <a:pt x="178594" y="52862"/>
                  <a:pt x="185263" y="59531"/>
                  <a:pt x="193477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97239" y="2222500"/>
            <a:ext cx="2000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Optimization Module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3250" y="2571750"/>
            <a:ext cx="3429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path calculation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graph visualization and route comparison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21188" y="3087688"/>
            <a:ext cx="3349625" cy="3016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3416" y="319087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6045" y="12154"/>
                </a:moveTo>
                <a:cubicBezTo>
                  <a:pt x="26045" y="5448"/>
                  <a:pt x="31493" y="0"/>
                  <a:pt x="38199" y="0"/>
                </a:cubicBezTo>
                <a:lnTo>
                  <a:pt x="43408" y="0"/>
                </a:lnTo>
                <a:cubicBezTo>
                  <a:pt x="47250" y="0"/>
                  <a:pt x="50354" y="3104"/>
                  <a:pt x="50354" y="6945"/>
                </a:cubicBezTo>
                <a:lnTo>
                  <a:pt x="50354" y="104180"/>
                </a:lnTo>
                <a:cubicBezTo>
                  <a:pt x="50354" y="108021"/>
                  <a:pt x="47250" y="111125"/>
                  <a:pt x="43408" y="111125"/>
                </a:cubicBezTo>
                <a:lnTo>
                  <a:pt x="36463" y="111125"/>
                </a:lnTo>
                <a:cubicBezTo>
                  <a:pt x="29995" y="111125"/>
                  <a:pt x="24547" y="106697"/>
                  <a:pt x="23006" y="100707"/>
                </a:cubicBezTo>
                <a:cubicBezTo>
                  <a:pt x="22854" y="100707"/>
                  <a:pt x="22724" y="100707"/>
                  <a:pt x="22572" y="100707"/>
                </a:cubicBezTo>
                <a:cubicBezTo>
                  <a:pt x="12979" y="100707"/>
                  <a:pt x="5209" y="92937"/>
                  <a:pt x="5209" y="83344"/>
                </a:cubicBezTo>
                <a:cubicBezTo>
                  <a:pt x="5209" y="79437"/>
                  <a:pt x="6511" y="75834"/>
                  <a:pt x="8682" y="72926"/>
                </a:cubicBezTo>
                <a:cubicBezTo>
                  <a:pt x="4471" y="69757"/>
                  <a:pt x="1736" y="64722"/>
                  <a:pt x="1736" y="59035"/>
                </a:cubicBezTo>
                <a:cubicBezTo>
                  <a:pt x="1736" y="52329"/>
                  <a:pt x="5556" y="46490"/>
                  <a:pt x="11113" y="43604"/>
                </a:cubicBezTo>
                <a:cubicBezTo>
                  <a:pt x="9572" y="40999"/>
                  <a:pt x="8682" y="37960"/>
                  <a:pt x="8682" y="34727"/>
                </a:cubicBezTo>
                <a:cubicBezTo>
                  <a:pt x="8682" y="25133"/>
                  <a:pt x="16452" y="17363"/>
                  <a:pt x="26045" y="17363"/>
                </a:cubicBezTo>
                <a:lnTo>
                  <a:pt x="26045" y="12154"/>
                </a:lnTo>
                <a:close/>
                <a:moveTo>
                  <a:pt x="85080" y="12154"/>
                </a:moveTo>
                <a:lnTo>
                  <a:pt x="85080" y="17363"/>
                </a:lnTo>
                <a:cubicBezTo>
                  <a:pt x="94673" y="17363"/>
                  <a:pt x="102443" y="25133"/>
                  <a:pt x="102443" y="34727"/>
                </a:cubicBezTo>
                <a:cubicBezTo>
                  <a:pt x="102443" y="37982"/>
                  <a:pt x="101553" y="41021"/>
                  <a:pt x="100013" y="43604"/>
                </a:cubicBezTo>
                <a:cubicBezTo>
                  <a:pt x="105590" y="46490"/>
                  <a:pt x="109389" y="52307"/>
                  <a:pt x="109389" y="59035"/>
                </a:cubicBezTo>
                <a:cubicBezTo>
                  <a:pt x="109389" y="64722"/>
                  <a:pt x="106654" y="69757"/>
                  <a:pt x="102443" y="72926"/>
                </a:cubicBezTo>
                <a:cubicBezTo>
                  <a:pt x="104614" y="75834"/>
                  <a:pt x="105916" y="79437"/>
                  <a:pt x="105916" y="83344"/>
                </a:cubicBezTo>
                <a:cubicBezTo>
                  <a:pt x="105916" y="92937"/>
                  <a:pt x="98146" y="100707"/>
                  <a:pt x="88553" y="100707"/>
                </a:cubicBezTo>
                <a:cubicBezTo>
                  <a:pt x="88401" y="100707"/>
                  <a:pt x="88271" y="100707"/>
                  <a:pt x="88119" y="100707"/>
                </a:cubicBezTo>
                <a:cubicBezTo>
                  <a:pt x="86578" y="106697"/>
                  <a:pt x="81130" y="111125"/>
                  <a:pt x="74662" y="111125"/>
                </a:cubicBezTo>
                <a:lnTo>
                  <a:pt x="67717" y="111125"/>
                </a:lnTo>
                <a:cubicBezTo>
                  <a:pt x="63875" y="111125"/>
                  <a:pt x="60771" y="108021"/>
                  <a:pt x="60771" y="104180"/>
                </a:cubicBezTo>
                <a:lnTo>
                  <a:pt x="60771" y="6945"/>
                </a:lnTo>
                <a:cubicBezTo>
                  <a:pt x="60771" y="3104"/>
                  <a:pt x="63875" y="0"/>
                  <a:pt x="67717" y="0"/>
                </a:cubicBezTo>
                <a:lnTo>
                  <a:pt x="72926" y="0"/>
                </a:lnTo>
                <a:cubicBezTo>
                  <a:pt x="79632" y="0"/>
                  <a:pt x="85080" y="5448"/>
                  <a:pt x="85080" y="12154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27563" y="3159125"/>
            <a:ext cx="30995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Implementation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43875" y="1317625"/>
            <a:ext cx="3714750" cy="2254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e66d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99625" y="1508125"/>
            <a:ext cx="603250" cy="6032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84172" y="1690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4180" y="0"/>
                </a:moveTo>
                <a:lnTo>
                  <a:pt x="104180" y="29766"/>
                </a:lnTo>
                <a:cubicBezTo>
                  <a:pt x="104180" y="33858"/>
                  <a:pt x="107528" y="37207"/>
                  <a:pt x="111621" y="37207"/>
                </a:cubicBezTo>
                <a:lnTo>
                  <a:pt x="126504" y="37207"/>
                </a:lnTo>
                <a:cubicBezTo>
                  <a:pt x="130597" y="37207"/>
                  <a:pt x="133945" y="33858"/>
                  <a:pt x="133945" y="29766"/>
                </a:cubicBezTo>
                <a:lnTo>
                  <a:pt x="133945" y="0"/>
                </a:lnTo>
                <a:lnTo>
                  <a:pt x="148828" y="0"/>
                </a:lnTo>
                <a:cubicBezTo>
                  <a:pt x="165246" y="0"/>
                  <a:pt x="178594" y="13348"/>
                  <a:pt x="178594" y="29766"/>
                </a:cubicBezTo>
                <a:lnTo>
                  <a:pt x="178594" y="89297"/>
                </a:lnTo>
                <a:cubicBezTo>
                  <a:pt x="178594" y="91855"/>
                  <a:pt x="178268" y="94366"/>
                  <a:pt x="177664" y="96738"/>
                </a:cubicBezTo>
                <a:lnTo>
                  <a:pt x="60461" y="96738"/>
                </a:lnTo>
                <a:cubicBezTo>
                  <a:pt x="59857" y="94366"/>
                  <a:pt x="59531" y="91855"/>
                  <a:pt x="59531" y="89297"/>
                </a:cubicBezTo>
                <a:lnTo>
                  <a:pt x="59531" y="29766"/>
                </a:lnTo>
                <a:cubicBezTo>
                  <a:pt x="59531" y="13348"/>
                  <a:pt x="72879" y="0"/>
                  <a:pt x="89297" y="0"/>
                </a:cubicBezTo>
                <a:lnTo>
                  <a:pt x="104180" y="0"/>
                </a:lnTo>
                <a:close/>
                <a:moveTo>
                  <a:pt x="148828" y="238125"/>
                </a:moveTo>
                <a:cubicBezTo>
                  <a:pt x="143619" y="238125"/>
                  <a:pt x="138689" y="236776"/>
                  <a:pt x="134410" y="234404"/>
                </a:cubicBezTo>
                <a:cubicBezTo>
                  <a:pt x="138829" y="226730"/>
                  <a:pt x="141387" y="217847"/>
                  <a:pt x="141387" y="208359"/>
                </a:cubicBezTo>
                <a:lnTo>
                  <a:pt x="141387" y="148828"/>
                </a:lnTo>
                <a:cubicBezTo>
                  <a:pt x="141387" y="139340"/>
                  <a:pt x="138829" y="130457"/>
                  <a:pt x="134410" y="122783"/>
                </a:cubicBezTo>
                <a:cubicBezTo>
                  <a:pt x="138689" y="120411"/>
                  <a:pt x="143573" y="119062"/>
                  <a:pt x="148828" y="119062"/>
                </a:cubicBezTo>
                <a:lnTo>
                  <a:pt x="163711" y="119062"/>
                </a:lnTo>
                <a:lnTo>
                  <a:pt x="163711" y="148828"/>
                </a:lnTo>
                <a:cubicBezTo>
                  <a:pt x="163711" y="152921"/>
                  <a:pt x="167060" y="156270"/>
                  <a:pt x="171152" y="156270"/>
                </a:cubicBezTo>
                <a:lnTo>
                  <a:pt x="186035" y="156270"/>
                </a:lnTo>
                <a:cubicBezTo>
                  <a:pt x="190128" y="156270"/>
                  <a:pt x="193477" y="152921"/>
                  <a:pt x="193477" y="148828"/>
                </a:cubicBezTo>
                <a:lnTo>
                  <a:pt x="193477" y="119062"/>
                </a:lnTo>
                <a:lnTo>
                  <a:pt x="208359" y="119062"/>
                </a:lnTo>
                <a:cubicBezTo>
                  <a:pt x="224777" y="119062"/>
                  <a:pt x="238125" y="132411"/>
                  <a:pt x="238125" y="148828"/>
                </a:cubicBezTo>
                <a:lnTo>
                  <a:pt x="238125" y="208359"/>
                </a:lnTo>
                <a:cubicBezTo>
                  <a:pt x="238125" y="224777"/>
                  <a:pt x="224777" y="238125"/>
                  <a:pt x="208359" y="238125"/>
                </a:cubicBezTo>
                <a:lnTo>
                  <a:pt x="148828" y="238125"/>
                </a:lnTo>
                <a:close/>
                <a:moveTo>
                  <a:pt x="0" y="148828"/>
                </a:moveTo>
                <a:cubicBezTo>
                  <a:pt x="0" y="132411"/>
                  <a:pt x="13348" y="119062"/>
                  <a:pt x="29766" y="119062"/>
                </a:cubicBezTo>
                <a:lnTo>
                  <a:pt x="44648" y="119062"/>
                </a:lnTo>
                <a:lnTo>
                  <a:pt x="44648" y="148828"/>
                </a:lnTo>
                <a:cubicBezTo>
                  <a:pt x="44648" y="152921"/>
                  <a:pt x="47997" y="156270"/>
                  <a:pt x="52090" y="156270"/>
                </a:cubicBezTo>
                <a:lnTo>
                  <a:pt x="66973" y="156270"/>
                </a:lnTo>
                <a:cubicBezTo>
                  <a:pt x="71065" y="156270"/>
                  <a:pt x="74414" y="152921"/>
                  <a:pt x="74414" y="148828"/>
                </a:cubicBezTo>
                <a:lnTo>
                  <a:pt x="74414" y="119062"/>
                </a:lnTo>
                <a:lnTo>
                  <a:pt x="89297" y="119062"/>
                </a:lnTo>
                <a:cubicBezTo>
                  <a:pt x="105714" y="119062"/>
                  <a:pt x="119062" y="132411"/>
                  <a:pt x="119062" y="148828"/>
                </a:cubicBezTo>
                <a:lnTo>
                  <a:pt x="119062" y="208359"/>
                </a:lnTo>
                <a:cubicBezTo>
                  <a:pt x="119062" y="224777"/>
                  <a:pt x="105714" y="238125"/>
                  <a:pt x="89297" y="238125"/>
                </a:cubicBezTo>
                <a:lnTo>
                  <a:pt x="29766" y="238125"/>
                </a:lnTo>
                <a:cubicBezTo>
                  <a:pt x="13348" y="238125"/>
                  <a:pt x="0" y="224777"/>
                  <a:pt x="0" y="208359"/>
                </a:cubicBezTo>
                <a:lnTo>
                  <a:pt x="0" y="148828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7" name="Text 25"/>
          <p:cNvSpPr/>
          <p:nvPr/>
        </p:nvSpPr>
        <p:spPr>
          <a:xfrm>
            <a:off x="8906991" y="2222500"/>
            <a:ext cx="219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Management Module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18500" y="2571750"/>
            <a:ext cx="3429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Complete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shipment lifecycle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management from creation to delivery confirmation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6438" y="3087688"/>
            <a:ext cx="3349625" cy="3016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72166" y="3190875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13891" y="20836"/>
                </a:moveTo>
                <a:cubicBezTo>
                  <a:pt x="13891" y="13174"/>
                  <a:pt x="20120" y="6945"/>
                  <a:pt x="27781" y="6945"/>
                </a:cubicBezTo>
                <a:lnTo>
                  <a:pt x="90289" y="6945"/>
                </a:lnTo>
                <a:cubicBezTo>
                  <a:pt x="97951" y="6945"/>
                  <a:pt x="104180" y="13174"/>
                  <a:pt x="104180" y="20836"/>
                </a:cubicBezTo>
                <a:lnTo>
                  <a:pt x="104180" y="27781"/>
                </a:lnTo>
                <a:lnTo>
                  <a:pt x="115184" y="27781"/>
                </a:lnTo>
                <a:cubicBezTo>
                  <a:pt x="118873" y="27781"/>
                  <a:pt x="122411" y="29235"/>
                  <a:pt x="125016" y="31840"/>
                </a:cubicBezTo>
                <a:lnTo>
                  <a:pt x="134848" y="41672"/>
                </a:lnTo>
                <a:cubicBezTo>
                  <a:pt x="137452" y="44276"/>
                  <a:pt x="138906" y="47814"/>
                  <a:pt x="138906" y="51504"/>
                </a:cubicBezTo>
                <a:lnTo>
                  <a:pt x="138906" y="83344"/>
                </a:lnTo>
                <a:cubicBezTo>
                  <a:pt x="138906" y="91005"/>
                  <a:pt x="132677" y="97234"/>
                  <a:pt x="125016" y="97234"/>
                </a:cubicBezTo>
                <a:lnTo>
                  <a:pt x="124299" y="97234"/>
                </a:lnTo>
                <a:cubicBezTo>
                  <a:pt x="122042" y="105243"/>
                  <a:pt x="114663" y="111125"/>
                  <a:pt x="105916" y="111125"/>
                </a:cubicBezTo>
                <a:cubicBezTo>
                  <a:pt x="97169" y="111125"/>
                  <a:pt x="89812" y="105243"/>
                  <a:pt x="87533" y="97234"/>
                </a:cubicBezTo>
                <a:lnTo>
                  <a:pt x="65264" y="97234"/>
                </a:lnTo>
                <a:cubicBezTo>
                  <a:pt x="63007" y="105243"/>
                  <a:pt x="55628" y="111125"/>
                  <a:pt x="46881" y="111125"/>
                </a:cubicBezTo>
                <a:cubicBezTo>
                  <a:pt x="38134" y="111125"/>
                  <a:pt x="30776" y="105243"/>
                  <a:pt x="28497" y="97234"/>
                </a:cubicBezTo>
                <a:lnTo>
                  <a:pt x="27781" y="97234"/>
                </a:lnTo>
                <a:cubicBezTo>
                  <a:pt x="20120" y="97234"/>
                  <a:pt x="13891" y="91005"/>
                  <a:pt x="13891" y="83344"/>
                </a:cubicBezTo>
                <a:lnTo>
                  <a:pt x="13891" y="72926"/>
                </a:lnTo>
                <a:lnTo>
                  <a:pt x="5209" y="72926"/>
                </a:lnTo>
                <a:cubicBezTo>
                  <a:pt x="2322" y="72926"/>
                  <a:pt x="0" y="70603"/>
                  <a:pt x="0" y="67717"/>
                </a:cubicBezTo>
                <a:cubicBezTo>
                  <a:pt x="0" y="64830"/>
                  <a:pt x="2322" y="62508"/>
                  <a:pt x="5209" y="62508"/>
                </a:cubicBezTo>
                <a:lnTo>
                  <a:pt x="29518" y="62508"/>
                </a:lnTo>
                <a:cubicBezTo>
                  <a:pt x="32404" y="62508"/>
                  <a:pt x="34727" y="60185"/>
                  <a:pt x="34727" y="57299"/>
                </a:cubicBezTo>
                <a:cubicBezTo>
                  <a:pt x="34727" y="54412"/>
                  <a:pt x="32404" y="52090"/>
                  <a:pt x="29518" y="52090"/>
                </a:cubicBezTo>
                <a:lnTo>
                  <a:pt x="5209" y="52090"/>
                </a:lnTo>
                <a:cubicBezTo>
                  <a:pt x="2322" y="52090"/>
                  <a:pt x="0" y="49768"/>
                  <a:pt x="0" y="46881"/>
                </a:cubicBezTo>
                <a:cubicBezTo>
                  <a:pt x="0" y="43994"/>
                  <a:pt x="2322" y="41672"/>
                  <a:pt x="5209" y="41672"/>
                </a:cubicBezTo>
                <a:lnTo>
                  <a:pt x="43408" y="41672"/>
                </a:lnTo>
                <a:cubicBezTo>
                  <a:pt x="46295" y="41672"/>
                  <a:pt x="48617" y="39350"/>
                  <a:pt x="48617" y="36463"/>
                </a:cubicBezTo>
                <a:cubicBezTo>
                  <a:pt x="48617" y="33576"/>
                  <a:pt x="46295" y="31254"/>
                  <a:pt x="43408" y="31254"/>
                </a:cubicBezTo>
                <a:lnTo>
                  <a:pt x="5209" y="31254"/>
                </a:lnTo>
                <a:cubicBezTo>
                  <a:pt x="2322" y="31254"/>
                  <a:pt x="0" y="28932"/>
                  <a:pt x="0" y="26045"/>
                </a:cubicBezTo>
                <a:cubicBezTo>
                  <a:pt x="0" y="23158"/>
                  <a:pt x="2322" y="20836"/>
                  <a:pt x="5209" y="20836"/>
                </a:cubicBezTo>
                <a:lnTo>
                  <a:pt x="13891" y="20836"/>
                </a:lnTo>
                <a:close/>
                <a:moveTo>
                  <a:pt x="125016" y="62508"/>
                </a:moveTo>
                <a:lnTo>
                  <a:pt x="125016" y="51504"/>
                </a:lnTo>
                <a:lnTo>
                  <a:pt x="115184" y="41672"/>
                </a:lnTo>
                <a:lnTo>
                  <a:pt x="104180" y="41672"/>
                </a:lnTo>
                <a:lnTo>
                  <a:pt x="104180" y="62508"/>
                </a:lnTo>
                <a:lnTo>
                  <a:pt x="125016" y="62508"/>
                </a:lnTo>
                <a:close/>
                <a:moveTo>
                  <a:pt x="55563" y="92025"/>
                </a:moveTo>
                <a:cubicBezTo>
                  <a:pt x="55563" y="87234"/>
                  <a:pt x="51672" y="83344"/>
                  <a:pt x="46881" y="83344"/>
                </a:cubicBezTo>
                <a:cubicBezTo>
                  <a:pt x="42089" y="83344"/>
                  <a:pt x="38199" y="87234"/>
                  <a:pt x="38199" y="92025"/>
                </a:cubicBezTo>
                <a:cubicBezTo>
                  <a:pt x="38199" y="96817"/>
                  <a:pt x="42089" y="100707"/>
                  <a:pt x="46881" y="100707"/>
                </a:cubicBezTo>
                <a:cubicBezTo>
                  <a:pt x="51672" y="100707"/>
                  <a:pt x="55563" y="96817"/>
                  <a:pt x="55563" y="92025"/>
                </a:cubicBezTo>
                <a:close/>
                <a:moveTo>
                  <a:pt x="105916" y="100707"/>
                </a:moveTo>
                <a:cubicBezTo>
                  <a:pt x="110708" y="100707"/>
                  <a:pt x="114598" y="96817"/>
                  <a:pt x="114598" y="92025"/>
                </a:cubicBezTo>
                <a:cubicBezTo>
                  <a:pt x="114598" y="87234"/>
                  <a:pt x="110708" y="83344"/>
                  <a:pt x="105916" y="83344"/>
                </a:cubicBezTo>
                <a:cubicBezTo>
                  <a:pt x="101124" y="83344"/>
                  <a:pt x="97234" y="87234"/>
                  <a:pt x="97234" y="92025"/>
                </a:cubicBezTo>
                <a:cubicBezTo>
                  <a:pt x="97234" y="96817"/>
                  <a:pt x="101124" y="100707"/>
                  <a:pt x="105916" y="100707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1" name="Text 29"/>
          <p:cNvSpPr/>
          <p:nvPr/>
        </p:nvSpPr>
        <p:spPr>
          <a:xfrm>
            <a:off x="8532813" y="3159125"/>
            <a:ext cx="30995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375" y="3762375"/>
            <a:ext cx="3714750" cy="2254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6b6b">
                <a:alpha val="10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89125" y="3952875"/>
            <a:ext cx="603250" cy="6032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58789" y="413543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0" y="44648"/>
                </a:moveTo>
                <a:cubicBezTo>
                  <a:pt x="0" y="28231"/>
                  <a:pt x="13348" y="14883"/>
                  <a:pt x="29766" y="14883"/>
                </a:cubicBezTo>
                <a:lnTo>
                  <a:pt x="163711" y="14883"/>
                </a:lnTo>
                <a:cubicBezTo>
                  <a:pt x="180129" y="14883"/>
                  <a:pt x="193477" y="28231"/>
                  <a:pt x="193477" y="44648"/>
                </a:cubicBezTo>
                <a:lnTo>
                  <a:pt x="193477" y="59531"/>
                </a:lnTo>
                <a:lnTo>
                  <a:pt x="217057" y="59531"/>
                </a:lnTo>
                <a:cubicBezTo>
                  <a:pt x="224963" y="59531"/>
                  <a:pt x="232544" y="62647"/>
                  <a:pt x="238125" y="68228"/>
                </a:cubicBezTo>
                <a:lnTo>
                  <a:pt x="259193" y="89297"/>
                </a:lnTo>
                <a:cubicBezTo>
                  <a:pt x="264775" y="94878"/>
                  <a:pt x="267891" y="102459"/>
                  <a:pt x="267891" y="110365"/>
                </a:cubicBezTo>
                <a:lnTo>
                  <a:pt x="267891" y="178594"/>
                </a:lnTo>
                <a:cubicBezTo>
                  <a:pt x="267891" y="195011"/>
                  <a:pt x="254543" y="208359"/>
                  <a:pt x="238125" y="208359"/>
                </a:cubicBezTo>
                <a:lnTo>
                  <a:pt x="236590" y="208359"/>
                </a:lnTo>
                <a:cubicBezTo>
                  <a:pt x="231753" y="225521"/>
                  <a:pt x="215940" y="238125"/>
                  <a:pt x="197197" y="238125"/>
                </a:cubicBezTo>
                <a:cubicBezTo>
                  <a:pt x="178454" y="238125"/>
                  <a:pt x="162688" y="225521"/>
                  <a:pt x="157804" y="208359"/>
                </a:cubicBezTo>
                <a:lnTo>
                  <a:pt x="110086" y="208359"/>
                </a:lnTo>
                <a:cubicBezTo>
                  <a:pt x="105249" y="225521"/>
                  <a:pt x="89436" y="238125"/>
                  <a:pt x="70693" y="238125"/>
                </a:cubicBezTo>
                <a:cubicBezTo>
                  <a:pt x="51950" y="238125"/>
                  <a:pt x="36184" y="225521"/>
                  <a:pt x="31300" y="208359"/>
                </a:cubicBezTo>
                <a:lnTo>
                  <a:pt x="29766" y="208359"/>
                </a:lnTo>
                <a:cubicBezTo>
                  <a:pt x="13348" y="208359"/>
                  <a:pt x="0" y="195011"/>
                  <a:pt x="0" y="178594"/>
                </a:cubicBezTo>
                <a:lnTo>
                  <a:pt x="0" y="44648"/>
                </a:lnTo>
                <a:close/>
                <a:moveTo>
                  <a:pt x="238125" y="133945"/>
                </a:moveTo>
                <a:lnTo>
                  <a:pt x="238125" y="110365"/>
                </a:lnTo>
                <a:lnTo>
                  <a:pt x="217057" y="89297"/>
                </a:lnTo>
                <a:lnTo>
                  <a:pt x="193477" y="89297"/>
                </a:lnTo>
                <a:lnTo>
                  <a:pt x="193477" y="133945"/>
                </a:lnTo>
                <a:lnTo>
                  <a:pt x="238125" y="133945"/>
                </a:lnTo>
                <a:close/>
                <a:moveTo>
                  <a:pt x="89297" y="197197"/>
                </a:moveTo>
                <a:cubicBezTo>
                  <a:pt x="89297" y="186930"/>
                  <a:pt x="80961" y="178594"/>
                  <a:pt x="70693" y="178594"/>
                </a:cubicBezTo>
                <a:cubicBezTo>
                  <a:pt x="60426" y="178594"/>
                  <a:pt x="52090" y="186930"/>
                  <a:pt x="52090" y="197197"/>
                </a:cubicBezTo>
                <a:cubicBezTo>
                  <a:pt x="52090" y="207465"/>
                  <a:pt x="60426" y="215801"/>
                  <a:pt x="70693" y="215801"/>
                </a:cubicBezTo>
                <a:cubicBezTo>
                  <a:pt x="80961" y="215801"/>
                  <a:pt x="89297" y="207465"/>
                  <a:pt x="89297" y="197197"/>
                </a:cubicBezTo>
                <a:close/>
                <a:moveTo>
                  <a:pt x="197197" y="215801"/>
                </a:moveTo>
                <a:cubicBezTo>
                  <a:pt x="207465" y="215801"/>
                  <a:pt x="215801" y="207465"/>
                  <a:pt x="215801" y="197197"/>
                </a:cubicBezTo>
                <a:cubicBezTo>
                  <a:pt x="215801" y="186930"/>
                  <a:pt x="207465" y="178594"/>
                  <a:pt x="197197" y="178594"/>
                </a:cubicBezTo>
                <a:cubicBezTo>
                  <a:pt x="186930" y="178594"/>
                  <a:pt x="178594" y="186930"/>
                  <a:pt x="178594" y="197197"/>
                </a:cubicBezTo>
                <a:cubicBezTo>
                  <a:pt x="178594" y="207465"/>
                  <a:pt x="186930" y="215801"/>
                  <a:pt x="197197" y="2158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90501" y="4667250"/>
            <a:ext cx="2000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Truck Management Module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8000" y="5016500"/>
            <a:ext cx="3429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Vehicle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tracking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maintenance schedules, capacity monitoring, and assignment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5938" y="5532438"/>
            <a:ext cx="3349625" cy="301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95028" y="56356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0" y="30842"/>
                </a:moveTo>
                <a:lnTo>
                  <a:pt x="0" y="104180"/>
                </a:lnTo>
                <a:cubicBezTo>
                  <a:pt x="0" y="108021"/>
                  <a:pt x="3104" y="111125"/>
                  <a:pt x="6945" y="111125"/>
                </a:cubicBezTo>
                <a:cubicBezTo>
                  <a:pt x="10787" y="111125"/>
                  <a:pt x="13891" y="108021"/>
                  <a:pt x="13891" y="104180"/>
                </a:cubicBezTo>
                <a:lnTo>
                  <a:pt x="13891" y="52090"/>
                </a:lnTo>
                <a:cubicBezTo>
                  <a:pt x="13891" y="48248"/>
                  <a:pt x="16994" y="45145"/>
                  <a:pt x="20836" y="45145"/>
                </a:cubicBezTo>
                <a:lnTo>
                  <a:pt x="104180" y="45145"/>
                </a:lnTo>
                <a:cubicBezTo>
                  <a:pt x="108021" y="45145"/>
                  <a:pt x="111125" y="48248"/>
                  <a:pt x="111125" y="52090"/>
                </a:cubicBezTo>
                <a:lnTo>
                  <a:pt x="111125" y="104180"/>
                </a:lnTo>
                <a:cubicBezTo>
                  <a:pt x="111125" y="108021"/>
                  <a:pt x="114229" y="111125"/>
                  <a:pt x="118070" y="111125"/>
                </a:cubicBezTo>
                <a:cubicBezTo>
                  <a:pt x="121912" y="111125"/>
                  <a:pt x="125016" y="108021"/>
                  <a:pt x="125016" y="104180"/>
                </a:cubicBezTo>
                <a:lnTo>
                  <a:pt x="125016" y="30842"/>
                </a:lnTo>
                <a:cubicBezTo>
                  <a:pt x="125016" y="24873"/>
                  <a:pt x="121196" y="19555"/>
                  <a:pt x="115509" y="17667"/>
                </a:cubicBezTo>
                <a:lnTo>
                  <a:pt x="65807" y="1107"/>
                </a:lnTo>
                <a:cubicBezTo>
                  <a:pt x="63658" y="391"/>
                  <a:pt x="61357" y="391"/>
                  <a:pt x="59209" y="1107"/>
                </a:cubicBezTo>
                <a:lnTo>
                  <a:pt x="9506" y="17667"/>
                </a:lnTo>
                <a:cubicBezTo>
                  <a:pt x="3820" y="19555"/>
                  <a:pt x="0" y="24873"/>
                  <a:pt x="0" y="30842"/>
                </a:cubicBezTo>
                <a:close/>
                <a:moveTo>
                  <a:pt x="100707" y="55563"/>
                </a:moveTo>
                <a:lnTo>
                  <a:pt x="24309" y="55563"/>
                </a:lnTo>
                <a:lnTo>
                  <a:pt x="24309" y="69453"/>
                </a:lnTo>
                <a:lnTo>
                  <a:pt x="100707" y="69453"/>
                </a:lnTo>
                <a:lnTo>
                  <a:pt x="100707" y="55563"/>
                </a:lnTo>
                <a:close/>
                <a:moveTo>
                  <a:pt x="24309" y="90289"/>
                </a:moveTo>
                <a:lnTo>
                  <a:pt x="100707" y="90289"/>
                </a:lnTo>
                <a:lnTo>
                  <a:pt x="100707" y="76398"/>
                </a:lnTo>
                <a:lnTo>
                  <a:pt x="24309" y="76398"/>
                </a:lnTo>
                <a:lnTo>
                  <a:pt x="24309" y="90289"/>
                </a:lnTo>
                <a:close/>
                <a:moveTo>
                  <a:pt x="100707" y="97234"/>
                </a:moveTo>
                <a:lnTo>
                  <a:pt x="24309" y="97234"/>
                </a:lnTo>
                <a:lnTo>
                  <a:pt x="24309" y="111125"/>
                </a:lnTo>
                <a:lnTo>
                  <a:pt x="100707" y="111125"/>
                </a:lnTo>
                <a:lnTo>
                  <a:pt x="100707" y="97234"/>
                </a:ln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13" y="5603875"/>
            <a:ext cx="30995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Operations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38625" y="3762375"/>
            <a:ext cx="3714750" cy="2254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4ecdc4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94375" y="3952875"/>
            <a:ext cx="603250" cy="6032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9156" y="4135438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48828" y="7441"/>
                </a:moveTo>
                <a:cubicBezTo>
                  <a:pt x="175524" y="7441"/>
                  <a:pt x="197197" y="29115"/>
                  <a:pt x="197197" y="55811"/>
                </a:cubicBezTo>
                <a:cubicBezTo>
                  <a:pt x="197197" y="82506"/>
                  <a:pt x="175524" y="104180"/>
                  <a:pt x="148828" y="104180"/>
                </a:cubicBezTo>
                <a:cubicBezTo>
                  <a:pt x="122132" y="104180"/>
                  <a:pt x="100459" y="82506"/>
                  <a:pt x="100459" y="55811"/>
                </a:cubicBezTo>
                <a:cubicBezTo>
                  <a:pt x="100459" y="29115"/>
                  <a:pt x="122132" y="7441"/>
                  <a:pt x="148828" y="7441"/>
                </a:cubicBezTo>
                <a:close/>
                <a:moveTo>
                  <a:pt x="44648" y="40928"/>
                </a:moveTo>
                <a:cubicBezTo>
                  <a:pt x="63130" y="40928"/>
                  <a:pt x="78135" y="55932"/>
                  <a:pt x="78135" y="74414"/>
                </a:cubicBezTo>
                <a:cubicBezTo>
                  <a:pt x="78135" y="92896"/>
                  <a:pt x="63130" y="107900"/>
                  <a:pt x="44648" y="107900"/>
                </a:cubicBezTo>
                <a:cubicBezTo>
                  <a:pt x="26167" y="107900"/>
                  <a:pt x="11162" y="92896"/>
                  <a:pt x="11162" y="74414"/>
                </a:cubicBezTo>
                <a:cubicBezTo>
                  <a:pt x="11162" y="55932"/>
                  <a:pt x="26167" y="40928"/>
                  <a:pt x="44648" y="40928"/>
                </a:cubicBezTo>
                <a:close/>
                <a:moveTo>
                  <a:pt x="0" y="193477"/>
                </a:moveTo>
                <a:cubicBezTo>
                  <a:pt x="0" y="160595"/>
                  <a:pt x="26650" y="133945"/>
                  <a:pt x="59531" y="133945"/>
                </a:cubicBezTo>
                <a:cubicBezTo>
                  <a:pt x="65484" y="133945"/>
                  <a:pt x="71251" y="134829"/>
                  <a:pt x="76693" y="136457"/>
                </a:cubicBezTo>
                <a:cubicBezTo>
                  <a:pt x="61392" y="153572"/>
                  <a:pt x="52090" y="176175"/>
                  <a:pt x="52090" y="200918"/>
                </a:cubicBezTo>
                <a:lnTo>
                  <a:pt x="52090" y="208359"/>
                </a:lnTo>
                <a:cubicBezTo>
                  <a:pt x="52090" y="213661"/>
                  <a:pt x="53206" y="218684"/>
                  <a:pt x="55206" y="223242"/>
                </a:cubicBezTo>
                <a:lnTo>
                  <a:pt x="14883" y="223242"/>
                </a:lnTo>
                <a:cubicBezTo>
                  <a:pt x="6651" y="223242"/>
                  <a:pt x="0" y="216591"/>
                  <a:pt x="0" y="208359"/>
                </a:cubicBezTo>
                <a:lnTo>
                  <a:pt x="0" y="193477"/>
                </a:lnTo>
                <a:close/>
                <a:moveTo>
                  <a:pt x="242450" y="223242"/>
                </a:moveTo>
                <a:cubicBezTo>
                  <a:pt x="244450" y="218684"/>
                  <a:pt x="245566" y="213661"/>
                  <a:pt x="245566" y="208359"/>
                </a:cubicBezTo>
                <a:lnTo>
                  <a:pt x="245566" y="200918"/>
                </a:lnTo>
                <a:cubicBezTo>
                  <a:pt x="245566" y="176175"/>
                  <a:pt x="236265" y="153572"/>
                  <a:pt x="220963" y="136457"/>
                </a:cubicBezTo>
                <a:cubicBezTo>
                  <a:pt x="226405" y="134829"/>
                  <a:pt x="232172" y="133945"/>
                  <a:pt x="238125" y="133945"/>
                </a:cubicBezTo>
                <a:cubicBezTo>
                  <a:pt x="271007" y="133945"/>
                  <a:pt x="297656" y="160595"/>
                  <a:pt x="297656" y="193477"/>
                </a:cubicBezTo>
                <a:lnTo>
                  <a:pt x="297656" y="208359"/>
                </a:lnTo>
                <a:cubicBezTo>
                  <a:pt x="297656" y="216591"/>
                  <a:pt x="291005" y="223242"/>
                  <a:pt x="282773" y="223242"/>
                </a:cubicBezTo>
                <a:lnTo>
                  <a:pt x="242450" y="223242"/>
                </a:lnTo>
                <a:close/>
                <a:moveTo>
                  <a:pt x="219521" y="74414"/>
                </a:moveTo>
                <a:cubicBezTo>
                  <a:pt x="219521" y="55932"/>
                  <a:pt x="234526" y="40928"/>
                  <a:pt x="253008" y="40928"/>
                </a:cubicBezTo>
                <a:cubicBezTo>
                  <a:pt x="271489" y="40928"/>
                  <a:pt x="286494" y="55932"/>
                  <a:pt x="286494" y="74414"/>
                </a:cubicBezTo>
                <a:cubicBezTo>
                  <a:pt x="286494" y="92896"/>
                  <a:pt x="271489" y="107900"/>
                  <a:pt x="253008" y="107900"/>
                </a:cubicBezTo>
                <a:cubicBezTo>
                  <a:pt x="234526" y="107900"/>
                  <a:pt x="219521" y="92896"/>
                  <a:pt x="219521" y="74414"/>
                </a:cubicBezTo>
                <a:close/>
                <a:moveTo>
                  <a:pt x="74414" y="200918"/>
                </a:moveTo>
                <a:cubicBezTo>
                  <a:pt x="74414" y="159804"/>
                  <a:pt x="107714" y="126504"/>
                  <a:pt x="148828" y="126504"/>
                </a:cubicBezTo>
                <a:cubicBezTo>
                  <a:pt x="189942" y="126504"/>
                  <a:pt x="223242" y="159804"/>
                  <a:pt x="223242" y="200918"/>
                </a:cubicBezTo>
                <a:lnTo>
                  <a:pt x="223242" y="208359"/>
                </a:lnTo>
                <a:cubicBezTo>
                  <a:pt x="223242" y="216591"/>
                  <a:pt x="216591" y="223242"/>
                  <a:pt x="208359" y="223242"/>
                </a:cubicBezTo>
                <a:lnTo>
                  <a:pt x="89297" y="223242"/>
                </a:lnTo>
                <a:cubicBezTo>
                  <a:pt x="81065" y="223242"/>
                  <a:pt x="74414" y="216591"/>
                  <a:pt x="74414" y="208359"/>
                </a:cubicBezTo>
                <a:lnTo>
                  <a:pt x="74414" y="2009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80868" y="4667250"/>
            <a:ext cx="203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Agent Management Module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13250" y="5016500"/>
            <a:ext cx="3429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personnel management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performance tracking and route assignment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21188" y="5532438"/>
            <a:ext cx="3349625" cy="3016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09332" y="5635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34243" y="53826"/>
                  <a:pt x="22572" y="42156"/>
                  <a:pt x="22572" y="27781"/>
                </a:cubicBezTo>
                <a:cubicBezTo>
                  <a:pt x="22572" y="13407"/>
                  <a:pt x="34243" y="1736"/>
                  <a:pt x="48617" y="1736"/>
                </a:cubicBezTo>
                <a:cubicBezTo>
                  <a:pt x="62992" y="1736"/>
                  <a:pt x="74662" y="13407"/>
                  <a:pt x="74662" y="27781"/>
                </a:cubicBezTo>
                <a:cubicBezTo>
                  <a:pt x="74662" y="42156"/>
                  <a:pt x="62992" y="53826"/>
                  <a:pt x="48617" y="53826"/>
                </a:cubicBezTo>
                <a:close/>
                <a:moveTo>
                  <a:pt x="41997" y="65980"/>
                </a:moveTo>
                <a:lnTo>
                  <a:pt x="55237" y="65980"/>
                </a:lnTo>
                <a:cubicBezTo>
                  <a:pt x="57342" y="65980"/>
                  <a:pt x="59035" y="67673"/>
                  <a:pt x="59035" y="69779"/>
                </a:cubicBezTo>
                <a:cubicBezTo>
                  <a:pt x="59035" y="70690"/>
                  <a:pt x="58710" y="71558"/>
                  <a:pt x="58124" y="72253"/>
                </a:cubicBezTo>
                <a:lnTo>
                  <a:pt x="52177" y="79198"/>
                </a:lnTo>
                <a:lnTo>
                  <a:pt x="58905" y="104180"/>
                </a:lnTo>
                <a:lnTo>
                  <a:pt x="59035" y="104180"/>
                </a:lnTo>
                <a:lnTo>
                  <a:pt x="66545" y="74120"/>
                </a:lnTo>
                <a:cubicBezTo>
                  <a:pt x="67022" y="72231"/>
                  <a:pt x="68954" y="71081"/>
                  <a:pt x="70777" y="71775"/>
                </a:cubicBezTo>
                <a:cubicBezTo>
                  <a:pt x="84212" y="76898"/>
                  <a:pt x="93762" y="89920"/>
                  <a:pt x="93762" y="105156"/>
                </a:cubicBezTo>
                <a:cubicBezTo>
                  <a:pt x="93762" y="108434"/>
                  <a:pt x="91092" y="111103"/>
                  <a:pt x="87815" y="111103"/>
                </a:cubicBezTo>
                <a:lnTo>
                  <a:pt x="9420" y="111125"/>
                </a:lnTo>
                <a:cubicBezTo>
                  <a:pt x="6142" y="111125"/>
                  <a:pt x="3473" y="108455"/>
                  <a:pt x="3473" y="105178"/>
                </a:cubicBezTo>
                <a:cubicBezTo>
                  <a:pt x="3473" y="89942"/>
                  <a:pt x="13022" y="76919"/>
                  <a:pt x="26457" y="71797"/>
                </a:cubicBezTo>
                <a:cubicBezTo>
                  <a:pt x="28280" y="71103"/>
                  <a:pt x="30212" y="72253"/>
                  <a:pt x="30690" y="74141"/>
                </a:cubicBezTo>
                <a:lnTo>
                  <a:pt x="38199" y="104201"/>
                </a:lnTo>
                <a:lnTo>
                  <a:pt x="38329" y="104201"/>
                </a:lnTo>
                <a:lnTo>
                  <a:pt x="45058" y="79220"/>
                </a:lnTo>
                <a:lnTo>
                  <a:pt x="39111" y="72275"/>
                </a:lnTo>
                <a:cubicBezTo>
                  <a:pt x="38525" y="71580"/>
                  <a:pt x="38199" y="70712"/>
                  <a:pt x="38199" y="69800"/>
                </a:cubicBezTo>
                <a:cubicBezTo>
                  <a:pt x="38199" y="67695"/>
                  <a:pt x="39892" y="66002"/>
                  <a:pt x="41997" y="66002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4627563" y="5603875"/>
            <a:ext cx="30995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43875" y="3762375"/>
            <a:ext cx="3714750" cy="2254250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63500" dir="2700000">
              <a:srgbClr val="ffe66d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699625" y="3952875"/>
            <a:ext cx="603250" cy="6032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508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1750" dir="2700000">
              <a:srgbClr val="ffffff">
                <a:alpha val="3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869289" y="413543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38311" y="111621"/>
                </a:moveTo>
                <a:lnTo>
                  <a:pt x="156456" y="111621"/>
                </a:lnTo>
                <a:cubicBezTo>
                  <a:pt x="148224" y="111621"/>
                  <a:pt x="141573" y="104970"/>
                  <a:pt x="141573" y="96738"/>
                </a:cubicBezTo>
                <a:lnTo>
                  <a:pt x="141573" y="14883"/>
                </a:lnTo>
                <a:cubicBezTo>
                  <a:pt x="141573" y="6651"/>
                  <a:pt x="148270" y="-93"/>
                  <a:pt x="156409" y="977"/>
                </a:cubicBezTo>
                <a:cubicBezTo>
                  <a:pt x="206173" y="7581"/>
                  <a:pt x="245613" y="47020"/>
                  <a:pt x="252217" y="96785"/>
                </a:cubicBezTo>
                <a:cubicBezTo>
                  <a:pt x="253287" y="104924"/>
                  <a:pt x="246543" y="111621"/>
                  <a:pt x="238311" y="111621"/>
                </a:cubicBezTo>
                <a:close/>
                <a:moveTo>
                  <a:pt x="103529" y="17301"/>
                </a:moveTo>
                <a:cubicBezTo>
                  <a:pt x="111947" y="15534"/>
                  <a:pt x="119249" y="22417"/>
                  <a:pt x="119249" y="31021"/>
                </a:cubicBezTo>
                <a:lnTo>
                  <a:pt x="119249" y="122783"/>
                </a:lnTo>
                <a:cubicBezTo>
                  <a:pt x="119249" y="125388"/>
                  <a:pt x="120179" y="127899"/>
                  <a:pt x="121807" y="129899"/>
                </a:cubicBezTo>
                <a:lnTo>
                  <a:pt x="183245" y="204034"/>
                </a:lnTo>
                <a:cubicBezTo>
                  <a:pt x="188686" y="210592"/>
                  <a:pt x="187523" y="220498"/>
                  <a:pt x="180036" y="224544"/>
                </a:cubicBezTo>
                <a:cubicBezTo>
                  <a:pt x="164176" y="233195"/>
                  <a:pt x="145991" y="238125"/>
                  <a:pt x="126690" y="238125"/>
                </a:cubicBezTo>
                <a:cubicBezTo>
                  <a:pt x="65066" y="238125"/>
                  <a:pt x="15069" y="188128"/>
                  <a:pt x="15069" y="126504"/>
                </a:cubicBezTo>
                <a:cubicBezTo>
                  <a:pt x="15069" y="72786"/>
                  <a:pt x="52974" y="27952"/>
                  <a:pt x="103529" y="17301"/>
                </a:cubicBezTo>
                <a:close/>
                <a:moveTo>
                  <a:pt x="222219" y="133945"/>
                </a:moveTo>
                <a:lnTo>
                  <a:pt x="251985" y="133945"/>
                </a:lnTo>
                <a:cubicBezTo>
                  <a:pt x="260589" y="133945"/>
                  <a:pt x="267472" y="141247"/>
                  <a:pt x="265705" y="149665"/>
                </a:cubicBezTo>
                <a:cubicBezTo>
                  <a:pt x="260961" y="172176"/>
                  <a:pt x="249427" y="192174"/>
                  <a:pt x="233335" y="207429"/>
                </a:cubicBezTo>
                <a:cubicBezTo>
                  <a:pt x="227614" y="212871"/>
                  <a:pt x="218638" y="211708"/>
                  <a:pt x="213615" y="205615"/>
                </a:cubicBezTo>
                <a:lnTo>
                  <a:pt x="174361" y="158316"/>
                </a:lnTo>
                <a:cubicBezTo>
                  <a:pt x="166315" y="148596"/>
                  <a:pt x="173245" y="133945"/>
                  <a:pt x="185803" y="133945"/>
                </a:cubicBezTo>
                <a:lnTo>
                  <a:pt x="222172" y="13394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1" name="Text 49"/>
          <p:cNvSpPr/>
          <p:nvPr/>
        </p:nvSpPr>
        <p:spPr>
          <a:xfrm>
            <a:off x="8987730" y="4667250"/>
            <a:ext cx="2024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&amp; Reports Module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8500" y="5016500"/>
            <a:ext cx="3429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Comprehensive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reporting system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data visualization, trend analysis, and export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6438" y="5532438"/>
            <a:ext cx="3349625" cy="3016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02713" y="5635625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13891"/>
                </a:moveTo>
                <a:cubicBezTo>
                  <a:pt x="0" y="6229"/>
                  <a:pt x="6229" y="0"/>
                  <a:pt x="13891" y="0"/>
                </a:cubicBezTo>
                <a:lnTo>
                  <a:pt x="46338" y="0"/>
                </a:lnTo>
                <a:cubicBezTo>
                  <a:pt x="50028" y="0"/>
                  <a:pt x="53566" y="1454"/>
                  <a:pt x="56170" y="4059"/>
                </a:cubicBezTo>
                <a:lnTo>
                  <a:pt x="79285" y="27195"/>
                </a:lnTo>
                <a:cubicBezTo>
                  <a:pt x="81890" y="29800"/>
                  <a:pt x="83344" y="33338"/>
                  <a:pt x="83344" y="3702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13891"/>
                </a:lnTo>
                <a:close/>
                <a:moveTo>
                  <a:pt x="45145" y="12697"/>
                </a:moveTo>
                <a:lnTo>
                  <a:pt x="45145" y="32990"/>
                </a:lnTo>
                <a:cubicBezTo>
                  <a:pt x="45145" y="35877"/>
                  <a:pt x="47467" y="38199"/>
                  <a:pt x="50354" y="38199"/>
                </a:cubicBezTo>
                <a:lnTo>
                  <a:pt x="70647" y="38199"/>
                </a:lnTo>
                <a:lnTo>
                  <a:pt x="45145" y="12697"/>
                </a:lnTo>
                <a:close/>
                <a:moveTo>
                  <a:pt x="26045" y="55563"/>
                </a:moveTo>
                <a:cubicBezTo>
                  <a:pt x="23158" y="55563"/>
                  <a:pt x="20836" y="57885"/>
                  <a:pt x="20836" y="60771"/>
                </a:cubicBezTo>
                <a:cubicBezTo>
                  <a:pt x="20836" y="63658"/>
                  <a:pt x="23158" y="65980"/>
                  <a:pt x="26045" y="65980"/>
                </a:cubicBezTo>
                <a:lnTo>
                  <a:pt x="57299" y="65980"/>
                </a:lnTo>
                <a:cubicBezTo>
                  <a:pt x="60185" y="65980"/>
                  <a:pt x="62508" y="63658"/>
                  <a:pt x="62508" y="60771"/>
                </a:cubicBezTo>
                <a:cubicBezTo>
                  <a:pt x="62508" y="57885"/>
                  <a:pt x="60185" y="55563"/>
                  <a:pt x="57299" y="55563"/>
                </a:cubicBezTo>
                <a:lnTo>
                  <a:pt x="26045" y="55563"/>
                </a:lnTo>
                <a:close/>
                <a:moveTo>
                  <a:pt x="26045" y="76398"/>
                </a:moveTo>
                <a:cubicBezTo>
                  <a:pt x="23158" y="76398"/>
                  <a:pt x="20836" y="78721"/>
                  <a:pt x="20836" y="81607"/>
                </a:cubicBezTo>
                <a:cubicBezTo>
                  <a:pt x="20836" y="84494"/>
                  <a:pt x="23158" y="86816"/>
                  <a:pt x="26045" y="86816"/>
                </a:cubicBezTo>
                <a:lnTo>
                  <a:pt x="57299" y="86816"/>
                </a:lnTo>
                <a:cubicBezTo>
                  <a:pt x="60185" y="86816"/>
                  <a:pt x="62508" y="84494"/>
                  <a:pt x="62508" y="81607"/>
                </a:cubicBezTo>
                <a:cubicBezTo>
                  <a:pt x="62508" y="78721"/>
                  <a:pt x="60185" y="76398"/>
                  <a:pt x="57299" y="76398"/>
                </a:cubicBezTo>
                <a:lnTo>
                  <a:pt x="26045" y="76398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5" name="Text 53"/>
          <p:cNvSpPr/>
          <p:nvPr/>
        </p:nvSpPr>
        <p:spPr>
          <a:xfrm>
            <a:off x="8532813" y="5603875"/>
            <a:ext cx="30995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33375" y="6175375"/>
            <a:ext cx="11525250" cy="50800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47625" dir="2700000">
              <a:srgbClr val="2d3436">
                <a:alpha val="10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81722" y="6342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58" name="Text 56"/>
          <p:cNvSpPr/>
          <p:nvPr/>
        </p:nvSpPr>
        <p:spPr>
          <a:xfrm>
            <a:off x="674688" y="6318250"/>
            <a:ext cx="1108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5F5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Six integrated modules provide complete logistics management from planning to analytics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Courier &amp; Logistics Optimization System</dc:title>
  <dc:subject>Smart Courier &amp; Logistics Optimization System</dc:subject>
  <dc:creator>Kimi</dc:creator>
  <cp:lastModifiedBy>Kimi</cp:lastModifiedBy>
  <cp:revision>1</cp:revision>
  <dcterms:created xsi:type="dcterms:W3CDTF">2026-05-24T14:41:52Z</dcterms:created>
  <dcterms:modified xsi:type="dcterms:W3CDTF">2026-05-24T14:41:52Z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Courier &amp; Logistics Optimization System","ContentProducer":"001191110108MACG2KBH8F10000","ProduceID":"19e5a677-69f2-82ba-8000-0000c4c7d2ec","ReservedCode1":"","ContentPropagator":"001191110108MACG2KBH8F20000","PropagateID":"19e5a677-69f2-82ba-8000-0000c4c7d2ec","ReservedCode2":""}</vt:lpwstr>
  </property>
</Properties>
</file>