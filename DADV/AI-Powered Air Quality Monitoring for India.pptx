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6477000" cy="68580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" y="762000"/>
            <a:ext cx="762000" cy="7620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33400" y="1365945"/>
            <a:ext cx="5276850" cy="457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80245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60" kern="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Environmental Intelligence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3400" y="2051745"/>
            <a:ext cx="647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3400" y="2779365"/>
            <a:ext cx="647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 Quality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3659386"/>
            <a:ext cx="6477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4615607"/>
            <a:ext cx="57150" cy="8763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4806107"/>
            <a:ext cx="5924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AQI tracking, AI-driven forecasts, and personalized health recommendations for 20+ major cities across India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77100" y="1990725"/>
            <a:ext cx="114300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1914525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 Cities Monitored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77100" y="2486025"/>
            <a:ext cx="114300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240982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77100" y="2981325"/>
            <a:ext cx="114300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905125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 AI Forecasts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77100" y="3476625"/>
            <a:ext cx="114300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340042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Intelligence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77100" y="4133850"/>
            <a:ext cx="4533900" cy="1905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714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8418357" y="965335"/>
            <a:ext cx="2857500" cy="9525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Air Quality Intelligence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1975" y="1866900"/>
            <a:ext cx="57150" cy="109537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981200"/>
            <a:ext cx="819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7239" y="198120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Air Quality Crisis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7239" y="2324100"/>
            <a:ext cx="4457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India's pollution emergency: statistics, affected cities, and health impacts driving urgent monitoring needs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3175" y="1866900"/>
            <a:ext cx="57150" cy="109537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572250" y="1981200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74880" y="1981200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74880" y="2324100"/>
            <a:ext cx="4362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Multi-pollutant tracking, city coverage, and integrated health advisory system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3109913"/>
            <a:ext cx="57150" cy="109537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81050" y="3224213"/>
            <a:ext cx="923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88591" y="3224213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8591" y="3567113"/>
            <a:ext cx="4352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AQI dashboards for Delhi, Mumbai, Bangalore with color-coded severity and trend indicators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3175" y="3109913"/>
            <a:ext cx="57150" cy="109537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72250" y="3224213"/>
            <a:ext cx="923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9196" y="3224213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Forecasting Engine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79196" y="3567113"/>
            <a:ext cx="4352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regression models delivering 7-day predictions with historical pattern analysis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1975" y="4352925"/>
            <a:ext cx="57150" cy="109537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81050" y="4467225"/>
            <a:ext cx="91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81001" y="4467225"/>
            <a:ext cx="438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81001" y="4810125"/>
            <a:ext cx="4362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visualization with scatter markers, regional patterns, and quick city navigation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3175" y="4352925"/>
            <a:ext cx="57150" cy="109537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572250" y="4467225"/>
            <a:ext cx="9239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83959" y="4467225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Intelligence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83959" y="4810125"/>
            <a:ext cx="43529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recommendations by age group, health conditions, and real-time AQI levels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1975" y="5595938"/>
            <a:ext cx="57150" cy="88582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1050" y="5710238"/>
            <a:ext cx="87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46920" y="5710238"/>
            <a:ext cx="654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 &amp; Reliability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46920" y="6053138"/>
            <a:ext cx="6524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CPCB monitoring stations, quality assurance, and real-time data infrastructure ensuring accuracy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0"/>
            <a:ext cx="4953000" cy="68580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571500"/>
            <a:ext cx="952500" cy="9525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6013643" y="5822598"/>
            <a:ext cx="1905000" cy="76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India's Air Quality Crisis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952500"/>
            <a:ext cx="1143000" cy="5715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238250"/>
            <a:ext cx="6448425" cy="1981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000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" y="142875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Emergency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1809750"/>
            <a:ext cx="6143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 faces a severe air quality emergency.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22 of world's 30 most polluted cities are Indian. 1.7 million premature deaths annually linked to air pollution exposure.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5775" y="241935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8163" y="2838450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Polluted Cities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6152" y="241935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1.7M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98539" y="2838450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Annual Deaths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6528" y="2419350"/>
            <a:ext cx="211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8916" y="2838450"/>
            <a:ext cx="2009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Exceed WHO Limits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1000" y="3371850"/>
            <a:ext cx="6543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highlight>
                  <a:srgbClr val="CC0000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Pollutants &amp; Sources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790950"/>
            <a:ext cx="38100" cy="571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33400" y="40386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23900" y="3867150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PM2.5 &amp; PM10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3900" y="4095750"/>
            <a:ext cx="617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 emissions, construction, industrial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438650"/>
            <a:ext cx="38100" cy="571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46863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23900" y="4514850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NO₂ &amp; O₃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3900" y="4743450"/>
            <a:ext cx="617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Traffic, power generation, chemical reactions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5086350"/>
            <a:ext cx="38100" cy="571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3400" y="5334000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723900" y="5162550"/>
            <a:ext cx="618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 &amp; SO₂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" y="5391150"/>
            <a:ext cx="617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Incomplete combustion, coal, industrial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810250"/>
            <a:ext cx="6448425" cy="7620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450" y="6000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2" name="Text 30"/>
          <p:cNvSpPr/>
          <p:nvPr/>
        </p:nvSpPr>
        <p:spPr>
          <a:xfrm>
            <a:off x="781050" y="5962650"/>
            <a:ext cx="597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Impact: Respiratory diseases up 300%, cardiovascular conditions, reduced life expectancy by 5+ years in Delhi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38430" y="1590675"/>
            <a:ext cx="448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Affected Cities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38430" y="2124075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Delhi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70865" y="2085975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340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38430" y="2428875"/>
            <a:ext cx="4371975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37" name="Shape 35"/>
          <p:cNvSpPr/>
          <p:nvPr/>
        </p:nvSpPr>
        <p:spPr>
          <a:xfrm>
            <a:off x="7438430" y="2428875"/>
            <a:ext cx="3714750" cy="114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7438430" y="269557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Mumbai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08519" y="265747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180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38430" y="3000375"/>
            <a:ext cx="4371975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41" name="Shape 39"/>
          <p:cNvSpPr/>
          <p:nvPr/>
        </p:nvSpPr>
        <p:spPr>
          <a:xfrm>
            <a:off x="7438430" y="3000375"/>
            <a:ext cx="2619375" cy="114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38430" y="326707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Kolkata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74735" y="3228975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220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38430" y="3571875"/>
            <a:ext cx="4371975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45" name="Shape 43"/>
          <p:cNvSpPr/>
          <p:nvPr/>
        </p:nvSpPr>
        <p:spPr>
          <a:xfrm>
            <a:off x="7438430" y="3571875"/>
            <a:ext cx="3057525" cy="114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7438430" y="3838575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16109" y="3800475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120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38430" y="4143375"/>
            <a:ext cx="4371975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49" name="Shape 47"/>
          <p:cNvSpPr/>
          <p:nvPr/>
        </p:nvSpPr>
        <p:spPr>
          <a:xfrm>
            <a:off x="7438430" y="4143375"/>
            <a:ext cx="1752600" cy="114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7438430" y="4410075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Chennai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17759" y="4371975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95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38430" y="4714875"/>
            <a:ext cx="4371975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53" name="Shape 51"/>
          <p:cNvSpPr/>
          <p:nvPr/>
        </p:nvSpPr>
        <p:spPr>
          <a:xfrm>
            <a:off x="7438430" y="4714875"/>
            <a:ext cx="1314450" cy="114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7438430" y="4981575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17300" y="4943475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150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38430" y="5286375"/>
            <a:ext cx="4371975" cy="11430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57" name="Shape 55"/>
          <p:cNvSpPr/>
          <p:nvPr/>
        </p:nvSpPr>
        <p:spPr>
          <a:xfrm>
            <a:off x="7438430" y="5286375"/>
            <a:ext cx="2190750" cy="1143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7438430" y="5638800"/>
            <a:ext cx="4371975" cy="19050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59" name="Shape 57"/>
          <p:cNvSpPr/>
          <p:nvPr/>
        </p:nvSpPr>
        <p:spPr>
          <a:xfrm>
            <a:off x="7457480" y="5867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60" name="Text 58"/>
          <p:cNvSpPr/>
          <p:nvPr/>
        </p:nvSpPr>
        <p:spPr>
          <a:xfrm>
            <a:off x="7667030" y="5838825"/>
            <a:ext cx="4210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Data: CPCB monitoring stations,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91000"/>
            <a:ext cx="12192000" cy="26670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0013266" y="292980"/>
            <a:ext cx="1428750" cy="9525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952500"/>
            <a:ext cx="571500" cy="571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&amp; Core Capabilities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838200"/>
            <a:ext cx="952500" cy="4762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076325"/>
            <a:ext cx="3686175" cy="46386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66825"/>
            <a:ext cx="457200" cy="457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704850" y="140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320" y="0"/>
                </a:moveTo>
                <a:cubicBezTo>
                  <a:pt x="143842" y="0"/>
                  <a:pt x="190500" y="46658"/>
                  <a:pt x="190500" y="104180"/>
                </a:cubicBezTo>
                <a:cubicBezTo>
                  <a:pt x="190500" y="109128"/>
                  <a:pt x="186519" y="113109"/>
                  <a:pt x="181570" y="113109"/>
                </a:cubicBezTo>
                <a:cubicBezTo>
                  <a:pt x="176622" y="113109"/>
                  <a:pt x="172641" y="109128"/>
                  <a:pt x="172641" y="104180"/>
                </a:cubicBezTo>
                <a:cubicBezTo>
                  <a:pt x="172641" y="56517"/>
                  <a:pt x="133983" y="17859"/>
                  <a:pt x="86320" y="17859"/>
                </a:cubicBezTo>
                <a:cubicBezTo>
                  <a:pt x="81372" y="17859"/>
                  <a:pt x="77391" y="13878"/>
                  <a:pt x="77391" y="8930"/>
                </a:cubicBezTo>
                <a:cubicBezTo>
                  <a:pt x="77391" y="3981"/>
                  <a:pt x="81372" y="0"/>
                  <a:pt x="86320" y="0"/>
                </a:cubicBezTo>
                <a:close/>
                <a:moveTo>
                  <a:pt x="77391" y="44648"/>
                </a:moveTo>
                <a:cubicBezTo>
                  <a:pt x="77391" y="39700"/>
                  <a:pt x="81372" y="35719"/>
                  <a:pt x="86320" y="35719"/>
                </a:cubicBezTo>
                <a:cubicBezTo>
                  <a:pt x="124123" y="35719"/>
                  <a:pt x="154781" y="66377"/>
                  <a:pt x="154781" y="104180"/>
                </a:cubicBezTo>
                <a:cubicBezTo>
                  <a:pt x="154781" y="109128"/>
                  <a:pt x="150800" y="113109"/>
                  <a:pt x="145852" y="113109"/>
                </a:cubicBezTo>
                <a:cubicBezTo>
                  <a:pt x="140903" y="113109"/>
                  <a:pt x="136922" y="109128"/>
                  <a:pt x="136922" y="104180"/>
                </a:cubicBezTo>
                <a:cubicBezTo>
                  <a:pt x="136922" y="76237"/>
                  <a:pt x="114263" y="53578"/>
                  <a:pt x="86320" y="53578"/>
                </a:cubicBezTo>
                <a:cubicBezTo>
                  <a:pt x="81372" y="53578"/>
                  <a:pt x="77391" y="49597"/>
                  <a:pt x="77391" y="44648"/>
                </a:cubicBezTo>
                <a:close/>
                <a:moveTo>
                  <a:pt x="9823" y="53094"/>
                </a:moveTo>
                <a:cubicBezTo>
                  <a:pt x="13097" y="46434"/>
                  <a:pt x="21878" y="45690"/>
                  <a:pt x="27124" y="50936"/>
                </a:cubicBezTo>
                <a:lnTo>
                  <a:pt x="74935" y="98747"/>
                </a:lnTo>
                <a:lnTo>
                  <a:pt x="86841" y="86841"/>
                </a:lnTo>
                <a:cubicBezTo>
                  <a:pt x="91492" y="82190"/>
                  <a:pt x="99045" y="82190"/>
                  <a:pt x="103696" y="86841"/>
                </a:cubicBezTo>
                <a:cubicBezTo>
                  <a:pt x="108347" y="91492"/>
                  <a:pt x="108347" y="99045"/>
                  <a:pt x="103696" y="103696"/>
                </a:cubicBezTo>
                <a:lnTo>
                  <a:pt x="91790" y="115602"/>
                </a:lnTo>
                <a:lnTo>
                  <a:pt x="139601" y="163413"/>
                </a:lnTo>
                <a:cubicBezTo>
                  <a:pt x="144847" y="168659"/>
                  <a:pt x="144066" y="177403"/>
                  <a:pt x="137443" y="180715"/>
                </a:cubicBezTo>
                <a:cubicBezTo>
                  <a:pt x="124718" y="187003"/>
                  <a:pt x="110430" y="190537"/>
                  <a:pt x="95287" y="190537"/>
                </a:cubicBezTo>
                <a:cubicBezTo>
                  <a:pt x="42676" y="190537"/>
                  <a:pt x="37" y="147898"/>
                  <a:pt x="37" y="95287"/>
                </a:cubicBezTo>
                <a:cubicBezTo>
                  <a:pt x="37" y="80144"/>
                  <a:pt x="3572" y="65819"/>
                  <a:pt x="9860" y="53132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362075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19526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23900" y="1876425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AQI for 20+ Indian cities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2574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" y="2181225"/>
            <a:ext cx="3190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pollutant tracking: PM2.5, PM10, NO₂, O₃, 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25622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23900" y="2486025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CPCB monitoring station feeds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28670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23900" y="2790825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Hourly updates with trend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833938"/>
            <a:ext cx="3305175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4991100"/>
            <a:ext cx="344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3340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Cities Covered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54401" y="1076325"/>
            <a:ext cx="3686175" cy="46386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4901" y="1266825"/>
            <a:ext cx="457200" cy="457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8251" y="140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5016401" y="1362075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Forecasting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44901" y="19526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97301" y="1876425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regression models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44901" y="22574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97301" y="218122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 predictive forecasts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44901" y="25622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97301" y="24860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pattern analysis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44901" y="28670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97301" y="2790825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85%+ prediction accuracy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4901" y="4833938"/>
            <a:ext cx="3305175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35" name="Text 33"/>
          <p:cNvSpPr/>
          <p:nvPr/>
        </p:nvSpPr>
        <p:spPr>
          <a:xfrm>
            <a:off x="4444901" y="4991100"/>
            <a:ext cx="344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4901" y="53340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Window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27950" y="1076325"/>
            <a:ext cx="3686175" cy="46386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8318450" y="1266825"/>
            <a:ext cx="457200" cy="457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8451800" y="1400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0" name="Text 38"/>
          <p:cNvSpPr/>
          <p:nvPr/>
        </p:nvSpPr>
        <p:spPr>
          <a:xfrm>
            <a:off x="8889950" y="1362075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Intelligence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18450" y="19526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8470850" y="187642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Age-specific recommendations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18450" y="22574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8470850" y="218122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Condition-based advisories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18450" y="25622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470850" y="24860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alert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18450" y="2867025"/>
            <a:ext cx="76200" cy="762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8470850" y="279082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health profiles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18450" y="4833938"/>
            <a:ext cx="3305175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50" name="Text 48"/>
          <p:cNvSpPr/>
          <p:nvPr/>
        </p:nvSpPr>
        <p:spPr>
          <a:xfrm>
            <a:off x="8318450" y="4991100"/>
            <a:ext cx="344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Groups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18450" y="533400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Categories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95275" y="586740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47663" y="62865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Pollutants Tracked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190875" y="586740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243263" y="62865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086475" y="586740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85%+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138863" y="62865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Accuracy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82075" y="5867400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1.4B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34463" y="62865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People Protected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23401" cy="663510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-720001">
            <a:off x="10534475" y="623080"/>
            <a:ext cx="1105850" cy="73723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530057" y="5197497"/>
            <a:ext cx="737234" cy="73723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8617" y="368617"/>
            <a:ext cx="11620644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617" y="810957"/>
            <a:ext cx="921542" cy="4607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16063" y="1041342"/>
            <a:ext cx="3898122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City AQI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6063" y="1483683"/>
            <a:ext cx="3787537" cy="92154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26649" y="1594268"/>
            <a:ext cx="46077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Delhi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95092" y="1594268"/>
            <a:ext cx="691156" cy="258032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3495092" y="1594268"/>
            <a:ext cx="755664" cy="258032"/>
          </a:xfrm>
          <a:prstGeom prst="rect">
            <a:avLst/>
          </a:prstGeom>
          <a:noFill/>
          <a:ln/>
        </p:spPr>
        <p:txBody>
          <a:bodyPr wrap="square" lIns="110585" tIns="36862" rIns="110585" bIns="36862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649" y="1926023"/>
            <a:ext cx="764880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4058" y="2110331"/>
            <a:ext cx="59900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6063" y="2515810"/>
            <a:ext cx="3787537" cy="92154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649" y="2626395"/>
            <a:ext cx="68194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Mumbai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73922" y="2626395"/>
            <a:ext cx="912327" cy="25803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922" y="2626395"/>
            <a:ext cx="976834" cy="258032"/>
          </a:xfrm>
          <a:prstGeom prst="rect">
            <a:avLst/>
          </a:prstGeom>
          <a:noFill/>
          <a:ln/>
        </p:spPr>
        <p:txBody>
          <a:bodyPr wrap="square" lIns="110585" tIns="36862" rIns="110585" bIns="36862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649" y="2958150"/>
            <a:ext cx="709587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27707" y="3142458"/>
            <a:ext cx="626649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6063" y="3547937"/>
            <a:ext cx="3787537" cy="92154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649" y="3658522"/>
            <a:ext cx="820172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73922" y="3658522"/>
            <a:ext cx="912327" cy="25803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922" y="3658522"/>
            <a:ext cx="976834" cy="258032"/>
          </a:xfrm>
          <a:prstGeom prst="rect">
            <a:avLst/>
          </a:prstGeom>
          <a:noFill/>
          <a:ln/>
        </p:spPr>
        <p:txBody>
          <a:bodyPr wrap="square" lIns="110585" tIns="36862" rIns="110585" bIns="36862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649" y="3990277"/>
            <a:ext cx="700372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4058" y="4174585"/>
            <a:ext cx="59900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6063" y="4580063"/>
            <a:ext cx="3787537" cy="92154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26649" y="4690649"/>
            <a:ext cx="68194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Chennai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33457" y="4690649"/>
            <a:ext cx="1161143" cy="258032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3033457" y="4690649"/>
            <a:ext cx="1225651" cy="258032"/>
          </a:xfrm>
          <a:prstGeom prst="rect">
            <a:avLst/>
          </a:prstGeom>
          <a:noFill/>
          <a:ln/>
        </p:spPr>
        <p:txBody>
          <a:bodyPr wrap="square" lIns="110585" tIns="36862" rIns="110585" bIns="36862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6649" y="5022404"/>
            <a:ext cx="552925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27707" y="5206712"/>
            <a:ext cx="626649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6063" y="5612190"/>
            <a:ext cx="3787537" cy="92154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26649" y="5722776"/>
            <a:ext cx="62664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Kolkata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22524" y="5722776"/>
            <a:ext cx="571356" cy="25803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35" name="Text 33"/>
          <p:cNvSpPr/>
          <p:nvPr/>
        </p:nvSpPr>
        <p:spPr>
          <a:xfrm>
            <a:off x="3622524" y="5722776"/>
            <a:ext cx="635864" cy="258032"/>
          </a:xfrm>
          <a:prstGeom prst="rect">
            <a:avLst/>
          </a:prstGeom>
          <a:noFill/>
          <a:ln/>
        </p:spPr>
        <p:txBody>
          <a:bodyPr wrap="square" lIns="110585" tIns="36862" rIns="110585" bIns="36862" rtlCol="0" anchor="ctr"/>
          <a:lstStyle/>
          <a:p>
            <a:pPr>
              <a:lnSpc>
                <a:spcPct val="120000"/>
              </a:lnSpc>
            </a:pPr>
            <a:r>
              <a:rPr lang="en-US" sz="101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6649" y="6054531"/>
            <a:ext cx="764880" cy="36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2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654058" y="6238839"/>
            <a:ext cx="599002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22323" y="1041342"/>
            <a:ext cx="7390766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1" b="1" dirty="0">
                <a:solidFill>
                  <a:srgbClr val="F5F1E6"/>
                </a:solidFill>
                <a:highlight>
                  <a:srgbClr val="CC0000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20000"/>
              </a:lnSpc>
            </a:pPr>
            <a:r>
              <a:rPr lang="en-US" sz="145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Pollutant Breakdown - Delhi (AQI 340)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40754" y="1409959"/>
            <a:ext cx="36862" cy="958404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706632" y="1557406"/>
            <a:ext cx="49763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PM2.5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09984" y="1520544"/>
            <a:ext cx="111506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180 µg/m³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06632" y="1889161"/>
            <a:ext cx="3409705" cy="147447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4706632" y="1889161"/>
            <a:ext cx="3068735" cy="14744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4706632" y="2073469"/>
            <a:ext cx="347421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Safe: &lt;35 | 5.1x over limit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4921" y="1409959"/>
            <a:ext cx="36862" cy="958404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410798" y="1557406"/>
            <a:ext cx="45155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PM10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74121" y="1520544"/>
            <a:ext cx="1161143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280 µg/m³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10798" y="1889161"/>
            <a:ext cx="3409705" cy="147447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8410798" y="1889161"/>
            <a:ext cx="2727764" cy="14744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8410798" y="2073469"/>
            <a:ext cx="347421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Safe: &lt;100 | 2.8x over limit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40754" y="2478948"/>
            <a:ext cx="36862" cy="958404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4706632" y="2626395"/>
            <a:ext cx="359401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NO₂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15673" y="2589533"/>
            <a:ext cx="101369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 µg/m³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06632" y="2958150"/>
            <a:ext cx="3409705" cy="147447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4706632" y="2958150"/>
            <a:ext cx="2386794" cy="14744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4706632" y="3142458"/>
            <a:ext cx="347421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Safe: &lt;80 | 1.2x over limit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44921" y="2478948"/>
            <a:ext cx="36862" cy="958404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8410798" y="2626395"/>
            <a:ext cx="248816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O₃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916384" y="2589533"/>
            <a:ext cx="101369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 µg/m³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10798" y="2958150"/>
            <a:ext cx="3409705" cy="147447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8410798" y="2958150"/>
            <a:ext cx="1870730" cy="14744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62" name="Text 60"/>
          <p:cNvSpPr/>
          <p:nvPr/>
        </p:nvSpPr>
        <p:spPr>
          <a:xfrm>
            <a:off x="8410798" y="3142458"/>
            <a:ext cx="3474213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Safe: &lt;100 | Within limit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522323" y="3584798"/>
            <a:ext cx="7298612" cy="2396009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4729670" y="3815184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20735" y="20735"/>
                </a:moveTo>
                <a:cubicBezTo>
                  <a:pt x="20735" y="15000"/>
                  <a:pt x="16102" y="10367"/>
                  <a:pt x="10367" y="10367"/>
                </a:cubicBezTo>
                <a:cubicBezTo>
                  <a:pt x="4633" y="10367"/>
                  <a:pt x="0" y="15000"/>
                  <a:pt x="0" y="20735"/>
                </a:cubicBezTo>
                <a:lnTo>
                  <a:pt x="0" y="129592"/>
                </a:lnTo>
                <a:cubicBezTo>
                  <a:pt x="0" y="143912"/>
                  <a:pt x="11598" y="155510"/>
                  <a:pt x="25918" y="155510"/>
                </a:cubicBezTo>
                <a:lnTo>
                  <a:pt x="155510" y="155510"/>
                </a:lnTo>
                <a:cubicBezTo>
                  <a:pt x="161245" y="155510"/>
                  <a:pt x="165878" y="150877"/>
                  <a:pt x="165878" y="145143"/>
                </a:cubicBezTo>
                <a:cubicBezTo>
                  <a:pt x="165878" y="139408"/>
                  <a:pt x="161245" y="134776"/>
                  <a:pt x="155510" y="134776"/>
                </a:cubicBezTo>
                <a:lnTo>
                  <a:pt x="25918" y="134776"/>
                </a:lnTo>
                <a:cubicBezTo>
                  <a:pt x="23067" y="134776"/>
                  <a:pt x="20735" y="132443"/>
                  <a:pt x="20735" y="129592"/>
                </a:cubicBezTo>
                <a:lnTo>
                  <a:pt x="20735" y="20735"/>
                </a:lnTo>
                <a:close/>
                <a:moveTo>
                  <a:pt x="152465" y="48791"/>
                </a:moveTo>
                <a:cubicBezTo>
                  <a:pt x="156515" y="44742"/>
                  <a:pt x="156515" y="38165"/>
                  <a:pt x="152465" y="34115"/>
                </a:cubicBezTo>
                <a:cubicBezTo>
                  <a:pt x="148415" y="30065"/>
                  <a:pt x="141838" y="30065"/>
                  <a:pt x="137789" y="34115"/>
                </a:cubicBezTo>
                <a:lnTo>
                  <a:pt x="103673" y="68263"/>
                </a:lnTo>
                <a:lnTo>
                  <a:pt x="85077" y="49698"/>
                </a:lnTo>
                <a:cubicBezTo>
                  <a:pt x="81027" y="45649"/>
                  <a:pt x="74451" y="45649"/>
                  <a:pt x="70401" y="49698"/>
                </a:cubicBezTo>
                <a:lnTo>
                  <a:pt x="39299" y="80801"/>
                </a:lnTo>
                <a:cubicBezTo>
                  <a:pt x="35249" y="84850"/>
                  <a:pt x="35249" y="91427"/>
                  <a:pt x="39299" y="95477"/>
                </a:cubicBezTo>
                <a:cubicBezTo>
                  <a:pt x="43348" y="99527"/>
                  <a:pt x="49925" y="99527"/>
                  <a:pt x="53975" y="95477"/>
                </a:cubicBezTo>
                <a:lnTo>
                  <a:pt x="77755" y="71697"/>
                </a:lnTo>
                <a:lnTo>
                  <a:pt x="96352" y="90293"/>
                </a:lnTo>
                <a:cubicBezTo>
                  <a:pt x="100401" y="94343"/>
                  <a:pt x="106978" y="94343"/>
                  <a:pt x="111028" y="90293"/>
                </a:cubicBezTo>
                <a:lnTo>
                  <a:pt x="152497" y="48824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65" name="Text 63"/>
          <p:cNvSpPr/>
          <p:nvPr/>
        </p:nvSpPr>
        <p:spPr>
          <a:xfrm>
            <a:off x="4918586" y="3769107"/>
            <a:ext cx="6800980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 Trend Analysis</a:t>
            </a:r>
            <a:endParaRPr lang="en-US" sz="1600" dirty="0"/>
          </a:p>
        </p:txBody>
      </p:sp>
      <p:pic>
        <p:nvPicPr>
          <p:cNvPr id="66" name="Image 0" descr="https://kimi-img.moonshot.cn/pub/slides/26-06-18-12:21:39-d8pn4ksupvnk22joe1v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6632" y="4137723"/>
            <a:ext cx="6671964" cy="1658776"/>
          </a:xfrm>
          <a:prstGeom prst="roundRect">
            <a:avLst>
              <a:gd name="adj" fmla="val 0"/>
            </a:avLst>
          </a:prstGeom>
        </p:spPr>
      </p:pic>
      <p:sp>
        <p:nvSpPr>
          <p:cNvPr id="67" name="Shape 64"/>
          <p:cNvSpPr/>
          <p:nvPr/>
        </p:nvSpPr>
        <p:spPr>
          <a:xfrm>
            <a:off x="4522323" y="6146685"/>
            <a:ext cx="2359147" cy="3686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68" name="Text 65"/>
          <p:cNvSpPr/>
          <p:nvPr/>
        </p:nvSpPr>
        <p:spPr>
          <a:xfrm>
            <a:off x="4490069" y="6275701"/>
            <a:ext cx="242365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 Average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4453207" y="6496871"/>
            <a:ext cx="249737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77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285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991768" y="6146685"/>
            <a:ext cx="2359147" cy="3686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1" name="Text 68"/>
          <p:cNvSpPr/>
          <p:nvPr/>
        </p:nvSpPr>
        <p:spPr>
          <a:xfrm>
            <a:off x="6959514" y="6275701"/>
            <a:ext cx="242365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30-Day Peak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922652" y="6496871"/>
            <a:ext cx="249737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77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420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9461212" y="6146685"/>
            <a:ext cx="2359147" cy="3686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4" name="Text 71"/>
          <p:cNvSpPr/>
          <p:nvPr/>
        </p:nvSpPr>
        <p:spPr>
          <a:xfrm>
            <a:off x="9428958" y="6275701"/>
            <a:ext cx="2423655" cy="18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6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30-Day Best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9392096" y="6496871"/>
            <a:ext cx="249737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77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5744" y="0"/>
            <a:ext cx="5369294" cy="666533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62870" y="648018"/>
            <a:ext cx="925740" cy="74059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925740" y="5563699"/>
            <a:ext cx="555444" cy="55544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70296" y="370296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Forecasting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0296" y="814651"/>
            <a:ext cx="925740" cy="4628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70296" y="1046087"/>
            <a:ext cx="5572957" cy="288831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55444" y="1268264"/>
            <a:ext cx="231435" cy="185148"/>
          </a:xfrm>
          <a:custGeom>
            <a:avLst/>
            <a:gdLst/>
            <a:ahLst/>
            <a:cxnLst/>
            <a:rect l="l" t="t" r="r" b="b"/>
            <a:pathLst>
              <a:path w="231435" h="185148">
                <a:moveTo>
                  <a:pt x="127289" y="0"/>
                </a:moveTo>
                <a:cubicBezTo>
                  <a:pt x="127289" y="-6401"/>
                  <a:pt x="122118" y="-11572"/>
                  <a:pt x="115718" y="-11572"/>
                </a:cubicBezTo>
                <a:cubicBezTo>
                  <a:pt x="109317" y="-11572"/>
                  <a:pt x="104146" y="-6401"/>
                  <a:pt x="104146" y="0"/>
                </a:cubicBezTo>
                <a:lnTo>
                  <a:pt x="104146" y="23144"/>
                </a:lnTo>
                <a:lnTo>
                  <a:pt x="69431" y="23144"/>
                </a:lnTo>
                <a:cubicBezTo>
                  <a:pt x="50265" y="23144"/>
                  <a:pt x="34715" y="38693"/>
                  <a:pt x="34715" y="57859"/>
                </a:cubicBezTo>
                <a:lnTo>
                  <a:pt x="34715" y="138861"/>
                </a:lnTo>
                <a:cubicBezTo>
                  <a:pt x="34715" y="158027"/>
                  <a:pt x="50265" y="173576"/>
                  <a:pt x="69431" y="173576"/>
                </a:cubicBezTo>
                <a:lnTo>
                  <a:pt x="162005" y="173576"/>
                </a:lnTo>
                <a:cubicBezTo>
                  <a:pt x="181170" y="173576"/>
                  <a:pt x="196720" y="158027"/>
                  <a:pt x="196720" y="138861"/>
                </a:cubicBezTo>
                <a:lnTo>
                  <a:pt x="196720" y="57859"/>
                </a:lnTo>
                <a:cubicBezTo>
                  <a:pt x="196720" y="38693"/>
                  <a:pt x="181170" y="23144"/>
                  <a:pt x="162005" y="23144"/>
                </a:cubicBezTo>
                <a:lnTo>
                  <a:pt x="127289" y="23144"/>
                </a:lnTo>
                <a:lnTo>
                  <a:pt x="127289" y="0"/>
                </a:lnTo>
                <a:close/>
                <a:moveTo>
                  <a:pt x="57859" y="133075"/>
                </a:moveTo>
                <a:cubicBezTo>
                  <a:pt x="57859" y="128266"/>
                  <a:pt x="61728" y="124396"/>
                  <a:pt x="66538" y="124396"/>
                </a:cubicBezTo>
                <a:lnTo>
                  <a:pt x="78109" y="124396"/>
                </a:lnTo>
                <a:cubicBezTo>
                  <a:pt x="82919" y="124396"/>
                  <a:pt x="86788" y="128266"/>
                  <a:pt x="86788" y="133075"/>
                </a:cubicBezTo>
                <a:cubicBezTo>
                  <a:pt x="86788" y="137885"/>
                  <a:pt x="82919" y="141754"/>
                  <a:pt x="78109" y="141754"/>
                </a:cubicBezTo>
                <a:lnTo>
                  <a:pt x="66538" y="141754"/>
                </a:lnTo>
                <a:cubicBezTo>
                  <a:pt x="61728" y="141754"/>
                  <a:pt x="57859" y="137885"/>
                  <a:pt x="57859" y="133075"/>
                </a:cubicBezTo>
                <a:close/>
                <a:moveTo>
                  <a:pt x="101253" y="133075"/>
                </a:moveTo>
                <a:cubicBezTo>
                  <a:pt x="101253" y="128266"/>
                  <a:pt x="105122" y="124396"/>
                  <a:pt x="109932" y="124396"/>
                </a:cubicBezTo>
                <a:lnTo>
                  <a:pt x="121503" y="124396"/>
                </a:lnTo>
                <a:cubicBezTo>
                  <a:pt x="126313" y="124396"/>
                  <a:pt x="130182" y="128266"/>
                  <a:pt x="130182" y="133075"/>
                </a:cubicBezTo>
                <a:cubicBezTo>
                  <a:pt x="130182" y="137885"/>
                  <a:pt x="126313" y="141754"/>
                  <a:pt x="121503" y="141754"/>
                </a:cubicBezTo>
                <a:lnTo>
                  <a:pt x="109932" y="141754"/>
                </a:lnTo>
                <a:cubicBezTo>
                  <a:pt x="105122" y="141754"/>
                  <a:pt x="101253" y="137885"/>
                  <a:pt x="101253" y="133075"/>
                </a:cubicBezTo>
                <a:close/>
                <a:moveTo>
                  <a:pt x="144647" y="133075"/>
                </a:moveTo>
                <a:cubicBezTo>
                  <a:pt x="144647" y="128266"/>
                  <a:pt x="148516" y="124396"/>
                  <a:pt x="153326" y="124396"/>
                </a:cubicBezTo>
                <a:lnTo>
                  <a:pt x="164897" y="124396"/>
                </a:lnTo>
                <a:cubicBezTo>
                  <a:pt x="169707" y="124396"/>
                  <a:pt x="173576" y="128266"/>
                  <a:pt x="173576" y="133075"/>
                </a:cubicBezTo>
                <a:cubicBezTo>
                  <a:pt x="173576" y="137885"/>
                  <a:pt x="169707" y="141754"/>
                  <a:pt x="164897" y="141754"/>
                </a:cubicBezTo>
                <a:lnTo>
                  <a:pt x="153326" y="141754"/>
                </a:lnTo>
                <a:cubicBezTo>
                  <a:pt x="148516" y="141754"/>
                  <a:pt x="144647" y="137885"/>
                  <a:pt x="144647" y="133075"/>
                </a:cubicBezTo>
                <a:close/>
                <a:moveTo>
                  <a:pt x="81002" y="63645"/>
                </a:moveTo>
                <a:cubicBezTo>
                  <a:pt x="90582" y="63645"/>
                  <a:pt x="98360" y="71422"/>
                  <a:pt x="98360" y="81002"/>
                </a:cubicBezTo>
                <a:cubicBezTo>
                  <a:pt x="98360" y="90582"/>
                  <a:pt x="90582" y="98360"/>
                  <a:pt x="81002" y="98360"/>
                </a:cubicBezTo>
                <a:cubicBezTo>
                  <a:pt x="71422" y="98360"/>
                  <a:pt x="63645" y="90582"/>
                  <a:pt x="63645" y="81002"/>
                </a:cubicBezTo>
                <a:cubicBezTo>
                  <a:pt x="63645" y="71422"/>
                  <a:pt x="71422" y="63645"/>
                  <a:pt x="81002" y="63645"/>
                </a:cubicBezTo>
                <a:close/>
                <a:moveTo>
                  <a:pt x="133075" y="81002"/>
                </a:moveTo>
                <a:cubicBezTo>
                  <a:pt x="133075" y="71422"/>
                  <a:pt x="140853" y="63645"/>
                  <a:pt x="150433" y="63645"/>
                </a:cubicBezTo>
                <a:cubicBezTo>
                  <a:pt x="160013" y="63645"/>
                  <a:pt x="167790" y="71422"/>
                  <a:pt x="167790" y="81002"/>
                </a:cubicBezTo>
                <a:cubicBezTo>
                  <a:pt x="167790" y="90582"/>
                  <a:pt x="160013" y="98360"/>
                  <a:pt x="150433" y="98360"/>
                </a:cubicBezTo>
                <a:cubicBezTo>
                  <a:pt x="140853" y="98360"/>
                  <a:pt x="133075" y="90582"/>
                  <a:pt x="133075" y="81002"/>
                </a:cubicBezTo>
                <a:close/>
                <a:moveTo>
                  <a:pt x="23144" y="81002"/>
                </a:moveTo>
                <a:cubicBezTo>
                  <a:pt x="23144" y="74602"/>
                  <a:pt x="17972" y="69431"/>
                  <a:pt x="11572" y="69431"/>
                </a:cubicBezTo>
                <a:cubicBezTo>
                  <a:pt x="5171" y="69431"/>
                  <a:pt x="0" y="74602"/>
                  <a:pt x="0" y="81002"/>
                </a:cubicBezTo>
                <a:lnTo>
                  <a:pt x="0" y="115718"/>
                </a:lnTo>
                <a:cubicBezTo>
                  <a:pt x="0" y="122118"/>
                  <a:pt x="5171" y="127289"/>
                  <a:pt x="11572" y="127289"/>
                </a:cubicBezTo>
                <a:cubicBezTo>
                  <a:pt x="17972" y="127289"/>
                  <a:pt x="23144" y="122118"/>
                  <a:pt x="23144" y="115718"/>
                </a:cubicBezTo>
                <a:lnTo>
                  <a:pt x="23144" y="81002"/>
                </a:lnTo>
                <a:close/>
                <a:moveTo>
                  <a:pt x="219863" y="69431"/>
                </a:moveTo>
                <a:cubicBezTo>
                  <a:pt x="213463" y="69431"/>
                  <a:pt x="208292" y="74602"/>
                  <a:pt x="208292" y="81002"/>
                </a:cubicBezTo>
                <a:lnTo>
                  <a:pt x="208292" y="115718"/>
                </a:lnTo>
                <a:cubicBezTo>
                  <a:pt x="208292" y="122118"/>
                  <a:pt x="213463" y="127289"/>
                  <a:pt x="219863" y="127289"/>
                </a:cubicBezTo>
                <a:cubicBezTo>
                  <a:pt x="226264" y="127289"/>
                  <a:pt x="231435" y="122118"/>
                  <a:pt x="231435" y="115718"/>
                </a:cubicBezTo>
                <a:lnTo>
                  <a:pt x="231435" y="81002"/>
                </a:lnTo>
                <a:cubicBezTo>
                  <a:pt x="231435" y="74602"/>
                  <a:pt x="226264" y="69431"/>
                  <a:pt x="219863" y="69431"/>
                </a:cubicBez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786879" y="1231235"/>
            <a:ext cx="5063800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Architecture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444" y="1638560"/>
            <a:ext cx="296237" cy="29623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18415" y="1638560"/>
            <a:ext cx="37029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2770" y="1638560"/>
            <a:ext cx="3814050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Regression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2770" y="1897768"/>
            <a:ext cx="3804793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learning with 200+ decision trees for robust predictions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5444" y="2194005"/>
            <a:ext cx="296237" cy="29623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15" y="2194005"/>
            <a:ext cx="37029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2770" y="2194005"/>
            <a:ext cx="351781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2770" y="2453212"/>
            <a:ext cx="350855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AQI, meteorological data, seasonal patterns, traffic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5444" y="2749449"/>
            <a:ext cx="296237" cy="29623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18415" y="2749449"/>
            <a:ext cx="37029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2770" y="2749449"/>
            <a:ext cx="2832765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2770" y="3008656"/>
            <a:ext cx="2823508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3+ years CPCB data, daily retraining for accuracy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5444" y="3304893"/>
            <a:ext cx="296237" cy="29623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18415" y="3304893"/>
            <a:ext cx="37029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2770" y="3304893"/>
            <a:ext cx="2638360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Pipeline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2770" y="3564100"/>
            <a:ext cx="2629103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inference with confidence intervals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0296" y="4082515"/>
            <a:ext cx="5656273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75" b="1" dirty="0">
                <a:solidFill>
                  <a:srgbClr val="F5F1E6"/>
                </a:solidFill>
                <a:highlight>
                  <a:srgbClr val="CC0000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30000"/>
              </a:lnSpc>
            </a:pPr>
            <a:r>
              <a:rPr lang="en-US" sz="1312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Metrics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8811" y="4452811"/>
            <a:ext cx="37030" cy="703563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18415" y="4526870"/>
            <a:ext cx="2647617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8415" y="4749048"/>
            <a:ext cx="2721677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87.3%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31846" y="4452811"/>
            <a:ext cx="37030" cy="703563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361450" y="4526870"/>
            <a:ext cx="2647617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61450" y="4749048"/>
            <a:ext cx="2721677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0.89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8811" y="5267462"/>
            <a:ext cx="37030" cy="703563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518415" y="5341522"/>
            <a:ext cx="2647617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8415" y="5563699"/>
            <a:ext cx="2721677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±12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31846" y="5267462"/>
            <a:ext cx="37030" cy="703563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3361450" y="5341522"/>
            <a:ext cx="2647617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61450" y="5563699"/>
            <a:ext cx="2721677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±18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70296" y="6119144"/>
            <a:ext cx="5572957" cy="74059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55444" y="6304292"/>
            <a:ext cx="111089" cy="148118"/>
          </a:xfrm>
          <a:custGeom>
            <a:avLst/>
            <a:gdLst/>
            <a:ahLst/>
            <a:cxnLst/>
            <a:rect l="l" t="t" r="r" b="b"/>
            <a:pathLst>
              <a:path w="111089" h="148118">
                <a:moveTo>
                  <a:pt x="84734" y="111089"/>
                </a:moveTo>
                <a:cubicBezTo>
                  <a:pt x="86846" y="104638"/>
                  <a:pt x="91070" y="98794"/>
                  <a:pt x="95843" y="93760"/>
                </a:cubicBezTo>
                <a:cubicBezTo>
                  <a:pt x="105303" y="83808"/>
                  <a:pt x="111089" y="70356"/>
                  <a:pt x="111089" y="55544"/>
                </a:cubicBezTo>
                <a:cubicBezTo>
                  <a:pt x="111089" y="24879"/>
                  <a:pt x="86210" y="0"/>
                  <a:pt x="55544" y="0"/>
                </a:cubicBezTo>
                <a:cubicBezTo>
                  <a:pt x="24879" y="0"/>
                  <a:pt x="0" y="24879"/>
                  <a:pt x="0" y="55544"/>
                </a:cubicBezTo>
                <a:cubicBezTo>
                  <a:pt x="0" y="70356"/>
                  <a:pt x="5786" y="83808"/>
                  <a:pt x="15246" y="93760"/>
                </a:cubicBezTo>
                <a:cubicBezTo>
                  <a:pt x="20019" y="98794"/>
                  <a:pt x="24272" y="104638"/>
                  <a:pt x="26355" y="111089"/>
                </a:cubicBezTo>
                <a:lnTo>
                  <a:pt x="84705" y="111089"/>
                </a:lnTo>
                <a:close/>
                <a:moveTo>
                  <a:pt x="83317" y="124975"/>
                </a:moveTo>
                <a:lnTo>
                  <a:pt x="27772" y="124975"/>
                </a:lnTo>
                <a:lnTo>
                  <a:pt x="27772" y="129604"/>
                </a:lnTo>
                <a:cubicBezTo>
                  <a:pt x="27772" y="142390"/>
                  <a:pt x="38129" y="152747"/>
                  <a:pt x="50916" y="152747"/>
                </a:cubicBezTo>
                <a:lnTo>
                  <a:pt x="60173" y="152747"/>
                </a:lnTo>
                <a:cubicBezTo>
                  <a:pt x="72960" y="152747"/>
                  <a:pt x="83317" y="142390"/>
                  <a:pt x="83317" y="129604"/>
                </a:cubicBezTo>
                <a:lnTo>
                  <a:pt x="83317" y="124975"/>
                </a:lnTo>
                <a:close/>
                <a:moveTo>
                  <a:pt x="53230" y="32401"/>
                </a:moveTo>
                <a:cubicBezTo>
                  <a:pt x="41716" y="32401"/>
                  <a:pt x="32401" y="41716"/>
                  <a:pt x="32401" y="53230"/>
                </a:cubicBezTo>
                <a:cubicBezTo>
                  <a:pt x="32401" y="57078"/>
                  <a:pt x="29305" y="60173"/>
                  <a:pt x="25458" y="60173"/>
                </a:cubicBezTo>
                <a:cubicBezTo>
                  <a:pt x="21610" y="60173"/>
                  <a:pt x="18515" y="57078"/>
                  <a:pt x="18515" y="53230"/>
                </a:cubicBezTo>
                <a:cubicBezTo>
                  <a:pt x="18515" y="34050"/>
                  <a:pt x="34050" y="18515"/>
                  <a:pt x="53230" y="18515"/>
                </a:cubicBezTo>
                <a:cubicBezTo>
                  <a:pt x="57078" y="18515"/>
                  <a:pt x="60173" y="21610"/>
                  <a:pt x="60173" y="25458"/>
                </a:cubicBezTo>
                <a:cubicBezTo>
                  <a:pt x="60173" y="29305"/>
                  <a:pt x="57078" y="32401"/>
                  <a:pt x="53230" y="3240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1" name="Text 39"/>
          <p:cNvSpPr/>
          <p:nvPr/>
        </p:nvSpPr>
        <p:spPr>
          <a:xfrm>
            <a:off x="757547" y="6267262"/>
            <a:ext cx="5111647" cy="44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 Model accuracy improves 15% when incorporating meteorological variables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7896" y="1046087"/>
            <a:ext cx="5397066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9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 AQI Forecast - Delhi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37896" y="1490442"/>
            <a:ext cx="5285977" cy="288831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pic>
        <p:nvPicPr>
          <p:cNvPr id="44" name="Image 0" descr="https://kimi-img.moonshot.cn/pub/slides/26-06-18-12:21:41-d8pn4le4t3oseukvlui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86015" y="1638560"/>
            <a:ext cx="4813850" cy="2592073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6537896" y="4526870"/>
            <a:ext cx="5285977" cy="814651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6" name="Text 43"/>
          <p:cNvSpPr/>
          <p:nvPr/>
        </p:nvSpPr>
        <p:spPr>
          <a:xfrm>
            <a:off x="6686015" y="4693503"/>
            <a:ext cx="1166433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1-3 Forecast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0299874" y="4674989"/>
            <a:ext cx="1379353" cy="259207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48" name="Text 45"/>
          <p:cNvSpPr/>
          <p:nvPr/>
        </p:nvSpPr>
        <p:spPr>
          <a:xfrm>
            <a:off x="10299874" y="4674989"/>
            <a:ext cx="1444155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CONFIDENCE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686015" y="5008255"/>
            <a:ext cx="505454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Short-term predictions with 92% accuracy using recent patterns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537896" y="5452610"/>
            <a:ext cx="5285977" cy="814651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1" name="Text 48"/>
          <p:cNvSpPr/>
          <p:nvPr/>
        </p:nvSpPr>
        <p:spPr>
          <a:xfrm>
            <a:off x="6686015" y="5619244"/>
            <a:ext cx="118494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 4-7 Forecast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0755801" y="5600729"/>
            <a:ext cx="916483" cy="259207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53" name="Text 50"/>
          <p:cNvSpPr/>
          <p:nvPr/>
        </p:nvSpPr>
        <p:spPr>
          <a:xfrm>
            <a:off x="10755801" y="5600729"/>
            <a:ext cx="981285" cy="259207"/>
          </a:xfrm>
          <a:prstGeom prst="rect">
            <a:avLst/>
          </a:prstGeom>
          <a:noFill/>
          <a:ln/>
        </p:spPr>
        <p:txBody>
          <a:bodyPr wrap="square" lIns="111089" tIns="37030" rIns="111089" bIns="37030" rtlCol="0" anchor="ctr"/>
          <a:lstStyle/>
          <a:p>
            <a:pPr>
              <a:lnSpc>
                <a:spcPct val="120000"/>
              </a:lnSpc>
            </a:pPr>
            <a:r>
              <a:rPr lang="en-US" sz="1021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686015" y="5933995"/>
            <a:ext cx="505454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Medium-term trends with 82% accuracy, weather-dependent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537896" y="6276519"/>
            <a:ext cx="5285977" cy="1851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56" name="Shape 53"/>
          <p:cNvSpPr/>
          <p:nvPr/>
        </p:nvSpPr>
        <p:spPr>
          <a:xfrm>
            <a:off x="6556411" y="6461667"/>
            <a:ext cx="129604" cy="129604"/>
          </a:xfrm>
          <a:custGeom>
            <a:avLst/>
            <a:gdLst/>
            <a:ahLst/>
            <a:cxnLst/>
            <a:rect l="l" t="t" r="r" b="b"/>
            <a:pathLst>
              <a:path w="129604" h="129604">
                <a:moveTo>
                  <a:pt x="121529" y="48601"/>
                </a:moveTo>
                <a:lnTo>
                  <a:pt x="123528" y="48601"/>
                </a:lnTo>
                <a:cubicBezTo>
                  <a:pt x="126895" y="48601"/>
                  <a:pt x="129604" y="45893"/>
                  <a:pt x="129604" y="42526"/>
                </a:cubicBezTo>
                <a:lnTo>
                  <a:pt x="129604" y="6075"/>
                </a:lnTo>
                <a:cubicBezTo>
                  <a:pt x="129604" y="3620"/>
                  <a:pt x="128135" y="1392"/>
                  <a:pt x="125857" y="456"/>
                </a:cubicBezTo>
                <a:cubicBezTo>
                  <a:pt x="123579" y="-481"/>
                  <a:pt x="120972" y="51"/>
                  <a:pt x="119225" y="1772"/>
                </a:cubicBezTo>
                <a:lnTo>
                  <a:pt x="106138" y="14884"/>
                </a:lnTo>
                <a:cubicBezTo>
                  <a:pt x="94925" y="5594"/>
                  <a:pt x="80496" y="0"/>
                  <a:pt x="64802" y="0"/>
                </a:cubicBezTo>
                <a:cubicBezTo>
                  <a:pt x="32148" y="0"/>
                  <a:pt x="5139" y="24149"/>
                  <a:pt x="658" y="55563"/>
                </a:cubicBezTo>
                <a:cubicBezTo>
                  <a:pt x="25" y="59992"/>
                  <a:pt x="3088" y="64093"/>
                  <a:pt x="7518" y="64726"/>
                </a:cubicBezTo>
                <a:cubicBezTo>
                  <a:pt x="11948" y="65359"/>
                  <a:pt x="16049" y="62271"/>
                  <a:pt x="16681" y="57866"/>
                </a:cubicBezTo>
                <a:cubicBezTo>
                  <a:pt x="20048" y="34299"/>
                  <a:pt x="40324" y="16200"/>
                  <a:pt x="64802" y="16200"/>
                </a:cubicBezTo>
                <a:cubicBezTo>
                  <a:pt x="76041" y="16200"/>
                  <a:pt x="86369" y="19997"/>
                  <a:pt x="94595" y="26402"/>
                </a:cubicBezTo>
                <a:lnTo>
                  <a:pt x="82774" y="38223"/>
                </a:lnTo>
                <a:cubicBezTo>
                  <a:pt x="81028" y="39970"/>
                  <a:pt x="80521" y="42577"/>
                  <a:pt x="81458" y="44855"/>
                </a:cubicBezTo>
                <a:cubicBezTo>
                  <a:pt x="82395" y="47133"/>
                  <a:pt x="84622" y="48601"/>
                  <a:pt x="87077" y="48601"/>
                </a:cubicBezTo>
                <a:lnTo>
                  <a:pt x="121529" y="48601"/>
                </a:lnTo>
                <a:close/>
                <a:moveTo>
                  <a:pt x="128971" y="74041"/>
                </a:moveTo>
                <a:cubicBezTo>
                  <a:pt x="129604" y="69611"/>
                  <a:pt x="126515" y="65511"/>
                  <a:pt x="122111" y="64878"/>
                </a:cubicBezTo>
                <a:cubicBezTo>
                  <a:pt x="117706" y="64245"/>
                  <a:pt x="113580" y="67333"/>
                  <a:pt x="112948" y="71738"/>
                </a:cubicBezTo>
                <a:cubicBezTo>
                  <a:pt x="109581" y="95279"/>
                  <a:pt x="89305" y="113378"/>
                  <a:pt x="64827" y="113378"/>
                </a:cubicBezTo>
                <a:cubicBezTo>
                  <a:pt x="53588" y="113378"/>
                  <a:pt x="43260" y="109581"/>
                  <a:pt x="35033" y="103177"/>
                </a:cubicBezTo>
                <a:lnTo>
                  <a:pt x="46829" y="91381"/>
                </a:lnTo>
                <a:cubicBezTo>
                  <a:pt x="48576" y="89634"/>
                  <a:pt x="49082" y="87027"/>
                  <a:pt x="48146" y="84749"/>
                </a:cubicBezTo>
                <a:cubicBezTo>
                  <a:pt x="47209" y="82470"/>
                  <a:pt x="44982" y="81002"/>
                  <a:pt x="42526" y="81002"/>
                </a:cubicBezTo>
                <a:lnTo>
                  <a:pt x="6075" y="81002"/>
                </a:lnTo>
                <a:cubicBezTo>
                  <a:pt x="2709" y="81002"/>
                  <a:pt x="0" y="83711"/>
                  <a:pt x="0" y="87077"/>
                </a:cubicBezTo>
                <a:lnTo>
                  <a:pt x="0" y="123528"/>
                </a:lnTo>
                <a:cubicBezTo>
                  <a:pt x="0" y="125984"/>
                  <a:pt x="1468" y="128211"/>
                  <a:pt x="3746" y="129148"/>
                </a:cubicBezTo>
                <a:cubicBezTo>
                  <a:pt x="6025" y="130085"/>
                  <a:pt x="8632" y="129553"/>
                  <a:pt x="10378" y="127832"/>
                </a:cubicBezTo>
                <a:lnTo>
                  <a:pt x="23491" y="114719"/>
                </a:lnTo>
                <a:cubicBezTo>
                  <a:pt x="34679" y="124009"/>
                  <a:pt x="49108" y="129604"/>
                  <a:pt x="64802" y="129604"/>
                </a:cubicBezTo>
                <a:cubicBezTo>
                  <a:pt x="97456" y="129604"/>
                  <a:pt x="124465" y="105455"/>
                  <a:pt x="128946" y="7404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57" name="Text 54"/>
          <p:cNvSpPr/>
          <p:nvPr/>
        </p:nvSpPr>
        <p:spPr>
          <a:xfrm>
            <a:off x="6758514" y="6433895"/>
            <a:ext cx="5130162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Forecasts update every 6 hours with latest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25515"/>
            <a:ext cx="12192000" cy="2233649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720001">
            <a:off x="10153021" y="423776"/>
            <a:ext cx="1302962" cy="7445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372275" y="1116824"/>
            <a:ext cx="465344" cy="46534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72275" y="372275"/>
            <a:ext cx="11614974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India AQI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275" y="819005"/>
            <a:ext cx="930687" cy="46534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72275" y="1014449"/>
            <a:ext cx="7296586" cy="513739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58412" y="1200586"/>
            <a:ext cx="700807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AQI Distribution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6261" y="5239768"/>
            <a:ext cx="148910" cy="148910"/>
          </a:xfrm>
          <a:prstGeom prst="roundRect">
            <a:avLst>
              <a:gd name="adj" fmla="val 0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959626" y="5221154"/>
            <a:ext cx="791084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(0-50)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38979" y="5239768"/>
            <a:ext cx="148910" cy="148910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2062344" y="5221154"/>
            <a:ext cx="1284348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Satisfactory (51-100)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31763" y="5239768"/>
            <a:ext cx="148910" cy="148910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5128" y="5221154"/>
            <a:ext cx="1228507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(101-200)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0160" y="5239768"/>
            <a:ext cx="148910" cy="148910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5193524" y="5221154"/>
            <a:ext cx="967915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(201-300)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3747" y="5239768"/>
            <a:ext cx="148910" cy="14891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67111" y="5221154"/>
            <a:ext cx="902766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 (300+)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95280" y="1014449"/>
            <a:ext cx="4020568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City Select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13894" y="1386724"/>
            <a:ext cx="37227" cy="40950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4190" y="1479792"/>
            <a:ext cx="409502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Delhi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5962" y="1461179"/>
            <a:ext cx="381582" cy="260592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5962" y="1461179"/>
            <a:ext cx="446730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13894" y="1870681"/>
            <a:ext cx="37227" cy="40950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8044190" y="1963750"/>
            <a:ext cx="558412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Kolkata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8289" y="1945136"/>
            <a:ext cx="381582" cy="26059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8289" y="1945136"/>
            <a:ext cx="446730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13894" y="2354638"/>
            <a:ext cx="37227" cy="40950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8044190" y="2447707"/>
            <a:ext cx="61425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Mumbai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57484" y="2429093"/>
            <a:ext cx="362968" cy="26059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11457484" y="2429093"/>
            <a:ext cx="428116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13894" y="2838595"/>
            <a:ext cx="37227" cy="40950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8044190" y="2931664"/>
            <a:ext cx="80039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62429" y="2913050"/>
            <a:ext cx="362968" cy="26059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35" name="Text 33"/>
          <p:cNvSpPr/>
          <p:nvPr/>
        </p:nvSpPr>
        <p:spPr>
          <a:xfrm>
            <a:off x="11462429" y="2913050"/>
            <a:ext cx="428116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13894" y="3322553"/>
            <a:ext cx="37227" cy="40950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8044190" y="3415621"/>
            <a:ext cx="73524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461847" y="3397008"/>
            <a:ext cx="362968" cy="26059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11461847" y="3397008"/>
            <a:ext cx="428116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13894" y="3806510"/>
            <a:ext cx="37227" cy="409502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41" name="Text 39"/>
          <p:cNvSpPr/>
          <p:nvPr/>
        </p:nvSpPr>
        <p:spPr>
          <a:xfrm>
            <a:off x="8044190" y="3899579"/>
            <a:ext cx="61425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Chennai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519869" y="3880965"/>
            <a:ext cx="297820" cy="260592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43" name="Text 41"/>
          <p:cNvSpPr/>
          <p:nvPr/>
        </p:nvSpPr>
        <p:spPr>
          <a:xfrm>
            <a:off x="11519869" y="3880965"/>
            <a:ext cx="362968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913894" y="4290467"/>
            <a:ext cx="37227" cy="409502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45" name="Text 43"/>
          <p:cNvSpPr/>
          <p:nvPr/>
        </p:nvSpPr>
        <p:spPr>
          <a:xfrm>
            <a:off x="8044190" y="4383536"/>
            <a:ext cx="409502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Pune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485405" y="4364922"/>
            <a:ext cx="335047" cy="260592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47" name="Text 45"/>
          <p:cNvSpPr/>
          <p:nvPr/>
        </p:nvSpPr>
        <p:spPr>
          <a:xfrm>
            <a:off x="11485405" y="4364922"/>
            <a:ext cx="400195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913894" y="4774424"/>
            <a:ext cx="37227" cy="40950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8044190" y="4867493"/>
            <a:ext cx="874846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Ahmedabad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467664" y="4848879"/>
            <a:ext cx="353661" cy="260592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11467664" y="4848879"/>
            <a:ext cx="418809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165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913894" y="5258382"/>
            <a:ext cx="37227" cy="40950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53" name="Text 51"/>
          <p:cNvSpPr/>
          <p:nvPr/>
        </p:nvSpPr>
        <p:spPr>
          <a:xfrm>
            <a:off x="8044190" y="5351450"/>
            <a:ext cx="483957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Jaipur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445269" y="5332837"/>
            <a:ext cx="372275" cy="26059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55" name="Text 53"/>
          <p:cNvSpPr/>
          <p:nvPr/>
        </p:nvSpPr>
        <p:spPr>
          <a:xfrm>
            <a:off x="11445269" y="5332837"/>
            <a:ext cx="437423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245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913894" y="5742339"/>
            <a:ext cx="37227" cy="40950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57" name="Text 55"/>
          <p:cNvSpPr/>
          <p:nvPr/>
        </p:nvSpPr>
        <p:spPr>
          <a:xfrm>
            <a:off x="8044190" y="5835408"/>
            <a:ext cx="67009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Lucknow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435962" y="5816794"/>
            <a:ext cx="381582" cy="260592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59" name="Text 57"/>
          <p:cNvSpPr/>
          <p:nvPr/>
        </p:nvSpPr>
        <p:spPr>
          <a:xfrm>
            <a:off x="11435962" y="5816794"/>
            <a:ext cx="446730" cy="260592"/>
          </a:xfrm>
          <a:prstGeom prst="rect">
            <a:avLst/>
          </a:prstGeom>
          <a:noFill/>
          <a:ln/>
        </p:spPr>
        <p:txBody>
          <a:bodyPr wrap="square" lIns="74455" tIns="37227" rIns="74455" bIns="37227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02473" y="6300751"/>
            <a:ext cx="2894437" cy="33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339701" y="6673026"/>
            <a:ext cx="281998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Cities Mapped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202000" y="6300751"/>
            <a:ext cx="2894437" cy="33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239227" y="6673026"/>
            <a:ext cx="281998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Feeds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101671" y="6300751"/>
            <a:ext cx="2894437" cy="33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138899" y="6673026"/>
            <a:ext cx="281998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Categories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01198" y="6300751"/>
            <a:ext cx="2894437" cy="33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9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38425" y="6673026"/>
            <a:ext cx="281998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Updates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18685" cy="607490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10517247" y="534195"/>
            <a:ext cx="1096858" cy="67499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844789" y="5425229"/>
            <a:ext cx="590616" cy="590616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37495" y="337495"/>
            <a:ext cx="11668883" cy="337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2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Categories &amp; Health Implications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495" y="742489"/>
            <a:ext cx="843737" cy="4218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2493" y="953423"/>
            <a:ext cx="4497118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AQI Scale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2493" y="1392166"/>
            <a:ext cx="4395870" cy="101248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07491" y="1577788"/>
            <a:ext cx="404994" cy="404994"/>
          </a:xfrm>
          <a:prstGeom prst="roundRect">
            <a:avLst>
              <a:gd name="adj" fmla="val 0"/>
            </a:avLst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736161" y="1695911"/>
            <a:ext cx="147654" cy="168747"/>
          </a:xfrm>
          <a:custGeom>
            <a:avLst/>
            <a:gdLst/>
            <a:ahLst/>
            <a:cxnLst/>
            <a:rect l="l" t="t" r="r" b="b"/>
            <a:pathLst>
              <a:path w="147654" h="168747">
                <a:moveTo>
                  <a:pt x="143303" y="23104"/>
                </a:moveTo>
                <a:cubicBezTo>
                  <a:pt x="148017" y="26532"/>
                  <a:pt x="149071" y="33123"/>
                  <a:pt x="145644" y="37836"/>
                </a:cubicBezTo>
                <a:lnTo>
                  <a:pt x="61270" y="153850"/>
                </a:lnTo>
                <a:cubicBezTo>
                  <a:pt x="59457" y="156355"/>
                  <a:pt x="56656" y="157904"/>
                  <a:pt x="53558" y="158168"/>
                </a:cubicBezTo>
                <a:cubicBezTo>
                  <a:pt x="50459" y="158431"/>
                  <a:pt x="47460" y="157278"/>
                  <a:pt x="45285" y="155103"/>
                </a:cubicBezTo>
                <a:lnTo>
                  <a:pt x="3098" y="112916"/>
                </a:lnTo>
                <a:cubicBezTo>
                  <a:pt x="-1022" y="108796"/>
                  <a:pt x="-1022" y="102105"/>
                  <a:pt x="3098" y="97986"/>
                </a:cubicBezTo>
                <a:cubicBezTo>
                  <a:pt x="7218" y="93866"/>
                  <a:pt x="13908" y="93866"/>
                  <a:pt x="18028" y="97986"/>
                </a:cubicBezTo>
                <a:lnTo>
                  <a:pt x="51481" y="131438"/>
                </a:lnTo>
                <a:lnTo>
                  <a:pt x="128604" y="25411"/>
                </a:lnTo>
                <a:cubicBezTo>
                  <a:pt x="132032" y="20698"/>
                  <a:pt x="138623" y="19643"/>
                  <a:pt x="143336" y="2307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113733" y="1527164"/>
            <a:ext cx="53155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3733" y="1763410"/>
            <a:ext cx="556866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0-50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7491" y="2100905"/>
            <a:ext cx="41849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health impact. Air quality is satisfactory.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2493" y="2505899"/>
            <a:ext cx="4395870" cy="101248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491" y="2691521"/>
            <a:ext cx="404994" cy="404994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16" name="Shape 14"/>
          <p:cNvSpPr/>
          <p:nvPr/>
        </p:nvSpPr>
        <p:spPr>
          <a:xfrm>
            <a:off x="788894" y="2809644"/>
            <a:ext cx="42187" cy="168747"/>
          </a:xfrm>
          <a:custGeom>
            <a:avLst/>
            <a:gdLst/>
            <a:ahLst/>
            <a:cxnLst/>
            <a:rect l="l" t="t" r="r" b="b"/>
            <a:pathLst>
              <a:path w="42187" h="168747">
                <a:moveTo>
                  <a:pt x="31640" y="10547"/>
                </a:moveTo>
                <a:cubicBezTo>
                  <a:pt x="31640" y="4713"/>
                  <a:pt x="26927" y="0"/>
                  <a:pt x="21093" y="0"/>
                </a:cubicBezTo>
                <a:cubicBezTo>
                  <a:pt x="15260" y="0"/>
                  <a:pt x="10547" y="4713"/>
                  <a:pt x="10547" y="10547"/>
                </a:cubicBezTo>
                <a:lnTo>
                  <a:pt x="10547" y="116014"/>
                </a:lnTo>
                <a:cubicBezTo>
                  <a:pt x="10547" y="121847"/>
                  <a:pt x="15260" y="126561"/>
                  <a:pt x="21093" y="126561"/>
                </a:cubicBezTo>
                <a:cubicBezTo>
                  <a:pt x="26927" y="126561"/>
                  <a:pt x="31640" y="121847"/>
                  <a:pt x="31640" y="116014"/>
                </a:cubicBezTo>
                <a:lnTo>
                  <a:pt x="31640" y="10547"/>
                </a:lnTo>
                <a:close/>
                <a:moveTo>
                  <a:pt x="21093" y="168747"/>
                </a:moveTo>
                <a:cubicBezTo>
                  <a:pt x="28377" y="168747"/>
                  <a:pt x="34277" y="162848"/>
                  <a:pt x="34277" y="155564"/>
                </a:cubicBezTo>
                <a:cubicBezTo>
                  <a:pt x="34277" y="148280"/>
                  <a:pt x="28377" y="142381"/>
                  <a:pt x="21093" y="142381"/>
                </a:cubicBezTo>
                <a:cubicBezTo>
                  <a:pt x="13810" y="142381"/>
                  <a:pt x="7910" y="148280"/>
                  <a:pt x="7910" y="155564"/>
                </a:cubicBezTo>
                <a:cubicBezTo>
                  <a:pt x="7910" y="162848"/>
                  <a:pt x="13810" y="168747"/>
                  <a:pt x="21093" y="168747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3733" y="2640897"/>
            <a:ext cx="88592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3733" y="2877143"/>
            <a:ext cx="911236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51-100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7491" y="3214638"/>
            <a:ext cx="41849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Minor breathing discomfort for sensitive people.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2493" y="3619632"/>
            <a:ext cx="4395870" cy="101248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491" y="3805254"/>
            <a:ext cx="404994" cy="404994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614" y="3923377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>
                <a:moveTo>
                  <a:pt x="84374" y="0"/>
                </a:moveTo>
                <a:cubicBezTo>
                  <a:pt x="89219" y="0"/>
                  <a:pt x="93668" y="2670"/>
                  <a:pt x="95975" y="6921"/>
                </a:cubicBezTo>
                <a:lnTo>
                  <a:pt x="167165" y="138755"/>
                </a:lnTo>
                <a:cubicBezTo>
                  <a:pt x="169374" y="142842"/>
                  <a:pt x="169275" y="147786"/>
                  <a:pt x="166902" y="151774"/>
                </a:cubicBezTo>
                <a:cubicBezTo>
                  <a:pt x="164529" y="155762"/>
                  <a:pt x="160211" y="158201"/>
                  <a:pt x="155564" y="158201"/>
                </a:cubicBezTo>
                <a:lnTo>
                  <a:pt x="13183" y="158201"/>
                </a:lnTo>
                <a:cubicBezTo>
                  <a:pt x="8536" y="158201"/>
                  <a:pt x="4252" y="155762"/>
                  <a:pt x="1846" y="151774"/>
                </a:cubicBezTo>
                <a:cubicBezTo>
                  <a:pt x="-560" y="147786"/>
                  <a:pt x="-626" y="142842"/>
                  <a:pt x="1582" y="138755"/>
                </a:cubicBezTo>
                <a:lnTo>
                  <a:pt x="72772" y="6921"/>
                </a:lnTo>
                <a:cubicBezTo>
                  <a:pt x="75079" y="2670"/>
                  <a:pt x="79529" y="0"/>
                  <a:pt x="84374" y="0"/>
                </a:cubicBezTo>
                <a:close/>
                <a:moveTo>
                  <a:pt x="84374" y="55370"/>
                </a:moveTo>
                <a:cubicBezTo>
                  <a:pt x="79990" y="55370"/>
                  <a:pt x="76464" y="58897"/>
                  <a:pt x="76464" y="63280"/>
                </a:cubicBezTo>
                <a:lnTo>
                  <a:pt x="76464" y="100194"/>
                </a:lnTo>
                <a:cubicBezTo>
                  <a:pt x="76464" y="104577"/>
                  <a:pt x="79990" y="108104"/>
                  <a:pt x="84374" y="108104"/>
                </a:cubicBezTo>
                <a:cubicBezTo>
                  <a:pt x="88757" y="108104"/>
                  <a:pt x="92284" y="104577"/>
                  <a:pt x="92284" y="100194"/>
                </a:cubicBezTo>
                <a:lnTo>
                  <a:pt x="92284" y="63280"/>
                </a:lnTo>
                <a:cubicBezTo>
                  <a:pt x="92284" y="58897"/>
                  <a:pt x="88757" y="55370"/>
                  <a:pt x="84374" y="55370"/>
                </a:cubicBezTo>
                <a:close/>
                <a:moveTo>
                  <a:pt x="93174" y="126561"/>
                </a:moveTo>
                <a:cubicBezTo>
                  <a:pt x="93374" y="123294"/>
                  <a:pt x="91745" y="120186"/>
                  <a:pt x="88945" y="118493"/>
                </a:cubicBezTo>
                <a:cubicBezTo>
                  <a:pt x="86145" y="116799"/>
                  <a:pt x="82636" y="116799"/>
                  <a:pt x="79836" y="118493"/>
                </a:cubicBezTo>
                <a:cubicBezTo>
                  <a:pt x="77036" y="120186"/>
                  <a:pt x="75407" y="123294"/>
                  <a:pt x="75607" y="126561"/>
                </a:cubicBezTo>
                <a:cubicBezTo>
                  <a:pt x="75407" y="129827"/>
                  <a:pt x="77036" y="132935"/>
                  <a:pt x="79836" y="134628"/>
                </a:cubicBezTo>
                <a:cubicBezTo>
                  <a:pt x="82636" y="136322"/>
                  <a:pt x="86145" y="136322"/>
                  <a:pt x="88945" y="134628"/>
                </a:cubicBezTo>
                <a:cubicBezTo>
                  <a:pt x="91745" y="132935"/>
                  <a:pt x="93374" y="129827"/>
                  <a:pt x="93174" y="12656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113733" y="3754630"/>
            <a:ext cx="826862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3733" y="3990876"/>
            <a:ext cx="852174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101-200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7491" y="4328371"/>
            <a:ext cx="41849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Breathing discomfort for people with lung disease.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2493" y="4733365"/>
            <a:ext cx="4395870" cy="101248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07491" y="4918987"/>
            <a:ext cx="404994" cy="404994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161" y="5037110"/>
            <a:ext cx="147654" cy="168747"/>
          </a:xfrm>
          <a:custGeom>
            <a:avLst/>
            <a:gdLst/>
            <a:ahLst/>
            <a:cxnLst/>
            <a:rect l="l" t="t" r="r" b="b"/>
            <a:pathLst>
              <a:path w="147654" h="168747">
                <a:moveTo>
                  <a:pt x="126561" y="47460"/>
                </a:moveTo>
                <a:cubicBezTo>
                  <a:pt x="126561" y="21258"/>
                  <a:pt x="102962" y="0"/>
                  <a:pt x="73827" y="0"/>
                </a:cubicBezTo>
                <a:cubicBezTo>
                  <a:pt x="44692" y="0"/>
                  <a:pt x="21093" y="21258"/>
                  <a:pt x="21093" y="47460"/>
                </a:cubicBezTo>
                <a:cubicBezTo>
                  <a:pt x="21093" y="62984"/>
                  <a:pt x="29366" y="76760"/>
                  <a:pt x="42187" y="85428"/>
                </a:cubicBezTo>
                <a:lnTo>
                  <a:pt x="42187" y="94920"/>
                </a:lnTo>
                <a:cubicBezTo>
                  <a:pt x="42187" y="100754"/>
                  <a:pt x="46900" y="105467"/>
                  <a:pt x="52734" y="105467"/>
                </a:cubicBezTo>
                <a:lnTo>
                  <a:pt x="94920" y="105467"/>
                </a:lnTo>
                <a:cubicBezTo>
                  <a:pt x="100754" y="105467"/>
                  <a:pt x="105467" y="100754"/>
                  <a:pt x="105467" y="94920"/>
                </a:cubicBezTo>
                <a:lnTo>
                  <a:pt x="105467" y="85428"/>
                </a:lnTo>
                <a:cubicBezTo>
                  <a:pt x="118288" y="76760"/>
                  <a:pt x="126561" y="62984"/>
                  <a:pt x="126561" y="47460"/>
                </a:cubicBezTo>
                <a:close/>
                <a:moveTo>
                  <a:pt x="52734" y="42187"/>
                </a:moveTo>
                <a:cubicBezTo>
                  <a:pt x="58554" y="42187"/>
                  <a:pt x="63280" y="46913"/>
                  <a:pt x="63280" y="52734"/>
                </a:cubicBezTo>
                <a:cubicBezTo>
                  <a:pt x="63280" y="58554"/>
                  <a:pt x="58554" y="63280"/>
                  <a:pt x="52734" y="63280"/>
                </a:cubicBezTo>
                <a:cubicBezTo>
                  <a:pt x="46913" y="63280"/>
                  <a:pt x="42187" y="58554"/>
                  <a:pt x="42187" y="52734"/>
                </a:cubicBezTo>
                <a:cubicBezTo>
                  <a:pt x="42187" y="46913"/>
                  <a:pt x="46913" y="42187"/>
                  <a:pt x="52734" y="42187"/>
                </a:cubicBezTo>
                <a:close/>
                <a:moveTo>
                  <a:pt x="84374" y="52734"/>
                </a:moveTo>
                <a:cubicBezTo>
                  <a:pt x="84374" y="46913"/>
                  <a:pt x="89100" y="42187"/>
                  <a:pt x="94920" y="42187"/>
                </a:cubicBezTo>
                <a:cubicBezTo>
                  <a:pt x="100741" y="42187"/>
                  <a:pt x="105467" y="46913"/>
                  <a:pt x="105467" y="52734"/>
                </a:cubicBezTo>
                <a:cubicBezTo>
                  <a:pt x="105467" y="58554"/>
                  <a:pt x="100741" y="63280"/>
                  <a:pt x="94920" y="63280"/>
                </a:cubicBezTo>
                <a:cubicBezTo>
                  <a:pt x="89100" y="63280"/>
                  <a:pt x="84374" y="58554"/>
                  <a:pt x="84374" y="52734"/>
                </a:cubicBezTo>
                <a:close/>
                <a:moveTo>
                  <a:pt x="146830" y="111960"/>
                </a:moveTo>
                <a:cubicBezTo>
                  <a:pt x="144589" y="106588"/>
                  <a:pt x="138426" y="104050"/>
                  <a:pt x="133053" y="106291"/>
                </a:cubicBezTo>
                <a:lnTo>
                  <a:pt x="73827" y="130944"/>
                </a:lnTo>
                <a:lnTo>
                  <a:pt x="14601" y="106291"/>
                </a:lnTo>
                <a:cubicBezTo>
                  <a:pt x="9228" y="104050"/>
                  <a:pt x="3065" y="106588"/>
                  <a:pt x="824" y="111960"/>
                </a:cubicBezTo>
                <a:cubicBezTo>
                  <a:pt x="-1417" y="117332"/>
                  <a:pt x="1121" y="123495"/>
                  <a:pt x="6493" y="125737"/>
                </a:cubicBezTo>
                <a:lnTo>
                  <a:pt x="46406" y="142381"/>
                </a:lnTo>
                <a:lnTo>
                  <a:pt x="6493" y="159025"/>
                </a:lnTo>
                <a:cubicBezTo>
                  <a:pt x="1121" y="161266"/>
                  <a:pt x="-1417" y="167429"/>
                  <a:pt x="824" y="172801"/>
                </a:cubicBezTo>
                <a:cubicBezTo>
                  <a:pt x="3065" y="178174"/>
                  <a:pt x="9228" y="180711"/>
                  <a:pt x="14601" y="178470"/>
                </a:cubicBezTo>
                <a:lnTo>
                  <a:pt x="73827" y="153817"/>
                </a:lnTo>
                <a:lnTo>
                  <a:pt x="133053" y="178470"/>
                </a:lnTo>
                <a:cubicBezTo>
                  <a:pt x="138426" y="180711"/>
                  <a:pt x="144589" y="178174"/>
                  <a:pt x="146830" y="172801"/>
                </a:cubicBezTo>
                <a:cubicBezTo>
                  <a:pt x="149071" y="167429"/>
                  <a:pt x="146533" y="161266"/>
                  <a:pt x="141161" y="159025"/>
                </a:cubicBezTo>
                <a:lnTo>
                  <a:pt x="101248" y="142381"/>
                </a:lnTo>
                <a:lnTo>
                  <a:pt x="141161" y="125737"/>
                </a:lnTo>
                <a:cubicBezTo>
                  <a:pt x="146533" y="123495"/>
                  <a:pt x="149071" y="117332"/>
                  <a:pt x="146830" y="111960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9" name="Text 27"/>
          <p:cNvSpPr/>
          <p:nvPr/>
        </p:nvSpPr>
        <p:spPr>
          <a:xfrm>
            <a:off x="1113733" y="4868363"/>
            <a:ext cx="860612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3733" y="5104609"/>
            <a:ext cx="885924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201-300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7491" y="5442104"/>
            <a:ext cx="41849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Breathing discomfort for most people on prolonged exposure.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2493" y="5847098"/>
            <a:ext cx="4395870" cy="101248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607491" y="6032720"/>
            <a:ext cx="404994" cy="404994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34" name="Shape 32"/>
          <p:cNvSpPr/>
          <p:nvPr/>
        </p:nvSpPr>
        <p:spPr>
          <a:xfrm>
            <a:off x="715067" y="6150843"/>
            <a:ext cx="189841" cy="168747"/>
          </a:xfrm>
          <a:custGeom>
            <a:avLst/>
            <a:gdLst/>
            <a:ahLst/>
            <a:cxnLst/>
            <a:rect l="l" t="t" r="r" b="b"/>
            <a:pathLst>
              <a:path w="189841" h="168747">
                <a:moveTo>
                  <a:pt x="147061" y="11371"/>
                </a:moveTo>
                <a:cubicBezTo>
                  <a:pt x="142381" y="8042"/>
                  <a:pt x="136020" y="9855"/>
                  <a:pt x="133152" y="14831"/>
                </a:cubicBezTo>
                <a:lnTo>
                  <a:pt x="109290" y="56128"/>
                </a:lnTo>
                <a:cubicBezTo>
                  <a:pt x="119606" y="61336"/>
                  <a:pt x="126692" y="72047"/>
                  <a:pt x="126692" y="84374"/>
                </a:cubicBezTo>
                <a:lnTo>
                  <a:pt x="174153" y="84374"/>
                </a:lnTo>
                <a:cubicBezTo>
                  <a:pt x="179986" y="84374"/>
                  <a:pt x="184765" y="79628"/>
                  <a:pt x="184073" y="73860"/>
                </a:cubicBezTo>
                <a:cubicBezTo>
                  <a:pt x="181074" y="48119"/>
                  <a:pt x="167132" y="25708"/>
                  <a:pt x="147061" y="11371"/>
                </a:cubicBezTo>
                <a:close/>
                <a:moveTo>
                  <a:pt x="56919" y="14798"/>
                </a:moveTo>
                <a:cubicBezTo>
                  <a:pt x="54052" y="9822"/>
                  <a:pt x="47691" y="8009"/>
                  <a:pt x="43011" y="11371"/>
                </a:cubicBezTo>
                <a:cubicBezTo>
                  <a:pt x="22939" y="25675"/>
                  <a:pt x="8998" y="48086"/>
                  <a:pt x="5998" y="73860"/>
                </a:cubicBezTo>
                <a:cubicBezTo>
                  <a:pt x="5306" y="79628"/>
                  <a:pt x="10118" y="84374"/>
                  <a:pt x="15919" y="84374"/>
                </a:cubicBezTo>
                <a:lnTo>
                  <a:pt x="63379" y="84374"/>
                </a:lnTo>
                <a:cubicBezTo>
                  <a:pt x="63379" y="72014"/>
                  <a:pt x="70465" y="61336"/>
                  <a:pt x="80781" y="56128"/>
                </a:cubicBezTo>
                <a:lnTo>
                  <a:pt x="56919" y="14798"/>
                </a:lnTo>
                <a:close/>
                <a:moveTo>
                  <a:pt x="53821" y="152169"/>
                </a:moveTo>
                <a:cubicBezTo>
                  <a:pt x="50954" y="157146"/>
                  <a:pt x="52569" y="163540"/>
                  <a:pt x="57776" y="165946"/>
                </a:cubicBezTo>
                <a:cubicBezTo>
                  <a:pt x="69114" y="171120"/>
                  <a:pt x="81737" y="174021"/>
                  <a:pt x="95019" y="174021"/>
                </a:cubicBezTo>
                <a:cubicBezTo>
                  <a:pt x="108302" y="174021"/>
                  <a:pt x="120925" y="171120"/>
                  <a:pt x="132262" y="165946"/>
                </a:cubicBezTo>
                <a:cubicBezTo>
                  <a:pt x="137470" y="163573"/>
                  <a:pt x="139085" y="157146"/>
                  <a:pt x="136217" y="152169"/>
                </a:cubicBezTo>
                <a:lnTo>
                  <a:pt x="112388" y="110839"/>
                </a:lnTo>
                <a:cubicBezTo>
                  <a:pt x="107412" y="114102"/>
                  <a:pt x="101446" y="116014"/>
                  <a:pt x="95052" y="116014"/>
                </a:cubicBezTo>
                <a:cubicBezTo>
                  <a:pt x="88658" y="116014"/>
                  <a:pt x="82693" y="114102"/>
                  <a:pt x="77716" y="110839"/>
                </a:cubicBezTo>
                <a:lnTo>
                  <a:pt x="53821" y="152169"/>
                </a:lnTo>
                <a:close/>
                <a:moveTo>
                  <a:pt x="95019" y="100194"/>
                </a:moveTo>
                <a:cubicBezTo>
                  <a:pt x="100671" y="100153"/>
                  <a:pt x="105872" y="97099"/>
                  <a:pt x="108662" y="92184"/>
                </a:cubicBezTo>
                <a:cubicBezTo>
                  <a:pt x="111452" y="87268"/>
                  <a:pt x="111409" y="81238"/>
                  <a:pt x="108547" y="76364"/>
                </a:cubicBezTo>
                <a:cubicBezTo>
                  <a:pt x="105685" y="71490"/>
                  <a:pt x="100441" y="68512"/>
                  <a:pt x="94789" y="68554"/>
                </a:cubicBezTo>
                <a:cubicBezTo>
                  <a:pt x="86057" y="68617"/>
                  <a:pt x="79020" y="75758"/>
                  <a:pt x="79084" y="84489"/>
                </a:cubicBezTo>
                <a:cubicBezTo>
                  <a:pt x="79148" y="93220"/>
                  <a:pt x="86288" y="100257"/>
                  <a:pt x="95019" y="100194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1113733" y="5982096"/>
            <a:ext cx="56530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3733" y="6218342"/>
            <a:ext cx="590616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300+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7491" y="6555837"/>
            <a:ext cx="4184936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Serious health effects for everyone. Emergency conditions.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68355" y="953423"/>
            <a:ext cx="6876457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97" b="1" dirty="0">
                <a:solidFill>
                  <a:srgbClr val="F5F1E6"/>
                </a:solidFill>
                <a:highlight>
                  <a:srgbClr val="CC0000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20000"/>
              </a:lnSpc>
            </a:pPr>
            <a:r>
              <a:rPr lang="en-US" sz="1329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Impact by Exposure Level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85229" y="1324667"/>
            <a:ext cx="33749" cy="1248731"/>
          </a:xfrm>
          <a:prstGeom prst="roundRect">
            <a:avLst>
              <a:gd name="adj" fmla="val 0"/>
            </a:avLst>
          </a:prstGeom>
          <a:solidFill>
            <a:srgbClr val="2ECC71"/>
          </a:solidFill>
          <a:ln/>
        </p:spPr>
      </p:sp>
      <p:sp>
        <p:nvSpPr>
          <p:cNvPr id="40" name="Text 38"/>
          <p:cNvSpPr/>
          <p:nvPr/>
        </p:nvSpPr>
        <p:spPr>
          <a:xfrm>
            <a:off x="5237102" y="1425916"/>
            <a:ext cx="323995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(0-50)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37102" y="1695911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health restrictions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37102" y="1898408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Enjoy outdoor activities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37102" y="2100905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 precautions needed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37102" y="2303402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Ideal air quality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30313" y="1324667"/>
            <a:ext cx="33749" cy="1248731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46" name="Text 44"/>
          <p:cNvSpPr/>
          <p:nvPr/>
        </p:nvSpPr>
        <p:spPr>
          <a:xfrm>
            <a:off x="8682186" y="1425916"/>
            <a:ext cx="323995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Satisfactory (51-100)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82186" y="1695911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Minor discomfort for sensitive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82186" y="1898408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Normal activities acceptable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82186" y="2100905"/>
            <a:ext cx="1845147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 groups: light precautions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2186" y="2269653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 if symptoms appear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85229" y="2674646"/>
            <a:ext cx="33749" cy="1248731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5237102" y="2775895"/>
            <a:ext cx="323995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(101-200)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37102" y="3045891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 prolonged exertion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237102" y="3248388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Sensitive groups limit exposure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237102" y="3450884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Consider indoor activities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237102" y="3653381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Watch for breathing symptoms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30313" y="2674646"/>
            <a:ext cx="33749" cy="1248731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58" name="Text 56"/>
          <p:cNvSpPr/>
          <p:nvPr/>
        </p:nvSpPr>
        <p:spPr>
          <a:xfrm>
            <a:off x="8682186" y="2775895"/>
            <a:ext cx="323995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(201-300)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82186" y="3045891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Limit outdoor activities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82186" y="3248388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Wear N95 mask outside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82186" y="3450884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windows closed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82186" y="3653381"/>
            <a:ext cx="3231513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air purifiers indoors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068355" y="4058375"/>
            <a:ext cx="6792083" cy="1721224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5258196" y="4269309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>
                <a:moveTo>
                  <a:pt x="75936" y="32006"/>
                </a:moveTo>
                <a:lnTo>
                  <a:pt x="71487" y="25836"/>
                </a:lnTo>
                <a:cubicBezTo>
                  <a:pt x="64071" y="15573"/>
                  <a:pt x="52177" y="9492"/>
                  <a:pt x="39481" y="9492"/>
                </a:cubicBezTo>
                <a:cubicBezTo>
                  <a:pt x="17679" y="9492"/>
                  <a:pt x="0" y="27171"/>
                  <a:pt x="0" y="48973"/>
                </a:cubicBezTo>
                <a:lnTo>
                  <a:pt x="0" y="49744"/>
                </a:lnTo>
                <a:cubicBezTo>
                  <a:pt x="0" y="56745"/>
                  <a:pt x="1839" y="63982"/>
                  <a:pt x="4924" y="71190"/>
                </a:cubicBezTo>
                <a:lnTo>
                  <a:pt x="36366" y="71190"/>
                </a:lnTo>
                <a:cubicBezTo>
                  <a:pt x="37316" y="71190"/>
                  <a:pt x="38176" y="70627"/>
                  <a:pt x="38561" y="69737"/>
                </a:cubicBezTo>
                <a:lnTo>
                  <a:pt x="47994" y="47104"/>
                </a:lnTo>
                <a:cubicBezTo>
                  <a:pt x="49092" y="44494"/>
                  <a:pt x="51643" y="42774"/>
                  <a:pt x="54461" y="42714"/>
                </a:cubicBezTo>
                <a:cubicBezTo>
                  <a:pt x="57279" y="42655"/>
                  <a:pt x="59889" y="44316"/>
                  <a:pt x="61046" y="46897"/>
                </a:cubicBezTo>
                <a:lnTo>
                  <a:pt x="76263" y="80682"/>
                </a:lnTo>
                <a:lnTo>
                  <a:pt x="88543" y="56122"/>
                </a:lnTo>
                <a:cubicBezTo>
                  <a:pt x="89759" y="53719"/>
                  <a:pt x="92221" y="52177"/>
                  <a:pt x="94920" y="52177"/>
                </a:cubicBezTo>
                <a:cubicBezTo>
                  <a:pt x="97620" y="52177"/>
                  <a:pt x="100082" y="53689"/>
                  <a:pt x="101298" y="56122"/>
                </a:cubicBezTo>
                <a:lnTo>
                  <a:pt x="108180" y="69855"/>
                </a:lnTo>
                <a:cubicBezTo>
                  <a:pt x="108595" y="70656"/>
                  <a:pt x="109396" y="71161"/>
                  <a:pt x="110315" y="71161"/>
                </a:cubicBezTo>
                <a:lnTo>
                  <a:pt x="146978" y="71161"/>
                </a:lnTo>
                <a:cubicBezTo>
                  <a:pt x="150093" y="63953"/>
                  <a:pt x="151902" y="56715"/>
                  <a:pt x="151902" y="49715"/>
                </a:cubicBezTo>
                <a:lnTo>
                  <a:pt x="151902" y="48943"/>
                </a:lnTo>
                <a:cubicBezTo>
                  <a:pt x="151873" y="27171"/>
                  <a:pt x="134194" y="9492"/>
                  <a:pt x="112392" y="9492"/>
                </a:cubicBezTo>
                <a:cubicBezTo>
                  <a:pt x="99726" y="9492"/>
                  <a:pt x="87801" y="15573"/>
                  <a:pt x="80386" y="25836"/>
                </a:cubicBezTo>
                <a:lnTo>
                  <a:pt x="75936" y="31976"/>
                </a:lnTo>
                <a:close/>
                <a:moveTo>
                  <a:pt x="139296" y="85428"/>
                </a:moveTo>
                <a:lnTo>
                  <a:pt x="110286" y="85428"/>
                </a:lnTo>
                <a:cubicBezTo>
                  <a:pt x="103997" y="85428"/>
                  <a:pt x="98243" y="81869"/>
                  <a:pt x="95425" y="76233"/>
                </a:cubicBezTo>
                <a:lnTo>
                  <a:pt x="94920" y="75224"/>
                </a:lnTo>
                <a:lnTo>
                  <a:pt x="82314" y="100467"/>
                </a:lnTo>
                <a:cubicBezTo>
                  <a:pt x="81098" y="102929"/>
                  <a:pt x="78547" y="104472"/>
                  <a:pt x="75788" y="104412"/>
                </a:cubicBezTo>
                <a:cubicBezTo>
                  <a:pt x="73029" y="104353"/>
                  <a:pt x="70567" y="102722"/>
                  <a:pt x="69440" y="100230"/>
                </a:cubicBezTo>
                <a:lnTo>
                  <a:pt x="54817" y="67749"/>
                </a:lnTo>
                <a:lnTo>
                  <a:pt x="51702" y="75224"/>
                </a:lnTo>
                <a:cubicBezTo>
                  <a:pt x="49121" y="81424"/>
                  <a:pt x="43070" y="85458"/>
                  <a:pt x="36366" y="85458"/>
                </a:cubicBezTo>
                <a:lnTo>
                  <a:pt x="12577" y="85458"/>
                </a:lnTo>
                <a:cubicBezTo>
                  <a:pt x="26578" y="107349"/>
                  <a:pt x="49062" y="127490"/>
                  <a:pt x="63122" y="138228"/>
                </a:cubicBezTo>
                <a:cubicBezTo>
                  <a:pt x="66800" y="141016"/>
                  <a:pt x="71309" y="142410"/>
                  <a:pt x="75907" y="142410"/>
                </a:cubicBezTo>
                <a:cubicBezTo>
                  <a:pt x="80504" y="142410"/>
                  <a:pt x="85043" y="141046"/>
                  <a:pt x="88691" y="138228"/>
                </a:cubicBezTo>
                <a:cubicBezTo>
                  <a:pt x="102811" y="127460"/>
                  <a:pt x="125295" y="107319"/>
                  <a:pt x="139296" y="85428"/>
                </a:cubicBez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65" name="Text 63"/>
          <p:cNvSpPr/>
          <p:nvPr/>
        </p:nvSpPr>
        <p:spPr>
          <a:xfrm>
            <a:off x="5431162" y="4227122"/>
            <a:ext cx="633646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 Health Effects (300+)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237102" y="4564617"/>
            <a:ext cx="3223075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Effects: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237102" y="4834613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Severe respiratory distress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237102" y="5037110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Eye and throat irritation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237102" y="5239607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Chest tightness and coughing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237102" y="5442104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Reduced lung function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30313" y="4564617"/>
            <a:ext cx="3223075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Risks: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30313" y="4834613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Chronic respiratory diseases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530313" y="5037110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Cardiovascular complications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530313" y="5239607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Reduced life expectancy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530313" y="5442104"/>
            <a:ext cx="3214638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Increased cancer risk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068355" y="5914597"/>
            <a:ext cx="6792083" cy="67499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7" name="Shape 75"/>
          <p:cNvSpPr/>
          <p:nvPr/>
        </p:nvSpPr>
        <p:spPr>
          <a:xfrm>
            <a:off x="5211790" y="6083344"/>
            <a:ext cx="151873" cy="134998"/>
          </a:xfrm>
          <a:custGeom>
            <a:avLst/>
            <a:gdLst/>
            <a:ahLst/>
            <a:cxnLst/>
            <a:rect l="l" t="t" r="r" b="b"/>
            <a:pathLst>
              <a:path w="151873" h="134998">
                <a:moveTo>
                  <a:pt x="16875" y="8437"/>
                </a:moveTo>
                <a:cubicBezTo>
                  <a:pt x="7567" y="8437"/>
                  <a:pt x="0" y="16005"/>
                  <a:pt x="0" y="25312"/>
                </a:cubicBezTo>
                <a:lnTo>
                  <a:pt x="0" y="101248"/>
                </a:lnTo>
                <a:cubicBezTo>
                  <a:pt x="0" y="110556"/>
                  <a:pt x="7567" y="118123"/>
                  <a:pt x="16875" y="118123"/>
                </a:cubicBezTo>
                <a:lnTo>
                  <a:pt x="17745" y="118123"/>
                </a:lnTo>
                <a:cubicBezTo>
                  <a:pt x="20487" y="127853"/>
                  <a:pt x="29452" y="134998"/>
                  <a:pt x="40078" y="134998"/>
                </a:cubicBezTo>
                <a:cubicBezTo>
                  <a:pt x="50703" y="134998"/>
                  <a:pt x="59642" y="127853"/>
                  <a:pt x="62410" y="118123"/>
                </a:cubicBezTo>
                <a:lnTo>
                  <a:pt x="89462" y="118123"/>
                </a:lnTo>
                <a:cubicBezTo>
                  <a:pt x="92205" y="127853"/>
                  <a:pt x="101169" y="134998"/>
                  <a:pt x="111795" y="134998"/>
                </a:cubicBezTo>
                <a:cubicBezTo>
                  <a:pt x="122421" y="134998"/>
                  <a:pt x="131359" y="127853"/>
                  <a:pt x="134128" y="118123"/>
                </a:cubicBezTo>
                <a:lnTo>
                  <a:pt x="134998" y="118123"/>
                </a:lnTo>
                <a:cubicBezTo>
                  <a:pt x="144305" y="118123"/>
                  <a:pt x="151873" y="110556"/>
                  <a:pt x="151873" y="101248"/>
                </a:cubicBezTo>
                <a:lnTo>
                  <a:pt x="151873" y="62568"/>
                </a:lnTo>
                <a:cubicBezTo>
                  <a:pt x="151873" y="58086"/>
                  <a:pt x="150106" y="53788"/>
                  <a:pt x="146942" y="50624"/>
                </a:cubicBezTo>
                <a:lnTo>
                  <a:pt x="134998" y="38680"/>
                </a:lnTo>
                <a:cubicBezTo>
                  <a:pt x="131834" y="35516"/>
                  <a:pt x="127536" y="33749"/>
                  <a:pt x="123054" y="33749"/>
                </a:cubicBezTo>
                <a:lnTo>
                  <a:pt x="109686" y="33749"/>
                </a:lnTo>
                <a:lnTo>
                  <a:pt x="109686" y="25312"/>
                </a:lnTo>
                <a:cubicBezTo>
                  <a:pt x="109686" y="16005"/>
                  <a:pt x="102119" y="8437"/>
                  <a:pt x="92811" y="8437"/>
                </a:cubicBezTo>
                <a:lnTo>
                  <a:pt x="16875" y="8437"/>
                </a:lnTo>
                <a:close/>
                <a:moveTo>
                  <a:pt x="134998" y="62568"/>
                </a:moveTo>
                <a:lnTo>
                  <a:pt x="134998" y="75936"/>
                </a:lnTo>
                <a:lnTo>
                  <a:pt x="109686" y="75936"/>
                </a:lnTo>
                <a:lnTo>
                  <a:pt x="109686" y="50624"/>
                </a:lnTo>
                <a:lnTo>
                  <a:pt x="123054" y="50624"/>
                </a:lnTo>
                <a:lnTo>
                  <a:pt x="134998" y="62568"/>
                </a:lnTo>
                <a:close/>
                <a:moveTo>
                  <a:pt x="40078" y="101248"/>
                </a:moveTo>
                <a:cubicBezTo>
                  <a:pt x="45898" y="101248"/>
                  <a:pt x="50624" y="105974"/>
                  <a:pt x="50624" y="111795"/>
                </a:cubicBezTo>
                <a:cubicBezTo>
                  <a:pt x="50624" y="117616"/>
                  <a:pt x="45898" y="122342"/>
                  <a:pt x="40078" y="122342"/>
                </a:cubicBezTo>
                <a:cubicBezTo>
                  <a:pt x="34257" y="122342"/>
                  <a:pt x="29531" y="117616"/>
                  <a:pt x="29531" y="111795"/>
                </a:cubicBezTo>
                <a:cubicBezTo>
                  <a:pt x="29531" y="105974"/>
                  <a:pt x="34257" y="101248"/>
                  <a:pt x="40078" y="101248"/>
                </a:cubicBezTo>
                <a:close/>
                <a:moveTo>
                  <a:pt x="101248" y="111795"/>
                </a:moveTo>
                <a:cubicBezTo>
                  <a:pt x="101248" y="105974"/>
                  <a:pt x="105974" y="101248"/>
                  <a:pt x="111795" y="101248"/>
                </a:cubicBezTo>
                <a:cubicBezTo>
                  <a:pt x="117616" y="101248"/>
                  <a:pt x="122342" y="105974"/>
                  <a:pt x="122342" y="111795"/>
                </a:cubicBezTo>
                <a:cubicBezTo>
                  <a:pt x="122342" y="117616"/>
                  <a:pt x="117616" y="122342"/>
                  <a:pt x="111795" y="122342"/>
                </a:cubicBezTo>
                <a:cubicBezTo>
                  <a:pt x="105974" y="122342"/>
                  <a:pt x="101248" y="117616"/>
                  <a:pt x="101248" y="111795"/>
                </a:cubicBezTo>
                <a:close/>
                <a:moveTo>
                  <a:pt x="46406" y="35859"/>
                </a:moveTo>
                <a:cubicBezTo>
                  <a:pt x="46406" y="33539"/>
                  <a:pt x="48304" y="31640"/>
                  <a:pt x="50624" y="31640"/>
                </a:cubicBezTo>
                <a:lnTo>
                  <a:pt x="59062" y="31640"/>
                </a:lnTo>
                <a:cubicBezTo>
                  <a:pt x="61382" y="31640"/>
                  <a:pt x="63280" y="33539"/>
                  <a:pt x="63280" y="35859"/>
                </a:cubicBezTo>
                <a:lnTo>
                  <a:pt x="63280" y="46406"/>
                </a:lnTo>
                <a:lnTo>
                  <a:pt x="73827" y="46406"/>
                </a:lnTo>
                <a:cubicBezTo>
                  <a:pt x="76147" y="46406"/>
                  <a:pt x="78046" y="48304"/>
                  <a:pt x="78046" y="50624"/>
                </a:cubicBezTo>
                <a:lnTo>
                  <a:pt x="78046" y="59062"/>
                </a:lnTo>
                <a:cubicBezTo>
                  <a:pt x="78046" y="61382"/>
                  <a:pt x="76147" y="63280"/>
                  <a:pt x="73827" y="63280"/>
                </a:cubicBezTo>
                <a:lnTo>
                  <a:pt x="63280" y="63280"/>
                </a:lnTo>
                <a:lnTo>
                  <a:pt x="63280" y="73827"/>
                </a:lnTo>
                <a:cubicBezTo>
                  <a:pt x="63280" y="76147"/>
                  <a:pt x="61382" y="78046"/>
                  <a:pt x="59062" y="78046"/>
                </a:cubicBezTo>
                <a:lnTo>
                  <a:pt x="50624" y="78046"/>
                </a:lnTo>
                <a:cubicBezTo>
                  <a:pt x="48304" y="78046"/>
                  <a:pt x="46406" y="76147"/>
                  <a:pt x="46406" y="73827"/>
                </a:cubicBezTo>
                <a:lnTo>
                  <a:pt x="46406" y="63280"/>
                </a:lnTo>
                <a:lnTo>
                  <a:pt x="35859" y="63280"/>
                </a:lnTo>
                <a:cubicBezTo>
                  <a:pt x="33539" y="63280"/>
                  <a:pt x="31640" y="61382"/>
                  <a:pt x="31640" y="59062"/>
                </a:cubicBezTo>
                <a:lnTo>
                  <a:pt x="31640" y="50624"/>
                </a:lnTo>
                <a:cubicBezTo>
                  <a:pt x="31640" y="48304"/>
                  <a:pt x="33539" y="46406"/>
                  <a:pt x="35859" y="46406"/>
                </a:cubicBezTo>
                <a:lnTo>
                  <a:pt x="46406" y="46406"/>
                </a:lnTo>
                <a:lnTo>
                  <a:pt x="46406" y="35859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78" name="Text 76"/>
          <p:cNvSpPr/>
          <p:nvPr/>
        </p:nvSpPr>
        <p:spPr>
          <a:xfrm>
            <a:off x="5416944" y="6049594"/>
            <a:ext cx="6375995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Emergency: AQI &gt;300 requires immediate protective action. Stay indoors, use N95 masks, seek medical attention if symptoms persist.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6375" y="0"/>
            <a:ext cx="4365625" cy="57150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96875" y="555625"/>
            <a:ext cx="873125" cy="63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35000" y="5707063"/>
            <a:ext cx="436563" cy="436563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17500" y="317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Health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698500"/>
            <a:ext cx="793750" cy="39688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317500" y="896938"/>
            <a:ext cx="573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50" b="1" dirty="0">
                <a:solidFill>
                  <a:srgbClr val="F5F1E6"/>
                </a:solidFill>
                <a:highlight>
                  <a:srgbClr val="CC0000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Age-Specific Recommendations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" y="1246188"/>
            <a:ext cx="5651500" cy="1587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44500" y="1373188"/>
            <a:ext cx="317500" cy="317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63563" y="1468438"/>
            <a:ext cx="79375" cy="127000"/>
          </a:xfrm>
          <a:custGeom>
            <a:avLst/>
            <a:gdLst/>
            <a:ahLst/>
            <a:cxnLst/>
            <a:rect l="l" t="t" r="r" b="b"/>
            <a:pathLst>
              <a:path w="79375" h="127000">
                <a:moveTo>
                  <a:pt x="23812" y="15875"/>
                </a:moveTo>
                <a:cubicBezTo>
                  <a:pt x="23812" y="7113"/>
                  <a:pt x="30926" y="0"/>
                  <a:pt x="39688" y="0"/>
                </a:cubicBezTo>
                <a:cubicBezTo>
                  <a:pt x="48449" y="0"/>
                  <a:pt x="55563" y="7113"/>
                  <a:pt x="55563" y="15875"/>
                </a:cubicBezTo>
                <a:cubicBezTo>
                  <a:pt x="55563" y="24637"/>
                  <a:pt x="48449" y="31750"/>
                  <a:pt x="39688" y="31750"/>
                </a:cubicBezTo>
                <a:cubicBezTo>
                  <a:pt x="30926" y="31750"/>
                  <a:pt x="23812" y="24637"/>
                  <a:pt x="23812" y="15875"/>
                </a:cubicBezTo>
                <a:close/>
                <a:moveTo>
                  <a:pt x="35719" y="95250"/>
                </a:moveTo>
                <a:lnTo>
                  <a:pt x="35719" y="119063"/>
                </a:lnTo>
                <a:cubicBezTo>
                  <a:pt x="35719" y="123453"/>
                  <a:pt x="32172" y="127000"/>
                  <a:pt x="27781" y="127000"/>
                </a:cubicBezTo>
                <a:cubicBezTo>
                  <a:pt x="23391" y="127000"/>
                  <a:pt x="19844" y="123453"/>
                  <a:pt x="19844" y="119063"/>
                </a:cubicBezTo>
                <a:lnTo>
                  <a:pt x="19844" y="71388"/>
                </a:lnTo>
                <a:lnTo>
                  <a:pt x="14660" y="79623"/>
                </a:lnTo>
                <a:cubicBezTo>
                  <a:pt x="12328" y="83344"/>
                  <a:pt x="7417" y="84435"/>
                  <a:pt x="3721" y="82104"/>
                </a:cubicBezTo>
                <a:cubicBezTo>
                  <a:pt x="25" y="79772"/>
                  <a:pt x="-1116" y="74885"/>
                  <a:pt x="1215" y="71189"/>
                </a:cubicBezTo>
                <a:lnTo>
                  <a:pt x="11113" y="55488"/>
                </a:lnTo>
                <a:cubicBezTo>
                  <a:pt x="17289" y="45641"/>
                  <a:pt x="28079" y="39688"/>
                  <a:pt x="39688" y="39688"/>
                </a:cubicBezTo>
                <a:cubicBezTo>
                  <a:pt x="51296" y="39688"/>
                  <a:pt x="62086" y="45641"/>
                  <a:pt x="68263" y="55463"/>
                </a:cubicBezTo>
                <a:lnTo>
                  <a:pt x="78160" y="71189"/>
                </a:lnTo>
                <a:cubicBezTo>
                  <a:pt x="80491" y="74910"/>
                  <a:pt x="79375" y="79797"/>
                  <a:pt x="75679" y="82128"/>
                </a:cubicBezTo>
                <a:cubicBezTo>
                  <a:pt x="71983" y="84460"/>
                  <a:pt x="67072" y="83344"/>
                  <a:pt x="64740" y="79648"/>
                </a:cubicBezTo>
                <a:lnTo>
                  <a:pt x="59531" y="71388"/>
                </a:lnTo>
                <a:lnTo>
                  <a:pt x="59531" y="119063"/>
                </a:lnTo>
                <a:cubicBezTo>
                  <a:pt x="59531" y="123453"/>
                  <a:pt x="55984" y="127000"/>
                  <a:pt x="51594" y="127000"/>
                </a:cubicBezTo>
                <a:cubicBezTo>
                  <a:pt x="47203" y="127000"/>
                  <a:pt x="43656" y="123453"/>
                  <a:pt x="43656" y="119063"/>
                </a:cubicBezTo>
                <a:lnTo>
                  <a:pt x="43656" y="95250"/>
                </a:lnTo>
                <a:lnTo>
                  <a:pt x="35719" y="95250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" y="1420813"/>
            <a:ext cx="139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Children (0-12 years)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4500" y="178593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indoors when AQI &gt;150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500" y="197643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Limit outdoor play during poor air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500" y="216693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air purifiers in bedrooms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500" y="235743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 for coughing or breathing difficulty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500" y="254793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Consult pediatrician if symptoms persist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7500" y="2928938"/>
            <a:ext cx="5651500" cy="1587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500" y="3055938"/>
            <a:ext cx="317500" cy="317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688" y="31511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95200"/>
                  <a:pt x="87362" y="75406"/>
                  <a:pt x="62929" y="75406"/>
                </a:cubicBezTo>
                <a:lnTo>
                  <a:pt x="48196" y="75406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0" name="Text 18"/>
          <p:cNvSpPr/>
          <p:nvPr/>
        </p:nvSpPr>
        <p:spPr>
          <a:xfrm>
            <a:off x="857250" y="3103563"/>
            <a:ext cx="136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Adults (18-60 years)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500" y="346868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Standard AQI-based precautions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500" y="3659187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Wear N95 mask when AQI &gt;200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500" y="384968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Reduce outdoor exercise during peaks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500" y="404018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Maintain good indoor ventilation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500" y="4230688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Regular health check-ups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375" y="4643438"/>
            <a:ext cx="31750" cy="111125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44500" y="4706938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Seniors (60+ years)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500" y="49609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Avoid morning walks during high pollution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500" y="51514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Stay hydrated, limit outdoor exposure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53419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medications accessible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4500" y="55324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 heart and lung symptoms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05262" y="4643438"/>
            <a:ext cx="31750" cy="111125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316387" y="4706938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Pregnant Women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16387" y="49609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Minimize outdoor exposure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16387" y="51514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indoor air purification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16387" y="53419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Avoid peak traffic hours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16387" y="5532438"/>
            <a:ext cx="270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Regular prenatal check-ups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4147" y="896938"/>
            <a:ext cx="549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Condition Advisories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74147" y="1309688"/>
            <a:ext cx="5397500" cy="1714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6601147" y="1436688"/>
            <a:ext cx="317500" cy="317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688460" y="153193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9375" y="7938"/>
                </a:moveTo>
                <a:cubicBezTo>
                  <a:pt x="79375" y="3547"/>
                  <a:pt x="75828" y="0"/>
                  <a:pt x="71438" y="0"/>
                </a:cubicBezTo>
                <a:cubicBezTo>
                  <a:pt x="67047" y="0"/>
                  <a:pt x="63500" y="3547"/>
                  <a:pt x="63500" y="7938"/>
                </a:cubicBezTo>
                <a:lnTo>
                  <a:pt x="63500" y="43135"/>
                </a:lnTo>
                <a:lnTo>
                  <a:pt x="55563" y="47898"/>
                </a:lnTo>
                <a:lnTo>
                  <a:pt x="55563" y="18951"/>
                </a:lnTo>
                <a:cubicBezTo>
                  <a:pt x="55563" y="12874"/>
                  <a:pt x="50626" y="7937"/>
                  <a:pt x="44549" y="7937"/>
                </a:cubicBezTo>
                <a:cubicBezTo>
                  <a:pt x="41449" y="7937"/>
                  <a:pt x="38497" y="9252"/>
                  <a:pt x="36413" y="11534"/>
                </a:cubicBezTo>
                <a:lnTo>
                  <a:pt x="29865" y="18728"/>
                </a:lnTo>
                <a:cubicBezTo>
                  <a:pt x="10641" y="39886"/>
                  <a:pt x="0" y="67419"/>
                  <a:pt x="0" y="95994"/>
                </a:cubicBezTo>
                <a:lnTo>
                  <a:pt x="0" y="103560"/>
                </a:lnTo>
                <a:cubicBezTo>
                  <a:pt x="0" y="116508"/>
                  <a:pt x="10492" y="127000"/>
                  <a:pt x="23440" y="127000"/>
                </a:cubicBezTo>
                <a:cubicBezTo>
                  <a:pt x="28897" y="127000"/>
                  <a:pt x="34280" y="125735"/>
                  <a:pt x="39167" y="123279"/>
                </a:cubicBezTo>
                <a:lnTo>
                  <a:pt x="40407" y="122659"/>
                </a:lnTo>
                <a:cubicBezTo>
                  <a:pt x="49684" y="118021"/>
                  <a:pt x="55538" y="108545"/>
                  <a:pt x="55538" y="98152"/>
                </a:cubicBezTo>
                <a:lnTo>
                  <a:pt x="55538" y="66402"/>
                </a:lnTo>
                <a:lnTo>
                  <a:pt x="71413" y="56877"/>
                </a:lnTo>
                <a:lnTo>
                  <a:pt x="87288" y="66402"/>
                </a:lnTo>
                <a:lnTo>
                  <a:pt x="87288" y="98152"/>
                </a:lnTo>
                <a:cubicBezTo>
                  <a:pt x="87288" y="108521"/>
                  <a:pt x="93142" y="118021"/>
                  <a:pt x="102419" y="122659"/>
                </a:cubicBezTo>
                <a:lnTo>
                  <a:pt x="103659" y="123279"/>
                </a:lnTo>
                <a:cubicBezTo>
                  <a:pt x="108545" y="125710"/>
                  <a:pt x="113928" y="127000"/>
                  <a:pt x="119385" y="127000"/>
                </a:cubicBezTo>
                <a:cubicBezTo>
                  <a:pt x="132333" y="127000"/>
                  <a:pt x="142825" y="116508"/>
                  <a:pt x="142825" y="103560"/>
                </a:cubicBezTo>
                <a:lnTo>
                  <a:pt x="142825" y="102022"/>
                </a:lnTo>
                <a:cubicBezTo>
                  <a:pt x="142825" y="74464"/>
                  <a:pt x="133722" y="47699"/>
                  <a:pt x="116929" y="25871"/>
                </a:cubicBezTo>
                <a:lnTo>
                  <a:pt x="106387" y="12080"/>
                </a:lnTo>
                <a:cubicBezTo>
                  <a:pt x="104378" y="9451"/>
                  <a:pt x="101253" y="7938"/>
                  <a:pt x="97954" y="7938"/>
                </a:cubicBezTo>
                <a:cubicBezTo>
                  <a:pt x="92075" y="7938"/>
                  <a:pt x="87313" y="12700"/>
                  <a:pt x="87313" y="18579"/>
                </a:cubicBezTo>
                <a:lnTo>
                  <a:pt x="87313" y="47898"/>
                </a:lnTo>
                <a:lnTo>
                  <a:pt x="79375" y="43135"/>
                </a:lnTo>
                <a:lnTo>
                  <a:pt x="79375" y="7938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42" name="Text 40"/>
          <p:cNvSpPr/>
          <p:nvPr/>
        </p:nvSpPr>
        <p:spPr>
          <a:xfrm>
            <a:off x="7013897" y="1484313"/>
            <a:ext cx="1103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Asthma Patients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01147" y="18494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inhaler accessible at all times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01147" y="207168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 symptoms closely during high AQI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01147" y="22939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Stay indoors when AQI &gt;150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01147" y="251618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preventive medication as prescribed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01147" y="27384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Seek immediate care if symptoms worsen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74147" y="3119438"/>
            <a:ext cx="5397500" cy="1714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601147" y="3246438"/>
            <a:ext cx="317500" cy="317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696397" y="3341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1438" y="7938"/>
                </a:moveTo>
                <a:cubicBezTo>
                  <a:pt x="71438" y="3547"/>
                  <a:pt x="67890" y="0"/>
                  <a:pt x="63500" y="0"/>
                </a:cubicBezTo>
                <a:cubicBezTo>
                  <a:pt x="59110" y="0"/>
                  <a:pt x="55563" y="3547"/>
                  <a:pt x="55563" y="7938"/>
                </a:cubicBezTo>
                <a:lnTo>
                  <a:pt x="55563" y="59531"/>
                </a:lnTo>
                <a:cubicBezTo>
                  <a:pt x="55563" y="61714"/>
                  <a:pt x="53777" y="63500"/>
                  <a:pt x="51594" y="63500"/>
                </a:cubicBezTo>
                <a:cubicBezTo>
                  <a:pt x="49411" y="63500"/>
                  <a:pt x="47625" y="61714"/>
                  <a:pt x="47625" y="59531"/>
                </a:cubicBezTo>
                <a:lnTo>
                  <a:pt x="47625" y="15875"/>
                </a:lnTo>
                <a:cubicBezTo>
                  <a:pt x="47625" y="11485"/>
                  <a:pt x="44078" y="7938"/>
                  <a:pt x="39688" y="7938"/>
                </a:cubicBezTo>
                <a:cubicBezTo>
                  <a:pt x="35297" y="7938"/>
                  <a:pt x="31750" y="11485"/>
                  <a:pt x="31750" y="15875"/>
                </a:cubicBezTo>
                <a:lnTo>
                  <a:pt x="31750" y="83344"/>
                </a:lnTo>
                <a:cubicBezTo>
                  <a:pt x="31750" y="83716"/>
                  <a:pt x="31750" y="84113"/>
                  <a:pt x="31775" y="84485"/>
                </a:cubicBezTo>
                <a:lnTo>
                  <a:pt x="16768" y="70197"/>
                </a:lnTo>
                <a:cubicBezTo>
                  <a:pt x="12799" y="66427"/>
                  <a:pt x="6524" y="66576"/>
                  <a:pt x="2729" y="70545"/>
                </a:cubicBezTo>
                <a:cubicBezTo>
                  <a:pt x="-1067" y="74513"/>
                  <a:pt x="-893" y="80789"/>
                  <a:pt x="3076" y="84584"/>
                </a:cubicBezTo>
                <a:lnTo>
                  <a:pt x="30956" y="111125"/>
                </a:lnTo>
                <a:cubicBezTo>
                  <a:pt x="41647" y="121320"/>
                  <a:pt x="55860" y="127000"/>
                  <a:pt x="70644" y="127000"/>
                </a:cubicBezTo>
                <a:lnTo>
                  <a:pt x="75406" y="127000"/>
                </a:lnTo>
                <a:cubicBezTo>
                  <a:pt x="99516" y="127000"/>
                  <a:pt x="119063" y="107454"/>
                  <a:pt x="119063" y="83344"/>
                </a:cubicBezTo>
                <a:lnTo>
                  <a:pt x="119063" y="31750"/>
                </a:lnTo>
                <a:cubicBezTo>
                  <a:pt x="119063" y="27360"/>
                  <a:pt x="115515" y="23812"/>
                  <a:pt x="111125" y="23812"/>
                </a:cubicBezTo>
                <a:cubicBezTo>
                  <a:pt x="106735" y="23812"/>
                  <a:pt x="103188" y="27360"/>
                  <a:pt x="103188" y="31750"/>
                </a:cubicBezTo>
                <a:lnTo>
                  <a:pt x="103188" y="59531"/>
                </a:lnTo>
                <a:cubicBezTo>
                  <a:pt x="103188" y="61714"/>
                  <a:pt x="101402" y="63500"/>
                  <a:pt x="99219" y="63500"/>
                </a:cubicBezTo>
                <a:cubicBezTo>
                  <a:pt x="97036" y="63500"/>
                  <a:pt x="95250" y="61714"/>
                  <a:pt x="95250" y="59531"/>
                </a:cubicBezTo>
                <a:lnTo>
                  <a:pt x="95250" y="15875"/>
                </a:lnTo>
                <a:cubicBezTo>
                  <a:pt x="95250" y="11485"/>
                  <a:pt x="91703" y="7938"/>
                  <a:pt x="87313" y="7938"/>
                </a:cubicBezTo>
                <a:cubicBezTo>
                  <a:pt x="82922" y="7938"/>
                  <a:pt x="79375" y="11485"/>
                  <a:pt x="79375" y="15875"/>
                </a:cubicBezTo>
                <a:lnTo>
                  <a:pt x="79375" y="59531"/>
                </a:lnTo>
                <a:cubicBezTo>
                  <a:pt x="79375" y="61714"/>
                  <a:pt x="77589" y="63500"/>
                  <a:pt x="75406" y="63500"/>
                </a:cubicBezTo>
                <a:cubicBezTo>
                  <a:pt x="73223" y="63500"/>
                  <a:pt x="71438" y="61714"/>
                  <a:pt x="71438" y="59531"/>
                </a:cubicBezTo>
                <a:lnTo>
                  <a:pt x="71438" y="7938"/>
                </a:lnTo>
                <a:close/>
                <a:moveTo>
                  <a:pt x="49609" y="87313"/>
                </a:moveTo>
                <a:cubicBezTo>
                  <a:pt x="49609" y="84027"/>
                  <a:pt x="52277" y="81359"/>
                  <a:pt x="55563" y="81359"/>
                </a:cubicBezTo>
                <a:cubicBezTo>
                  <a:pt x="58848" y="81359"/>
                  <a:pt x="61516" y="84027"/>
                  <a:pt x="61516" y="87313"/>
                </a:cubicBezTo>
                <a:cubicBezTo>
                  <a:pt x="61516" y="90598"/>
                  <a:pt x="58848" y="93266"/>
                  <a:pt x="55563" y="93266"/>
                </a:cubicBezTo>
                <a:cubicBezTo>
                  <a:pt x="52277" y="93266"/>
                  <a:pt x="49609" y="90598"/>
                  <a:pt x="49609" y="87313"/>
                </a:cubicBezTo>
                <a:close/>
                <a:moveTo>
                  <a:pt x="79375" y="73422"/>
                </a:moveTo>
                <a:cubicBezTo>
                  <a:pt x="82661" y="73422"/>
                  <a:pt x="85328" y="76089"/>
                  <a:pt x="85328" y="79375"/>
                </a:cubicBezTo>
                <a:cubicBezTo>
                  <a:pt x="85328" y="82661"/>
                  <a:pt x="82661" y="85328"/>
                  <a:pt x="79375" y="85328"/>
                </a:cubicBezTo>
                <a:cubicBezTo>
                  <a:pt x="76089" y="85328"/>
                  <a:pt x="73422" y="82661"/>
                  <a:pt x="73422" y="79375"/>
                </a:cubicBezTo>
                <a:cubicBezTo>
                  <a:pt x="73422" y="76089"/>
                  <a:pt x="76089" y="73422"/>
                  <a:pt x="79375" y="73422"/>
                </a:cubicBezTo>
                <a:close/>
                <a:moveTo>
                  <a:pt x="89297" y="95250"/>
                </a:moveTo>
                <a:cubicBezTo>
                  <a:pt x="89297" y="91964"/>
                  <a:pt x="91964" y="89297"/>
                  <a:pt x="95250" y="89297"/>
                </a:cubicBezTo>
                <a:cubicBezTo>
                  <a:pt x="98536" y="89297"/>
                  <a:pt x="101203" y="91964"/>
                  <a:pt x="101203" y="95250"/>
                </a:cubicBezTo>
                <a:cubicBezTo>
                  <a:pt x="101203" y="98536"/>
                  <a:pt x="98536" y="101203"/>
                  <a:pt x="95250" y="101203"/>
                </a:cubicBezTo>
                <a:cubicBezTo>
                  <a:pt x="91964" y="101203"/>
                  <a:pt x="89297" y="98536"/>
                  <a:pt x="89297" y="95250"/>
                </a:cubicBezTo>
                <a:close/>
                <a:moveTo>
                  <a:pt x="67469" y="101203"/>
                </a:moveTo>
                <a:cubicBezTo>
                  <a:pt x="70754" y="101203"/>
                  <a:pt x="73422" y="103871"/>
                  <a:pt x="73422" y="107156"/>
                </a:cubicBezTo>
                <a:cubicBezTo>
                  <a:pt x="73422" y="110442"/>
                  <a:pt x="70754" y="113109"/>
                  <a:pt x="67469" y="113109"/>
                </a:cubicBezTo>
                <a:cubicBezTo>
                  <a:pt x="64183" y="113109"/>
                  <a:pt x="61516" y="110442"/>
                  <a:pt x="61516" y="107156"/>
                </a:cubicBezTo>
                <a:cubicBezTo>
                  <a:pt x="61516" y="103871"/>
                  <a:pt x="64183" y="101203"/>
                  <a:pt x="67469" y="101203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51" name="Text 49"/>
          <p:cNvSpPr/>
          <p:nvPr/>
        </p:nvSpPr>
        <p:spPr>
          <a:xfrm>
            <a:off x="7013897" y="3294063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Allergy Sufferers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01147" y="3659187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Avoid peak pollution hours (7-10 AM, 5-8 PM)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01147" y="38814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windows closed during high pollen + pollution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01147" y="410368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HEPA filters at home and work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01147" y="43259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Take antihistamines preventively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601147" y="454818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Rinse nasal passages regularly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74147" y="4929188"/>
            <a:ext cx="5397500" cy="17145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6601147" y="5056188"/>
            <a:ext cx="317500" cy="317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6696397" y="5151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9779" y="21605"/>
                </a:moveTo>
                <a:lnTo>
                  <a:pt x="63500" y="26739"/>
                </a:lnTo>
                <a:lnTo>
                  <a:pt x="67221" y="21605"/>
                </a:lnTo>
                <a:cubicBezTo>
                  <a:pt x="73422" y="13022"/>
                  <a:pt x="83393" y="7938"/>
                  <a:pt x="93985" y="7938"/>
                </a:cubicBezTo>
                <a:cubicBezTo>
                  <a:pt x="112216" y="7938"/>
                  <a:pt x="127000" y="22721"/>
                  <a:pt x="127000" y="40953"/>
                </a:cubicBezTo>
                <a:lnTo>
                  <a:pt x="127000" y="41597"/>
                </a:lnTo>
                <a:cubicBezTo>
                  <a:pt x="127000" y="69428"/>
                  <a:pt x="92298" y="101749"/>
                  <a:pt x="74191" y="115565"/>
                </a:cubicBezTo>
                <a:cubicBezTo>
                  <a:pt x="71115" y="117897"/>
                  <a:pt x="67345" y="119063"/>
                  <a:pt x="63500" y="119063"/>
                </a:cubicBezTo>
                <a:cubicBezTo>
                  <a:pt x="59655" y="119063"/>
                  <a:pt x="55860" y="117921"/>
                  <a:pt x="52809" y="115565"/>
                </a:cubicBezTo>
                <a:cubicBezTo>
                  <a:pt x="34702" y="101749"/>
                  <a:pt x="0" y="69428"/>
                  <a:pt x="0" y="41597"/>
                </a:cubicBezTo>
                <a:lnTo>
                  <a:pt x="0" y="40953"/>
                </a:lnTo>
                <a:cubicBezTo>
                  <a:pt x="0" y="22721"/>
                  <a:pt x="14784" y="7938"/>
                  <a:pt x="33015" y="7938"/>
                </a:cubicBezTo>
                <a:cubicBezTo>
                  <a:pt x="43607" y="7938"/>
                  <a:pt x="53578" y="13022"/>
                  <a:pt x="59779" y="2160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60" name="Text 58"/>
          <p:cNvSpPr/>
          <p:nvPr/>
        </p:nvSpPr>
        <p:spPr>
          <a:xfrm>
            <a:off x="7013897" y="5103813"/>
            <a:ext cx="149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Heart Disease Patients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01147" y="54689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Minimize outdoor exertion when AQI &gt;100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01147" y="569118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Avoid strenuous exercise outdoors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01147" y="59134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 blood pressure regularly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601147" y="613568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Seek medical advice if symptoms appear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601147" y="6357938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emergency medications accessible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74147" y="6778625"/>
            <a:ext cx="5397500" cy="1587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67" name="Shape 65"/>
          <p:cNvSpPr/>
          <p:nvPr/>
        </p:nvSpPr>
        <p:spPr>
          <a:xfrm>
            <a:off x="6496968" y="69373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1736"/>
                </a:move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lose/>
                <a:moveTo>
                  <a:pt x="61640" y="69627"/>
                </a:moveTo>
                <a:cubicBezTo>
                  <a:pt x="60468" y="69518"/>
                  <a:pt x="59252" y="69453"/>
                  <a:pt x="58037" y="69453"/>
                </a:cubicBezTo>
                <a:lnTo>
                  <a:pt x="39176" y="69453"/>
                </a:lnTo>
                <a:cubicBezTo>
                  <a:pt x="37960" y="69453"/>
                  <a:pt x="36767" y="69518"/>
                  <a:pt x="35573" y="69627"/>
                </a:cubicBezTo>
                <a:lnTo>
                  <a:pt x="35573" y="84277"/>
                </a:lnTo>
                <a:cubicBezTo>
                  <a:pt x="39154" y="85927"/>
                  <a:pt x="41650" y="89551"/>
                  <a:pt x="41650" y="93740"/>
                </a:cubicBezTo>
                <a:cubicBezTo>
                  <a:pt x="41650" y="99492"/>
                  <a:pt x="36984" y="104158"/>
                  <a:pt x="31232" y="104158"/>
                </a:cubicBezTo>
                <a:cubicBezTo>
                  <a:pt x="25481" y="104158"/>
                  <a:pt x="20814" y="99492"/>
                  <a:pt x="20814" y="93740"/>
                </a:cubicBezTo>
                <a:cubicBezTo>
                  <a:pt x="20814" y="89529"/>
                  <a:pt x="23310" y="85905"/>
                  <a:pt x="26891" y="84277"/>
                </a:cubicBezTo>
                <a:lnTo>
                  <a:pt x="26891" y="71602"/>
                </a:lnTo>
                <a:cubicBezTo>
                  <a:pt x="13240" y="76615"/>
                  <a:pt x="3473" y="89768"/>
                  <a:pt x="3473" y="105178"/>
                </a:cubicBezTo>
                <a:cubicBezTo>
                  <a:pt x="3473" y="108455"/>
                  <a:pt x="6142" y="111125"/>
                  <a:pt x="9420" y="111125"/>
                </a:cubicBezTo>
                <a:lnTo>
                  <a:pt x="87793" y="111125"/>
                </a:lnTo>
                <a:cubicBezTo>
                  <a:pt x="91070" y="111125"/>
                  <a:pt x="93740" y="108455"/>
                  <a:pt x="93740" y="105178"/>
                </a:cubicBezTo>
                <a:cubicBezTo>
                  <a:pt x="93740" y="89768"/>
                  <a:pt x="83973" y="76637"/>
                  <a:pt x="70300" y="71624"/>
                </a:cubicBezTo>
                <a:lnTo>
                  <a:pt x="70300" y="79741"/>
                </a:lnTo>
                <a:cubicBezTo>
                  <a:pt x="75357" y="81521"/>
                  <a:pt x="78981" y="86361"/>
                  <a:pt x="78981" y="92025"/>
                </a:cubicBezTo>
                <a:lnTo>
                  <a:pt x="78981" y="98971"/>
                </a:lnTo>
                <a:cubicBezTo>
                  <a:pt x="78981" y="101358"/>
                  <a:pt x="77028" y="103312"/>
                  <a:pt x="74640" y="103312"/>
                </a:cubicBezTo>
                <a:cubicBezTo>
                  <a:pt x="72253" y="103312"/>
                  <a:pt x="70300" y="101358"/>
                  <a:pt x="70300" y="98971"/>
                </a:cubicBezTo>
                <a:lnTo>
                  <a:pt x="70300" y="92025"/>
                </a:lnTo>
                <a:cubicBezTo>
                  <a:pt x="70300" y="89638"/>
                  <a:pt x="68346" y="87685"/>
                  <a:pt x="65959" y="87685"/>
                </a:cubicBezTo>
                <a:cubicBezTo>
                  <a:pt x="63571" y="87685"/>
                  <a:pt x="61618" y="89638"/>
                  <a:pt x="61618" y="92025"/>
                </a:cubicBezTo>
                <a:lnTo>
                  <a:pt x="61618" y="98971"/>
                </a:lnTo>
                <a:cubicBezTo>
                  <a:pt x="61618" y="101358"/>
                  <a:pt x="59665" y="103312"/>
                  <a:pt x="57277" y="103312"/>
                </a:cubicBezTo>
                <a:cubicBezTo>
                  <a:pt x="54890" y="103312"/>
                  <a:pt x="52936" y="101358"/>
                  <a:pt x="52936" y="98971"/>
                </a:cubicBezTo>
                <a:lnTo>
                  <a:pt x="52936" y="92025"/>
                </a:lnTo>
                <a:cubicBezTo>
                  <a:pt x="52936" y="86361"/>
                  <a:pt x="56561" y="81542"/>
                  <a:pt x="61618" y="79741"/>
                </a:cubicBezTo>
                <a:lnTo>
                  <a:pt x="61618" y="69627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68" name="Text 66"/>
          <p:cNvSpPr/>
          <p:nvPr/>
        </p:nvSpPr>
        <p:spPr>
          <a:xfrm>
            <a:off x="6656710" y="6913563"/>
            <a:ext cx="527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recommendations are personalized based on user profile and current AQI levels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1500"/>
            <a:ext cx="12192000" cy="2476500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-720001">
            <a:off x="10196317" y="453512"/>
            <a:ext cx="1143000" cy="7620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28625" y="1238250"/>
            <a:ext cx="428625" cy="42862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Recommendations by AQI Level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838200"/>
            <a:ext cx="952500" cy="4762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038225"/>
            <a:ext cx="2190750" cy="47148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73361" y="1190625"/>
            <a:ext cx="609600" cy="609600"/>
          </a:xfrm>
          <a:prstGeom prst="roundRect">
            <a:avLst>
              <a:gd name="adj" fmla="val 0"/>
            </a:avLst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1363861" y="1381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90538" y="18764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214312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0-50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975" y="2600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256222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restrictions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975" y="2867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828925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Enjoy outdoor activities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213" y="31337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792063" y="3095625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windows for ventilation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3590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55282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Exercise outdoors freely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5329238"/>
            <a:ext cx="1885950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504825" y="54483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air quality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689771" y="1038225"/>
            <a:ext cx="2190750" cy="47148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482280" y="1190625"/>
            <a:ext cx="609600" cy="609600"/>
          </a:xfrm>
          <a:prstGeom prst="roundRect">
            <a:avLst>
              <a:gd name="adj" fmla="val 0"/>
            </a:avLst>
          </a:prstGeom>
          <a:solidFill>
            <a:srgbClr val="F39C12"/>
          </a:solidFill>
          <a:ln/>
        </p:spPr>
      </p:sp>
      <p:sp>
        <p:nvSpPr>
          <p:cNvPr id="24" name="Shape 22"/>
          <p:cNvSpPr/>
          <p:nvPr/>
        </p:nvSpPr>
        <p:spPr>
          <a:xfrm>
            <a:off x="3672780" y="1381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8581" y="78581"/>
                </a:move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ubicBezTo>
                  <a:pt x="64294" y="84983"/>
                  <a:pt x="70696" y="78581"/>
                  <a:pt x="78581" y="78581"/>
                </a:cubicBezTo>
                <a:close/>
                <a:moveTo>
                  <a:pt x="135731" y="92869"/>
                </a:moveTo>
                <a:cubicBezTo>
                  <a:pt x="135731" y="84983"/>
                  <a:pt x="142133" y="78581"/>
                  <a:pt x="150019" y="78581"/>
                </a:cubicBez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lose/>
                <a:moveTo>
                  <a:pt x="78581" y="142875"/>
                </a:moveTo>
                <a:lnTo>
                  <a:pt x="150019" y="142875"/>
                </a:lnTo>
                <a:cubicBezTo>
                  <a:pt x="155957" y="142875"/>
                  <a:pt x="160734" y="147652"/>
                  <a:pt x="160734" y="153591"/>
                </a:cubicBezTo>
                <a:cubicBezTo>
                  <a:pt x="160734" y="159529"/>
                  <a:pt x="155957" y="164306"/>
                  <a:pt x="150019" y="164306"/>
                </a:cubicBezTo>
                <a:lnTo>
                  <a:pt x="78581" y="164306"/>
                </a:lnTo>
                <a:cubicBezTo>
                  <a:pt x="72643" y="164306"/>
                  <a:pt x="67866" y="159529"/>
                  <a:pt x="67866" y="153591"/>
                </a:cubicBezTo>
                <a:cubicBezTo>
                  <a:pt x="67866" y="147652"/>
                  <a:pt x="72643" y="142875"/>
                  <a:pt x="78581" y="14287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99308" y="18764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85021" y="214312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51-100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70746" y="2600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3108871" y="2562225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activities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08846" y="2867025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3091160" y="2828925"/>
            <a:ext cx="1704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Minor precautions for sensitive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865983" y="33242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32" name="Text 30"/>
          <p:cNvSpPr/>
          <p:nvPr/>
        </p:nvSpPr>
        <p:spPr>
          <a:xfrm>
            <a:off x="3102620" y="3286125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Outdoor exercise acceptable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908846" y="3781425"/>
            <a:ext cx="57150" cy="152400"/>
          </a:xfrm>
          <a:custGeom>
            <a:avLst/>
            <a:gdLst/>
            <a:ahLst/>
            <a:cxnLst/>
            <a:rect l="l" t="t" r="r" b="b"/>
            <a:pathLst>
              <a:path w="57150" h="152400">
                <a:moveTo>
                  <a:pt x="14288" y="14288"/>
                </a:moveTo>
                <a:cubicBezTo>
                  <a:pt x="14288" y="6402"/>
                  <a:pt x="20690" y="0"/>
                  <a:pt x="28575" y="0"/>
                </a:cubicBezTo>
                <a:cubicBezTo>
                  <a:pt x="36460" y="0"/>
                  <a:pt x="42863" y="6402"/>
                  <a:pt x="42863" y="14287"/>
                </a:cubicBezTo>
                <a:cubicBezTo>
                  <a:pt x="42863" y="22173"/>
                  <a:pt x="36460" y="28575"/>
                  <a:pt x="28575" y="28575"/>
                </a:cubicBezTo>
                <a:cubicBezTo>
                  <a:pt x="20690" y="28575"/>
                  <a:pt x="14288" y="22173"/>
                  <a:pt x="14288" y="14288"/>
                </a:cubicBezTo>
                <a:close/>
                <a:moveTo>
                  <a:pt x="0" y="57150"/>
                </a:moveTo>
                <a:cubicBezTo>
                  <a:pt x="0" y="51881"/>
                  <a:pt x="4256" y="47625"/>
                  <a:pt x="9525" y="47625"/>
                </a:cubicBezTo>
                <a:lnTo>
                  <a:pt x="28575" y="47625"/>
                </a:lnTo>
                <a:cubicBezTo>
                  <a:pt x="33844" y="47625"/>
                  <a:pt x="38100" y="51881"/>
                  <a:pt x="38100" y="57150"/>
                </a:cubicBezTo>
                <a:lnTo>
                  <a:pt x="38100" y="133350"/>
                </a:lnTo>
                <a:lnTo>
                  <a:pt x="47625" y="133350"/>
                </a:lnTo>
                <a:cubicBezTo>
                  <a:pt x="52894" y="133350"/>
                  <a:pt x="57150" y="137606"/>
                  <a:pt x="57150" y="142875"/>
                </a:cubicBezTo>
                <a:cubicBezTo>
                  <a:pt x="57150" y="148144"/>
                  <a:pt x="52894" y="152400"/>
                  <a:pt x="47625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ubicBezTo>
                  <a:pt x="0" y="137606"/>
                  <a:pt x="4256" y="133350"/>
                  <a:pt x="9525" y="133350"/>
                </a:cubicBezTo>
                <a:lnTo>
                  <a:pt x="19050" y="133350"/>
                </a:lnTo>
                <a:lnTo>
                  <a:pt x="19050" y="66675"/>
                </a:lnTo>
                <a:lnTo>
                  <a:pt x="9525" y="66675"/>
                </a:lnTo>
                <a:cubicBezTo>
                  <a:pt x="4256" y="66675"/>
                  <a:pt x="0" y="62419"/>
                  <a:pt x="0" y="5715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34" name="Text 32"/>
          <p:cNvSpPr/>
          <p:nvPr/>
        </p:nvSpPr>
        <p:spPr>
          <a:xfrm>
            <a:off x="3108871" y="3743325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symptoms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842171" y="5329238"/>
            <a:ext cx="1885950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36" name="Text 34"/>
          <p:cNvSpPr/>
          <p:nvPr/>
        </p:nvSpPr>
        <p:spPr>
          <a:xfrm>
            <a:off x="2813596" y="54483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Acceptable quality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98690" y="1038225"/>
            <a:ext cx="2190750" cy="47148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5791051" y="1190625"/>
            <a:ext cx="609600" cy="609600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39" name="Shape 37"/>
          <p:cNvSpPr/>
          <p:nvPr/>
        </p:nvSpPr>
        <p:spPr>
          <a:xfrm>
            <a:off x="5981551" y="1381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4751" y="177745"/>
                </a:moveTo>
                <a:cubicBezTo>
                  <a:pt x="145643" y="165244"/>
                  <a:pt x="130909" y="157163"/>
                  <a:pt x="114300" y="157163"/>
                </a:cubicBezTo>
                <a:cubicBezTo>
                  <a:pt x="97691" y="157163"/>
                  <a:pt x="82957" y="165244"/>
                  <a:pt x="73849" y="177745"/>
                </a:cubicBezTo>
                <a:cubicBezTo>
                  <a:pt x="70366" y="182523"/>
                  <a:pt x="63669" y="183594"/>
                  <a:pt x="58891" y="180112"/>
                </a:cubicBezTo>
                <a:cubicBezTo>
                  <a:pt x="54114" y="176629"/>
                  <a:pt x="53042" y="169932"/>
                  <a:pt x="56525" y="165155"/>
                </a:cubicBezTo>
                <a:cubicBezTo>
                  <a:pt x="69518" y="147340"/>
                  <a:pt x="90547" y="135731"/>
                  <a:pt x="114300" y="135731"/>
                </a:cubicBezTo>
                <a:cubicBezTo>
                  <a:pt x="138053" y="135731"/>
                  <a:pt x="159082" y="147340"/>
                  <a:pt x="172075" y="165155"/>
                </a:cubicBezTo>
                <a:cubicBezTo>
                  <a:pt x="175558" y="169932"/>
                  <a:pt x="174486" y="176629"/>
                  <a:pt x="169709" y="180112"/>
                </a:cubicBezTo>
                <a:cubicBezTo>
                  <a:pt x="164931" y="183594"/>
                  <a:pt x="158234" y="182523"/>
                  <a:pt x="154751" y="177745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5108228" y="18764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93940" y="214312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67E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101-200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79665" y="26003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5417790" y="2562225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prolonged exertion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17765" y="2867025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8100" h="152400">
                <a:moveTo>
                  <a:pt x="28575" y="9525"/>
                </a:moveTo>
                <a:cubicBezTo>
                  <a:pt x="28575" y="4256"/>
                  <a:pt x="24319" y="0"/>
                  <a:pt x="19050" y="0"/>
                </a:cubicBezTo>
                <a:cubicBezTo>
                  <a:pt x="13781" y="0"/>
                  <a:pt x="9525" y="4256"/>
                  <a:pt x="9525" y="9525"/>
                </a:cubicBezTo>
                <a:lnTo>
                  <a:pt x="9525" y="104775"/>
                </a:lnTo>
                <a:cubicBezTo>
                  <a:pt x="9525" y="110044"/>
                  <a:pt x="13781" y="114300"/>
                  <a:pt x="19050" y="114300"/>
                </a:cubicBezTo>
                <a:cubicBezTo>
                  <a:pt x="24319" y="114300"/>
                  <a:pt x="28575" y="110044"/>
                  <a:pt x="28575" y="104775"/>
                </a:cubicBezTo>
                <a:lnTo>
                  <a:pt x="28575" y="9525"/>
                </a:lnTo>
                <a:close/>
                <a:moveTo>
                  <a:pt x="19050" y="152400"/>
                </a:moveTo>
                <a:cubicBezTo>
                  <a:pt x="25628" y="152400"/>
                  <a:pt x="30956" y="147072"/>
                  <a:pt x="30956" y="140494"/>
                </a:cubicBezTo>
                <a:cubicBezTo>
                  <a:pt x="30956" y="133916"/>
                  <a:pt x="25628" y="128588"/>
                  <a:pt x="19050" y="128588"/>
                </a:cubicBezTo>
                <a:cubicBezTo>
                  <a:pt x="12472" y="128588"/>
                  <a:pt x="7144" y="133916"/>
                  <a:pt x="7144" y="140494"/>
                </a:cubicBezTo>
                <a:cubicBezTo>
                  <a:pt x="7144" y="147072"/>
                  <a:pt x="12472" y="152400"/>
                  <a:pt x="19050" y="15240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5398443" y="2828925"/>
            <a:ext cx="1704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 groups limit exposure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70140" y="3324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5417790" y="3286125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windows closed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170140" y="3590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2725" y="57448"/>
                </a:moveTo>
                <a:cubicBezTo>
                  <a:pt x="132695" y="57329"/>
                  <a:pt x="132665" y="57180"/>
                  <a:pt x="132665" y="57061"/>
                </a:cubicBezTo>
                <a:cubicBezTo>
                  <a:pt x="127992" y="24795"/>
                  <a:pt x="100251" y="0"/>
                  <a:pt x="66675" y="0"/>
                </a:cubicBezTo>
                <a:cubicBezTo>
                  <a:pt x="41374" y="0"/>
                  <a:pt x="19348" y="14109"/>
                  <a:pt x="8066" y="34885"/>
                </a:cubicBezTo>
                <a:lnTo>
                  <a:pt x="84326" y="85725"/>
                </a:lnTo>
                <a:lnTo>
                  <a:pt x="135731" y="85725"/>
                </a:lnTo>
                <a:lnTo>
                  <a:pt x="131832" y="100013"/>
                </a:lnTo>
                <a:lnTo>
                  <a:pt x="100013" y="100013"/>
                </a:lnTo>
                <a:cubicBezTo>
                  <a:pt x="97393" y="100013"/>
                  <a:pt x="95250" y="102156"/>
                  <a:pt x="95250" y="104775"/>
                </a:cubicBezTo>
                <a:cubicBezTo>
                  <a:pt x="95250" y="107394"/>
                  <a:pt x="97393" y="109537"/>
                  <a:pt x="100013" y="109537"/>
                </a:cubicBezTo>
                <a:lnTo>
                  <a:pt x="129242" y="109537"/>
                </a:lnTo>
                <a:lnTo>
                  <a:pt x="126653" y="119062"/>
                </a:lnTo>
                <a:lnTo>
                  <a:pt x="100013" y="119062"/>
                </a:lnTo>
                <a:cubicBezTo>
                  <a:pt x="97393" y="119062"/>
                  <a:pt x="95250" y="121206"/>
                  <a:pt x="95250" y="123825"/>
                </a:cubicBezTo>
                <a:cubicBezTo>
                  <a:pt x="95250" y="126444"/>
                  <a:pt x="97393" y="128588"/>
                  <a:pt x="100013" y="128588"/>
                </a:cubicBezTo>
                <a:lnTo>
                  <a:pt x="124004" y="128588"/>
                </a:lnTo>
                <a:cubicBezTo>
                  <a:pt x="122009" y="134273"/>
                  <a:pt x="116622" y="138113"/>
                  <a:pt x="110520" y="138113"/>
                </a:cubicBezTo>
                <a:lnTo>
                  <a:pt x="85725" y="138113"/>
                </a:lnTo>
                <a:cubicBezTo>
                  <a:pt x="80456" y="138113"/>
                  <a:pt x="76200" y="133856"/>
                  <a:pt x="76200" y="128588"/>
                </a:cubicBezTo>
                <a:lnTo>
                  <a:pt x="76200" y="97482"/>
                </a:lnTo>
                <a:lnTo>
                  <a:pt x="2530" y="48369"/>
                </a:lnTo>
                <a:cubicBezTo>
                  <a:pt x="893" y="54203"/>
                  <a:pt x="0" y="60335"/>
                  <a:pt x="0" y="66675"/>
                </a:cubicBezTo>
                <a:cubicBezTo>
                  <a:pt x="0" y="82748"/>
                  <a:pt x="5685" y="97482"/>
                  <a:pt x="15151" y="109002"/>
                </a:cubicBezTo>
                <a:cubicBezTo>
                  <a:pt x="17532" y="111889"/>
                  <a:pt x="19050" y="115431"/>
                  <a:pt x="19050" y="119182"/>
                </a:cubicBezTo>
                <a:lnTo>
                  <a:pt x="19050" y="138113"/>
                </a:lnTo>
                <a:cubicBezTo>
                  <a:pt x="19050" y="146000"/>
                  <a:pt x="25450" y="152400"/>
                  <a:pt x="33338" y="152400"/>
                </a:cubicBezTo>
                <a:lnTo>
                  <a:pt x="71229" y="152400"/>
                </a:lnTo>
                <a:lnTo>
                  <a:pt x="71438" y="152400"/>
                </a:lnTo>
                <a:lnTo>
                  <a:pt x="110520" y="152400"/>
                </a:lnTo>
                <a:cubicBezTo>
                  <a:pt x="123885" y="152400"/>
                  <a:pt x="135463" y="143143"/>
                  <a:pt x="138380" y="130106"/>
                </a:cubicBezTo>
                <a:lnTo>
                  <a:pt x="148471" y="85368"/>
                </a:lnTo>
                <a:cubicBezTo>
                  <a:pt x="149453" y="81082"/>
                  <a:pt x="148382" y="76587"/>
                  <a:pt x="145584" y="73164"/>
                </a:cubicBezTo>
                <a:lnTo>
                  <a:pt x="132725" y="57448"/>
                </a:lnTo>
                <a:close/>
                <a:moveTo>
                  <a:pt x="85725" y="57150"/>
                </a:moveTo>
                <a:cubicBezTo>
                  <a:pt x="85725" y="51893"/>
                  <a:pt x="89993" y="47625"/>
                  <a:pt x="95250" y="47625"/>
                </a:cubicBezTo>
                <a:cubicBezTo>
                  <a:pt x="100507" y="47625"/>
                  <a:pt x="104775" y="51893"/>
                  <a:pt x="104775" y="57150"/>
                </a:cubicBezTo>
                <a:cubicBezTo>
                  <a:pt x="104775" y="62407"/>
                  <a:pt x="100507" y="66675"/>
                  <a:pt x="95250" y="66675"/>
                </a:cubicBezTo>
                <a:cubicBezTo>
                  <a:pt x="89993" y="66675"/>
                  <a:pt x="85725" y="62407"/>
                  <a:pt x="85725" y="5715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5417790" y="3552825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 mask outdoors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151090" y="5329238"/>
            <a:ext cx="1885950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51" name="Text 49"/>
          <p:cNvSpPr/>
          <p:nvPr/>
        </p:nvSpPr>
        <p:spPr>
          <a:xfrm>
            <a:off x="5122515" y="54483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Unhealthy for sensitive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07461" y="1038225"/>
            <a:ext cx="2190750" cy="47148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8099971" y="1190625"/>
            <a:ext cx="609600" cy="609600"/>
          </a:xfrm>
          <a:prstGeom prst="roundRect">
            <a:avLst>
              <a:gd name="adj" fmla="val 0"/>
            </a:avLst>
          </a:prstGeom>
          <a:solidFill>
            <a:srgbClr val="E74C3C"/>
          </a:solidFill>
          <a:ln/>
        </p:spPr>
      </p:sp>
      <p:sp>
        <p:nvSpPr>
          <p:cNvPr id="54" name="Shape 52"/>
          <p:cNvSpPr/>
          <p:nvPr/>
        </p:nvSpPr>
        <p:spPr>
          <a:xfrm>
            <a:off x="8290471" y="1381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0997" y="158055"/>
                </a:moveTo>
                <a:cubicBezTo>
                  <a:pt x="123453" y="157475"/>
                  <a:pt x="125953" y="157163"/>
                  <a:pt x="128588" y="157163"/>
                </a:cubicBezTo>
                <a:cubicBezTo>
                  <a:pt x="139348" y="157163"/>
                  <a:pt x="148858" y="162431"/>
                  <a:pt x="154707" y="170557"/>
                </a:cubicBezTo>
                <a:cubicBezTo>
                  <a:pt x="158145" y="175379"/>
                  <a:pt x="164842" y="176451"/>
                  <a:pt x="169664" y="173013"/>
                </a:cubicBezTo>
                <a:cubicBezTo>
                  <a:pt x="174486" y="169575"/>
                  <a:pt x="175558" y="162877"/>
                  <a:pt x="172120" y="158055"/>
                </a:cubicBezTo>
                <a:cubicBezTo>
                  <a:pt x="162431" y="144572"/>
                  <a:pt x="146536" y="135731"/>
                  <a:pt x="128588" y="135731"/>
                </a:cubicBezTo>
                <a:cubicBezTo>
                  <a:pt x="123006" y="135731"/>
                  <a:pt x="117604" y="136580"/>
                  <a:pt x="112559" y="138187"/>
                </a:cubicBezTo>
                <a:cubicBezTo>
                  <a:pt x="116934" y="143857"/>
                  <a:pt x="119926" y="150644"/>
                  <a:pt x="120997" y="158100"/>
                </a:cubicBezTo>
                <a:close/>
                <a:moveTo>
                  <a:pt x="78581" y="107156"/>
                </a:moveTo>
                <a:cubicBezTo>
                  <a:pt x="86467" y="107156"/>
                  <a:pt x="92869" y="100754"/>
                  <a:pt x="92869" y="92869"/>
                </a:cubicBezTo>
                <a:cubicBezTo>
                  <a:pt x="92869" y="84983"/>
                  <a:pt x="86467" y="78581"/>
                  <a:pt x="78581" y="78581"/>
                </a:cubicBezTo>
                <a:cubicBezTo>
                  <a:pt x="70696" y="78581"/>
                  <a:pt x="64294" y="84983"/>
                  <a:pt x="64294" y="92869"/>
                </a:cubicBezTo>
                <a:cubicBezTo>
                  <a:pt x="64294" y="100754"/>
                  <a:pt x="70696" y="107156"/>
                  <a:pt x="78581" y="107156"/>
                </a:cubicBezTo>
                <a:close/>
                <a:moveTo>
                  <a:pt x="164306" y="92869"/>
                </a:moveTo>
                <a:cubicBezTo>
                  <a:pt x="164306" y="84983"/>
                  <a:pt x="157904" y="78581"/>
                  <a:pt x="150019" y="78581"/>
                </a:cubicBezTo>
                <a:cubicBezTo>
                  <a:pt x="142133" y="78581"/>
                  <a:pt x="135731" y="84983"/>
                  <a:pt x="135731" y="92869"/>
                </a:cubicBezTo>
                <a:cubicBezTo>
                  <a:pt x="135731" y="100754"/>
                  <a:pt x="142133" y="107156"/>
                  <a:pt x="150019" y="107156"/>
                </a:cubicBezTo>
                <a:cubicBezTo>
                  <a:pt x="157904" y="107156"/>
                  <a:pt x="164306" y="100754"/>
                  <a:pt x="164306" y="92869"/>
                </a:cubicBezTo>
                <a:close/>
                <a:moveTo>
                  <a:pt x="82778" y="130731"/>
                </a:moveTo>
                <a:cubicBezTo>
                  <a:pt x="81707" y="129436"/>
                  <a:pt x="80233" y="128588"/>
                  <a:pt x="78581" y="128588"/>
                </a:cubicBezTo>
                <a:cubicBezTo>
                  <a:pt x="76929" y="128588"/>
                  <a:pt x="75456" y="129436"/>
                  <a:pt x="74384" y="130731"/>
                </a:cubicBezTo>
                <a:cubicBezTo>
                  <a:pt x="71482" y="134213"/>
                  <a:pt x="68759" y="137919"/>
                  <a:pt x="66214" y="141714"/>
                </a:cubicBezTo>
                <a:cubicBezTo>
                  <a:pt x="62195" y="147697"/>
                  <a:pt x="57150" y="155198"/>
                  <a:pt x="57150" y="162877"/>
                </a:cubicBezTo>
                <a:cubicBezTo>
                  <a:pt x="57150" y="175513"/>
                  <a:pt x="66749" y="185738"/>
                  <a:pt x="78581" y="185738"/>
                </a:cubicBezTo>
                <a:cubicBezTo>
                  <a:pt x="90413" y="185738"/>
                  <a:pt x="100013" y="175513"/>
                  <a:pt x="100013" y="162877"/>
                </a:cubicBezTo>
                <a:cubicBezTo>
                  <a:pt x="100013" y="155198"/>
                  <a:pt x="95012" y="147697"/>
                  <a:pt x="90949" y="141714"/>
                </a:cubicBezTo>
                <a:cubicBezTo>
                  <a:pt x="88404" y="137919"/>
                  <a:pt x="85636" y="134258"/>
                  <a:pt x="82778" y="130731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55" name="Text 53"/>
          <p:cNvSpPr/>
          <p:nvPr/>
        </p:nvSpPr>
        <p:spPr>
          <a:xfrm>
            <a:off x="7416998" y="18764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02711" y="214312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201-300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78911" y="2600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58" name="Text 56"/>
          <p:cNvSpPr/>
          <p:nvPr/>
        </p:nvSpPr>
        <p:spPr>
          <a:xfrm>
            <a:off x="7726561" y="25622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 outdoor activities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78911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2725" y="57448"/>
                </a:moveTo>
                <a:cubicBezTo>
                  <a:pt x="132695" y="57329"/>
                  <a:pt x="132665" y="57180"/>
                  <a:pt x="132665" y="57061"/>
                </a:cubicBezTo>
                <a:cubicBezTo>
                  <a:pt x="127992" y="24795"/>
                  <a:pt x="100251" y="0"/>
                  <a:pt x="66675" y="0"/>
                </a:cubicBezTo>
                <a:cubicBezTo>
                  <a:pt x="41374" y="0"/>
                  <a:pt x="19348" y="14109"/>
                  <a:pt x="8066" y="34885"/>
                </a:cubicBezTo>
                <a:lnTo>
                  <a:pt x="84326" y="85725"/>
                </a:lnTo>
                <a:lnTo>
                  <a:pt x="135731" y="85725"/>
                </a:lnTo>
                <a:lnTo>
                  <a:pt x="131832" y="100013"/>
                </a:lnTo>
                <a:lnTo>
                  <a:pt x="100013" y="100013"/>
                </a:lnTo>
                <a:cubicBezTo>
                  <a:pt x="97393" y="100013"/>
                  <a:pt x="95250" y="102156"/>
                  <a:pt x="95250" y="104775"/>
                </a:cubicBezTo>
                <a:cubicBezTo>
                  <a:pt x="95250" y="107394"/>
                  <a:pt x="97393" y="109537"/>
                  <a:pt x="100013" y="109537"/>
                </a:cubicBezTo>
                <a:lnTo>
                  <a:pt x="129242" y="109537"/>
                </a:lnTo>
                <a:lnTo>
                  <a:pt x="126653" y="119062"/>
                </a:lnTo>
                <a:lnTo>
                  <a:pt x="100013" y="119062"/>
                </a:lnTo>
                <a:cubicBezTo>
                  <a:pt x="97393" y="119062"/>
                  <a:pt x="95250" y="121206"/>
                  <a:pt x="95250" y="123825"/>
                </a:cubicBezTo>
                <a:cubicBezTo>
                  <a:pt x="95250" y="126444"/>
                  <a:pt x="97393" y="128588"/>
                  <a:pt x="100013" y="128588"/>
                </a:cubicBezTo>
                <a:lnTo>
                  <a:pt x="124004" y="128588"/>
                </a:lnTo>
                <a:cubicBezTo>
                  <a:pt x="122009" y="134273"/>
                  <a:pt x="116622" y="138113"/>
                  <a:pt x="110520" y="138113"/>
                </a:cubicBezTo>
                <a:lnTo>
                  <a:pt x="85725" y="138113"/>
                </a:lnTo>
                <a:cubicBezTo>
                  <a:pt x="80456" y="138113"/>
                  <a:pt x="76200" y="133856"/>
                  <a:pt x="76200" y="128588"/>
                </a:cubicBezTo>
                <a:lnTo>
                  <a:pt x="76200" y="97482"/>
                </a:lnTo>
                <a:lnTo>
                  <a:pt x="2530" y="48369"/>
                </a:lnTo>
                <a:cubicBezTo>
                  <a:pt x="893" y="54203"/>
                  <a:pt x="0" y="60335"/>
                  <a:pt x="0" y="66675"/>
                </a:cubicBezTo>
                <a:cubicBezTo>
                  <a:pt x="0" y="82748"/>
                  <a:pt x="5685" y="97482"/>
                  <a:pt x="15151" y="109002"/>
                </a:cubicBezTo>
                <a:cubicBezTo>
                  <a:pt x="17532" y="111889"/>
                  <a:pt x="19050" y="115431"/>
                  <a:pt x="19050" y="119182"/>
                </a:cubicBezTo>
                <a:lnTo>
                  <a:pt x="19050" y="138113"/>
                </a:lnTo>
                <a:cubicBezTo>
                  <a:pt x="19050" y="146000"/>
                  <a:pt x="25450" y="152400"/>
                  <a:pt x="33338" y="152400"/>
                </a:cubicBezTo>
                <a:lnTo>
                  <a:pt x="71229" y="152400"/>
                </a:lnTo>
                <a:lnTo>
                  <a:pt x="71438" y="152400"/>
                </a:lnTo>
                <a:lnTo>
                  <a:pt x="110520" y="152400"/>
                </a:lnTo>
                <a:cubicBezTo>
                  <a:pt x="123885" y="152400"/>
                  <a:pt x="135463" y="143143"/>
                  <a:pt x="138380" y="130106"/>
                </a:cubicBezTo>
                <a:lnTo>
                  <a:pt x="148471" y="85368"/>
                </a:lnTo>
                <a:cubicBezTo>
                  <a:pt x="149453" y="81082"/>
                  <a:pt x="148382" y="76587"/>
                  <a:pt x="145584" y="73164"/>
                </a:cubicBezTo>
                <a:lnTo>
                  <a:pt x="132725" y="57448"/>
                </a:lnTo>
                <a:close/>
                <a:moveTo>
                  <a:pt x="85725" y="57150"/>
                </a:moveTo>
                <a:cubicBezTo>
                  <a:pt x="85725" y="51893"/>
                  <a:pt x="89993" y="47625"/>
                  <a:pt x="95250" y="47625"/>
                </a:cubicBezTo>
                <a:cubicBezTo>
                  <a:pt x="100507" y="47625"/>
                  <a:pt x="104775" y="51893"/>
                  <a:pt x="104775" y="57150"/>
                </a:cubicBezTo>
                <a:cubicBezTo>
                  <a:pt x="104775" y="62407"/>
                  <a:pt x="100507" y="66675"/>
                  <a:pt x="95250" y="66675"/>
                </a:cubicBezTo>
                <a:cubicBezTo>
                  <a:pt x="89993" y="66675"/>
                  <a:pt x="85725" y="62407"/>
                  <a:pt x="85725" y="5715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0" name="Text 58"/>
          <p:cNvSpPr/>
          <p:nvPr/>
        </p:nvSpPr>
        <p:spPr>
          <a:xfrm>
            <a:off x="7726561" y="282892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Wear N95 mask outside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478911" y="3133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689" y="2560"/>
                </a:moveTo>
                <a:cubicBezTo>
                  <a:pt x="79028" y="-833"/>
                  <a:pt x="73372" y="-833"/>
                  <a:pt x="69741" y="2560"/>
                </a:cubicBezTo>
                <a:lnTo>
                  <a:pt x="3066" y="64472"/>
                </a:lnTo>
                <a:cubicBezTo>
                  <a:pt x="208" y="67151"/>
                  <a:pt x="-744" y="71289"/>
                  <a:pt x="685" y="74920"/>
                </a:cubicBezTo>
                <a:cubicBezTo>
                  <a:pt x="2113" y="78551"/>
                  <a:pt x="5596" y="80962"/>
                  <a:pt x="9525" y="80962"/>
                </a:cubicBezTo>
                <a:lnTo>
                  <a:pt x="14288" y="80962"/>
                </a:lnTo>
                <a:lnTo>
                  <a:pt x="14288" y="133350"/>
                </a:lnTo>
                <a:cubicBezTo>
                  <a:pt x="14288" y="143857"/>
                  <a:pt x="22830" y="152400"/>
                  <a:pt x="33338" y="152400"/>
                </a:cubicBezTo>
                <a:lnTo>
                  <a:pt x="119062" y="152400"/>
                </a:lnTo>
                <a:cubicBezTo>
                  <a:pt x="129570" y="152400"/>
                  <a:pt x="138113" y="143857"/>
                  <a:pt x="138113" y="133350"/>
                </a:cubicBezTo>
                <a:lnTo>
                  <a:pt x="138113" y="80962"/>
                </a:lnTo>
                <a:lnTo>
                  <a:pt x="142875" y="80962"/>
                </a:lnTo>
                <a:cubicBezTo>
                  <a:pt x="146804" y="80962"/>
                  <a:pt x="150316" y="78551"/>
                  <a:pt x="151745" y="74920"/>
                </a:cubicBezTo>
                <a:cubicBezTo>
                  <a:pt x="153174" y="71289"/>
                  <a:pt x="152221" y="67121"/>
                  <a:pt x="149364" y="64472"/>
                </a:cubicBezTo>
                <a:lnTo>
                  <a:pt x="82689" y="2560"/>
                </a:lnTo>
                <a:close/>
                <a:moveTo>
                  <a:pt x="71438" y="95250"/>
                </a:moveTo>
                <a:lnTo>
                  <a:pt x="80962" y="95250"/>
                </a:lnTo>
                <a:cubicBezTo>
                  <a:pt x="88850" y="95250"/>
                  <a:pt x="95250" y="101650"/>
                  <a:pt x="95250" y="109537"/>
                </a:cubicBezTo>
                <a:lnTo>
                  <a:pt x="95250" y="138113"/>
                </a:lnTo>
                <a:lnTo>
                  <a:pt x="57150" y="138113"/>
                </a:lnTo>
                <a:lnTo>
                  <a:pt x="57150" y="109537"/>
                </a:lnTo>
                <a:cubicBezTo>
                  <a:pt x="57150" y="101650"/>
                  <a:pt x="63550" y="95250"/>
                  <a:pt x="71438" y="9525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2" name="Text 60"/>
          <p:cNvSpPr/>
          <p:nvPr/>
        </p:nvSpPr>
        <p:spPr>
          <a:xfrm>
            <a:off x="7726561" y="3095625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indoors preferred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478911" y="3400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25" y="42863"/>
                </a:moveTo>
                <a:cubicBezTo>
                  <a:pt x="47625" y="19199"/>
                  <a:pt x="66824" y="0"/>
                  <a:pt x="90488" y="0"/>
                </a:cubicBezTo>
                <a:cubicBezTo>
                  <a:pt x="93107" y="0"/>
                  <a:pt x="95250" y="2143"/>
                  <a:pt x="95250" y="4763"/>
                </a:cubicBezTo>
                <a:lnTo>
                  <a:pt x="95250" y="50066"/>
                </a:lnTo>
                <a:cubicBezTo>
                  <a:pt x="99715" y="48488"/>
                  <a:pt x="104537" y="47625"/>
                  <a:pt x="109537" y="47625"/>
                </a:cubicBezTo>
                <a:cubicBezTo>
                  <a:pt x="133201" y="47625"/>
                  <a:pt x="152400" y="66824"/>
                  <a:pt x="152400" y="90488"/>
                </a:cubicBezTo>
                <a:cubicBezTo>
                  <a:pt x="152400" y="93107"/>
                  <a:pt x="150257" y="95250"/>
                  <a:pt x="147638" y="95250"/>
                </a:cubicBezTo>
                <a:lnTo>
                  <a:pt x="102334" y="95250"/>
                </a:lnTo>
                <a:cubicBezTo>
                  <a:pt x="103912" y="99715"/>
                  <a:pt x="104775" y="104537"/>
                  <a:pt x="104775" y="109537"/>
                </a:cubicBezTo>
                <a:cubicBezTo>
                  <a:pt x="104775" y="133201"/>
                  <a:pt x="85576" y="152400"/>
                  <a:pt x="61912" y="152400"/>
                </a:cubicBezTo>
                <a:cubicBezTo>
                  <a:pt x="59293" y="152400"/>
                  <a:pt x="57150" y="150257"/>
                  <a:pt x="57150" y="147638"/>
                </a:cubicBezTo>
                <a:lnTo>
                  <a:pt x="57150" y="102334"/>
                </a:lnTo>
                <a:cubicBezTo>
                  <a:pt x="52685" y="103912"/>
                  <a:pt x="47863" y="104775"/>
                  <a:pt x="42863" y="104775"/>
                </a:cubicBezTo>
                <a:cubicBezTo>
                  <a:pt x="19199" y="104775"/>
                  <a:pt x="0" y="85576"/>
                  <a:pt x="0" y="61912"/>
                </a:cubicBezTo>
                <a:cubicBezTo>
                  <a:pt x="0" y="59293"/>
                  <a:pt x="2143" y="57150"/>
                  <a:pt x="4763" y="57150"/>
                </a:cubicBezTo>
                <a:lnTo>
                  <a:pt x="50066" y="57150"/>
                </a:lnTo>
                <a:cubicBezTo>
                  <a:pt x="48488" y="52685"/>
                  <a:pt x="47625" y="47863"/>
                  <a:pt x="47625" y="42863"/>
                </a:cubicBezTo>
                <a:close/>
                <a:moveTo>
                  <a:pt x="76200" y="85725"/>
                </a:moveTo>
                <a:cubicBezTo>
                  <a:pt x="81457" y="85725"/>
                  <a:pt x="85725" y="81457"/>
                  <a:pt x="85725" y="76200"/>
                </a:cubicBez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64" name="Text 62"/>
          <p:cNvSpPr/>
          <p:nvPr/>
        </p:nvSpPr>
        <p:spPr>
          <a:xfrm>
            <a:off x="7726561" y="33623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air purifiers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459861" y="5329238"/>
            <a:ext cx="1885950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66" name="Text 64"/>
          <p:cNvSpPr/>
          <p:nvPr/>
        </p:nvSpPr>
        <p:spPr>
          <a:xfrm>
            <a:off x="7431286" y="54483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Unhealthy for all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616380" y="1038225"/>
            <a:ext cx="2190750" cy="471487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408741" y="1190625"/>
            <a:ext cx="609600" cy="609600"/>
          </a:xfrm>
          <a:prstGeom prst="roundRect">
            <a:avLst>
              <a:gd name="adj" fmla="val 0"/>
            </a:avLst>
          </a:prstGeom>
          <a:solidFill>
            <a:srgbClr val="FF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10599241" y="1381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190827"/>
                </a:moveTo>
                <a:cubicBezTo>
                  <a:pt x="211857" y="171182"/>
                  <a:pt x="228600" y="141000"/>
                  <a:pt x="228600" y="107156"/>
                </a:cubicBezTo>
                <a:cubicBezTo>
                  <a:pt x="228600" y="47997"/>
                  <a:pt x="177433" y="0"/>
                  <a:pt x="114300" y="0"/>
                </a:cubicBezTo>
                <a:cubicBezTo>
                  <a:pt x="51167" y="0"/>
                  <a:pt x="0" y="47997"/>
                  <a:pt x="0" y="107156"/>
                </a:cubicBezTo>
                <a:cubicBezTo>
                  <a:pt x="0" y="141000"/>
                  <a:pt x="16743" y="171182"/>
                  <a:pt x="42863" y="190827"/>
                </a:cubicBezTo>
                <a:lnTo>
                  <a:pt x="42863" y="207169"/>
                </a:lnTo>
                <a:cubicBezTo>
                  <a:pt x="42863" y="219001"/>
                  <a:pt x="52462" y="228600"/>
                  <a:pt x="64294" y="228600"/>
                </a:cubicBezTo>
                <a:lnTo>
                  <a:pt x="78581" y="228600"/>
                </a:lnTo>
                <a:lnTo>
                  <a:pt x="78581" y="210741"/>
                </a:lnTo>
                <a:cubicBezTo>
                  <a:pt x="78581" y="204802"/>
                  <a:pt x="83359" y="200025"/>
                  <a:pt x="89297" y="200025"/>
                </a:cubicBezTo>
                <a:cubicBezTo>
                  <a:pt x="95235" y="200025"/>
                  <a:pt x="100013" y="204802"/>
                  <a:pt x="100013" y="210741"/>
                </a:cubicBezTo>
                <a:lnTo>
                  <a:pt x="100013" y="228600"/>
                </a:lnTo>
                <a:lnTo>
                  <a:pt x="128588" y="228600"/>
                </a:lnTo>
                <a:lnTo>
                  <a:pt x="128588" y="210741"/>
                </a:lnTo>
                <a:cubicBezTo>
                  <a:pt x="128588" y="204802"/>
                  <a:pt x="133365" y="200025"/>
                  <a:pt x="139303" y="200025"/>
                </a:cubicBezTo>
                <a:cubicBezTo>
                  <a:pt x="145241" y="200025"/>
                  <a:pt x="150019" y="204802"/>
                  <a:pt x="150019" y="210741"/>
                </a:cubicBezTo>
                <a:lnTo>
                  <a:pt x="150019" y="228600"/>
                </a:lnTo>
                <a:lnTo>
                  <a:pt x="164306" y="228600"/>
                </a:lnTo>
                <a:cubicBezTo>
                  <a:pt x="176138" y="228600"/>
                  <a:pt x="185738" y="219001"/>
                  <a:pt x="185738" y="207169"/>
                </a:cubicBezTo>
                <a:lnTo>
                  <a:pt x="185738" y="190827"/>
                </a:lnTo>
                <a:close/>
                <a:moveTo>
                  <a:pt x="42863" y="114300"/>
                </a:moveTo>
                <a:cubicBezTo>
                  <a:pt x="42863" y="98529"/>
                  <a:pt x="55667" y="85725"/>
                  <a:pt x="71438" y="85725"/>
                </a:cubicBezTo>
                <a:cubicBezTo>
                  <a:pt x="87208" y="85725"/>
                  <a:pt x="100013" y="98529"/>
                  <a:pt x="100013" y="114300"/>
                </a:cubicBezTo>
                <a:cubicBezTo>
                  <a:pt x="100013" y="130071"/>
                  <a:pt x="87208" y="142875"/>
                  <a:pt x="71438" y="142875"/>
                </a:cubicBezTo>
                <a:cubicBezTo>
                  <a:pt x="55667" y="142875"/>
                  <a:pt x="42863" y="130071"/>
                  <a:pt x="42863" y="114300"/>
                </a:cubicBezTo>
                <a:close/>
                <a:moveTo>
                  <a:pt x="157163" y="85725"/>
                </a:moveTo>
                <a:cubicBezTo>
                  <a:pt x="172933" y="85725"/>
                  <a:pt x="185738" y="98529"/>
                  <a:pt x="185738" y="114300"/>
                </a:cubicBezTo>
                <a:cubicBezTo>
                  <a:pt x="185738" y="130071"/>
                  <a:pt x="172933" y="142875"/>
                  <a:pt x="157163" y="142875"/>
                </a:cubicBezTo>
                <a:cubicBezTo>
                  <a:pt x="141392" y="142875"/>
                  <a:pt x="128588" y="130071"/>
                  <a:pt x="128588" y="114300"/>
                </a:cubicBezTo>
                <a:cubicBezTo>
                  <a:pt x="128588" y="98529"/>
                  <a:pt x="141392" y="85725"/>
                  <a:pt x="157163" y="8572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0" name="Text 68"/>
          <p:cNvSpPr/>
          <p:nvPr/>
        </p:nvSpPr>
        <p:spPr>
          <a:xfrm>
            <a:off x="9725918" y="187642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Severe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711630" y="214312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300+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783068" y="2600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2689" y="2560"/>
                </a:moveTo>
                <a:cubicBezTo>
                  <a:pt x="79028" y="-833"/>
                  <a:pt x="73372" y="-833"/>
                  <a:pt x="69741" y="2560"/>
                </a:cubicBezTo>
                <a:lnTo>
                  <a:pt x="3066" y="64472"/>
                </a:lnTo>
                <a:cubicBezTo>
                  <a:pt x="208" y="67151"/>
                  <a:pt x="-744" y="71289"/>
                  <a:pt x="685" y="74920"/>
                </a:cubicBezTo>
                <a:cubicBezTo>
                  <a:pt x="2113" y="78551"/>
                  <a:pt x="5596" y="80962"/>
                  <a:pt x="9525" y="80962"/>
                </a:cubicBezTo>
                <a:lnTo>
                  <a:pt x="14288" y="80962"/>
                </a:lnTo>
                <a:lnTo>
                  <a:pt x="14288" y="133350"/>
                </a:lnTo>
                <a:cubicBezTo>
                  <a:pt x="14288" y="143857"/>
                  <a:pt x="22830" y="152400"/>
                  <a:pt x="33338" y="152400"/>
                </a:cubicBezTo>
                <a:lnTo>
                  <a:pt x="119062" y="152400"/>
                </a:lnTo>
                <a:cubicBezTo>
                  <a:pt x="129570" y="152400"/>
                  <a:pt x="138113" y="143857"/>
                  <a:pt x="138113" y="133350"/>
                </a:cubicBezTo>
                <a:lnTo>
                  <a:pt x="138113" y="80962"/>
                </a:lnTo>
                <a:lnTo>
                  <a:pt x="142875" y="80962"/>
                </a:lnTo>
                <a:cubicBezTo>
                  <a:pt x="146804" y="80962"/>
                  <a:pt x="150316" y="78551"/>
                  <a:pt x="151745" y="74920"/>
                </a:cubicBezTo>
                <a:cubicBezTo>
                  <a:pt x="153174" y="71289"/>
                  <a:pt x="152221" y="67121"/>
                  <a:pt x="149364" y="64472"/>
                </a:cubicBezTo>
                <a:lnTo>
                  <a:pt x="82689" y="2560"/>
                </a:lnTo>
                <a:close/>
                <a:moveTo>
                  <a:pt x="59531" y="76200"/>
                </a:moveTo>
                <a:cubicBezTo>
                  <a:pt x="59531" y="67000"/>
                  <a:pt x="67000" y="59531"/>
                  <a:pt x="76200" y="59531"/>
                </a:cubicBezTo>
                <a:cubicBezTo>
                  <a:pt x="85400" y="59531"/>
                  <a:pt x="92869" y="67000"/>
                  <a:pt x="92869" y="76200"/>
                </a:cubicBezTo>
                <a:cubicBezTo>
                  <a:pt x="92869" y="85400"/>
                  <a:pt x="85400" y="92869"/>
                  <a:pt x="76200" y="92869"/>
                </a:cubicBezTo>
                <a:cubicBezTo>
                  <a:pt x="67000" y="92869"/>
                  <a:pt x="59531" y="85400"/>
                  <a:pt x="59531" y="76200"/>
                </a:cubicBezTo>
                <a:close/>
                <a:moveTo>
                  <a:pt x="42863" y="128588"/>
                </a:moveTo>
                <a:cubicBezTo>
                  <a:pt x="42863" y="115431"/>
                  <a:pt x="53519" y="104775"/>
                  <a:pt x="66675" y="104775"/>
                </a:cubicBezTo>
                <a:lnTo>
                  <a:pt x="85725" y="104775"/>
                </a:lnTo>
                <a:cubicBezTo>
                  <a:pt x="98881" y="104775"/>
                  <a:pt x="109537" y="115431"/>
                  <a:pt x="109537" y="128588"/>
                </a:cubicBezTo>
                <a:cubicBezTo>
                  <a:pt x="109537" y="131207"/>
                  <a:pt x="107394" y="133350"/>
                  <a:pt x="104775" y="133350"/>
                </a:cubicBezTo>
                <a:lnTo>
                  <a:pt x="47625" y="133350"/>
                </a:lnTo>
                <a:cubicBezTo>
                  <a:pt x="45006" y="133350"/>
                  <a:pt x="42863" y="131207"/>
                  <a:pt x="42863" y="128588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3" name="Text 71"/>
          <p:cNvSpPr/>
          <p:nvPr/>
        </p:nvSpPr>
        <p:spPr>
          <a:xfrm>
            <a:off x="10028932" y="2562225"/>
            <a:ext cx="1695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indoors, avoid going out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787830" y="3057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7625" y="42863"/>
                </a:moveTo>
                <a:cubicBezTo>
                  <a:pt x="47625" y="19199"/>
                  <a:pt x="66824" y="0"/>
                  <a:pt x="90488" y="0"/>
                </a:cubicBezTo>
                <a:cubicBezTo>
                  <a:pt x="93107" y="0"/>
                  <a:pt x="95250" y="2143"/>
                  <a:pt x="95250" y="4763"/>
                </a:cubicBezTo>
                <a:lnTo>
                  <a:pt x="95250" y="50066"/>
                </a:lnTo>
                <a:cubicBezTo>
                  <a:pt x="99715" y="48488"/>
                  <a:pt x="104537" y="47625"/>
                  <a:pt x="109537" y="47625"/>
                </a:cubicBezTo>
                <a:cubicBezTo>
                  <a:pt x="133201" y="47625"/>
                  <a:pt x="152400" y="66824"/>
                  <a:pt x="152400" y="90488"/>
                </a:cubicBezTo>
                <a:cubicBezTo>
                  <a:pt x="152400" y="93107"/>
                  <a:pt x="150257" y="95250"/>
                  <a:pt x="147638" y="95250"/>
                </a:cubicBezTo>
                <a:lnTo>
                  <a:pt x="102334" y="95250"/>
                </a:lnTo>
                <a:cubicBezTo>
                  <a:pt x="103912" y="99715"/>
                  <a:pt x="104775" y="104537"/>
                  <a:pt x="104775" y="109537"/>
                </a:cubicBezTo>
                <a:cubicBezTo>
                  <a:pt x="104775" y="133201"/>
                  <a:pt x="85576" y="152400"/>
                  <a:pt x="61912" y="152400"/>
                </a:cubicBezTo>
                <a:cubicBezTo>
                  <a:pt x="59293" y="152400"/>
                  <a:pt x="57150" y="150257"/>
                  <a:pt x="57150" y="147638"/>
                </a:cubicBezTo>
                <a:lnTo>
                  <a:pt x="57150" y="102334"/>
                </a:lnTo>
                <a:cubicBezTo>
                  <a:pt x="52685" y="103912"/>
                  <a:pt x="47863" y="104775"/>
                  <a:pt x="42863" y="104775"/>
                </a:cubicBezTo>
                <a:cubicBezTo>
                  <a:pt x="19199" y="104775"/>
                  <a:pt x="0" y="85576"/>
                  <a:pt x="0" y="61912"/>
                </a:cubicBezTo>
                <a:cubicBezTo>
                  <a:pt x="0" y="59293"/>
                  <a:pt x="2143" y="57150"/>
                  <a:pt x="4763" y="57150"/>
                </a:cubicBezTo>
                <a:lnTo>
                  <a:pt x="50066" y="57150"/>
                </a:lnTo>
                <a:cubicBezTo>
                  <a:pt x="48488" y="52685"/>
                  <a:pt x="47625" y="47863"/>
                  <a:pt x="47625" y="42863"/>
                </a:cubicBezTo>
                <a:close/>
                <a:moveTo>
                  <a:pt x="76200" y="85725"/>
                </a:moveTo>
                <a:cubicBezTo>
                  <a:pt x="81457" y="85725"/>
                  <a:pt x="85725" y="81457"/>
                  <a:pt x="85725" y="76200"/>
                </a:cubicBezTo>
                <a:cubicBezTo>
                  <a:pt x="85725" y="70943"/>
                  <a:pt x="81457" y="66675"/>
                  <a:pt x="76200" y="66675"/>
                </a:cubicBezTo>
                <a:cubicBezTo>
                  <a:pt x="70943" y="66675"/>
                  <a:pt x="66675" y="70943"/>
                  <a:pt x="66675" y="76200"/>
                </a:cubicBezTo>
                <a:cubicBezTo>
                  <a:pt x="66675" y="81457"/>
                  <a:pt x="70943" y="85725"/>
                  <a:pt x="76200" y="85725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5" name="Text 73"/>
          <p:cNvSpPr/>
          <p:nvPr/>
        </p:nvSpPr>
        <p:spPr>
          <a:xfrm>
            <a:off x="10035480" y="3019425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air purifiers mandatory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787830" y="3324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2725" y="57448"/>
                </a:moveTo>
                <a:cubicBezTo>
                  <a:pt x="132695" y="57329"/>
                  <a:pt x="132665" y="57180"/>
                  <a:pt x="132665" y="57061"/>
                </a:cubicBezTo>
                <a:cubicBezTo>
                  <a:pt x="127992" y="24795"/>
                  <a:pt x="100251" y="0"/>
                  <a:pt x="66675" y="0"/>
                </a:cubicBezTo>
                <a:cubicBezTo>
                  <a:pt x="41374" y="0"/>
                  <a:pt x="19348" y="14109"/>
                  <a:pt x="8066" y="34885"/>
                </a:cubicBezTo>
                <a:lnTo>
                  <a:pt x="84326" y="85725"/>
                </a:lnTo>
                <a:lnTo>
                  <a:pt x="135731" y="85725"/>
                </a:lnTo>
                <a:lnTo>
                  <a:pt x="131832" y="100013"/>
                </a:lnTo>
                <a:lnTo>
                  <a:pt x="100013" y="100013"/>
                </a:lnTo>
                <a:cubicBezTo>
                  <a:pt x="97393" y="100013"/>
                  <a:pt x="95250" y="102156"/>
                  <a:pt x="95250" y="104775"/>
                </a:cubicBezTo>
                <a:cubicBezTo>
                  <a:pt x="95250" y="107394"/>
                  <a:pt x="97393" y="109537"/>
                  <a:pt x="100013" y="109537"/>
                </a:cubicBezTo>
                <a:lnTo>
                  <a:pt x="129242" y="109537"/>
                </a:lnTo>
                <a:lnTo>
                  <a:pt x="126653" y="119062"/>
                </a:lnTo>
                <a:lnTo>
                  <a:pt x="100013" y="119062"/>
                </a:lnTo>
                <a:cubicBezTo>
                  <a:pt x="97393" y="119062"/>
                  <a:pt x="95250" y="121206"/>
                  <a:pt x="95250" y="123825"/>
                </a:cubicBezTo>
                <a:cubicBezTo>
                  <a:pt x="95250" y="126444"/>
                  <a:pt x="97393" y="128588"/>
                  <a:pt x="100013" y="128588"/>
                </a:cubicBezTo>
                <a:lnTo>
                  <a:pt x="124004" y="128588"/>
                </a:lnTo>
                <a:cubicBezTo>
                  <a:pt x="122009" y="134273"/>
                  <a:pt x="116622" y="138113"/>
                  <a:pt x="110520" y="138113"/>
                </a:cubicBezTo>
                <a:lnTo>
                  <a:pt x="85725" y="138113"/>
                </a:lnTo>
                <a:cubicBezTo>
                  <a:pt x="80456" y="138113"/>
                  <a:pt x="76200" y="133856"/>
                  <a:pt x="76200" y="128588"/>
                </a:cubicBezTo>
                <a:lnTo>
                  <a:pt x="76200" y="97482"/>
                </a:lnTo>
                <a:lnTo>
                  <a:pt x="2530" y="48369"/>
                </a:lnTo>
                <a:cubicBezTo>
                  <a:pt x="893" y="54203"/>
                  <a:pt x="0" y="60335"/>
                  <a:pt x="0" y="66675"/>
                </a:cubicBezTo>
                <a:cubicBezTo>
                  <a:pt x="0" y="82748"/>
                  <a:pt x="5685" y="97482"/>
                  <a:pt x="15151" y="109002"/>
                </a:cubicBezTo>
                <a:cubicBezTo>
                  <a:pt x="17532" y="111889"/>
                  <a:pt x="19050" y="115431"/>
                  <a:pt x="19050" y="119182"/>
                </a:cubicBezTo>
                <a:lnTo>
                  <a:pt x="19050" y="138113"/>
                </a:lnTo>
                <a:cubicBezTo>
                  <a:pt x="19050" y="146000"/>
                  <a:pt x="25450" y="152400"/>
                  <a:pt x="33338" y="152400"/>
                </a:cubicBezTo>
                <a:lnTo>
                  <a:pt x="71229" y="152400"/>
                </a:lnTo>
                <a:lnTo>
                  <a:pt x="71438" y="152400"/>
                </a:lnTo>
                <a:lnTo>
                  <a:pt x="110520" y="152400"/>
                </a:lnTo>
                <a:cubicBezTo>
                  <a:pt x="123885" y="152400"/>
                  <a:pt x="135463" y="143143"/>
                  <a:pt x="138380" y="130106"/>
                </a:cubicBezTo>
                <a:lnTo>
                  <a:pt x="148471" y="85368"/>
                </a:lnTo>
                <a:cubicBezTo>
                  <a:pt x="149453" y="81082"/>
                  <a:pt x="148382" y="76587"/>
                  <a:pt x="145584" y="73164"/>
                </a:cubicBezTo>
                <a:lnTo>
                  <a:pt x="132725" y="57448"/>
                </a:lnTo>
                <a:close/>
                <a:moveTo>
                  <a:pt x="85725" y="57150"/>
                </a:moveTo>
                <a:cubicBezTo>
                  <a:pt x="85725" y="51893"/>
                  <a:pt x="89993" y="47625"/>
                  <a:pt x="95250" y="47625"/>
                </a:cubicBezTo>
                <a:cubicBezTo>
                  <a:pt x="100507" y="47625"/>
                  <a:pt x="104775" y="51893"/>
                  <a:pt x="104775" y="57150"/>
                </a:cubicBezTo>
                <a:cubicBezTo>
                  <a:pt x="104775" y="62407"/>
                  <a:pt x="100507" y="66675"/>
                  <a:pt x="95250" y="66675"/>
                </a:cubicBezTo>
                <a:cubicBezTo>
                  <a:pt x="89993" y="66675"/>
                  <a:pt x="85725" y="62407"/>
                  <a:pt x="85725" y="5715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7" name="Text 75"/>
          <p:cNvSpPr/>
          <p:nvPr/>
        </p:nvSpPr>
        <p:spPr>
          <a:xfrm>
            <a:off x="10035480" y="3286125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N95 mask if essential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778305" y="35909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20032" y="133350"/>
                </a:lnTo>
                <a:cubicBezTo>
                  <a:pt x="23128" y="144334"/>
                  <a:pt x="33248" y="152400"/>
                  <a:pt x="45244" y="152400"/>
                </a:cubicBezTo>
                <a:cubicBezTo>
                  <a:pt x="57239" y="152400"/>
                  <a:pt x="67330" y="144334"/>
                  <a:pt x="70455" y="133350"/>
                </a:cubicBezTo>
                <a:lnTo>
                  <a:pt x="100995" y="133350"/>
                </a:lnTo>
                <a:cubicBezTo>
                  <a:pt x="104090" y="144334"/>
                  <a:pt x="114211" y="152400"/>
                  <a:pt x="126206" y="152400"/>
                </a:cubicBezTo>
                <a:cubicBezTo>
                  <a:pt x="138202" y="152400"/>
                  <a:pt x="148292" y="144334"/>
                  <a:pt x="151418" y="133350"/>
                </a:cubicBezTo>
                <a:lnTo>
                  <a:pt x="152400" y="133350"/>
                </a:lnTo>
                <a:cubicBezTo>
                  <a:pt x="162907" y="133350"/>
                  <a:pt x="171450" y="124807"/>
                  <a:pt x="171450" y="114300"/>
                </a:cubicBezTo>
                <a:lnTo>
                  <a:pt x="171450" y="70634"/>
                </a:lnTo>
                <a:cubicBezTo>
                  <a:pt x="171450" y="65574"/>
                  <a:pt x="169456" y="60722"/>
                  <a:pt x="165884" y="57150"/>
                </a:cubicBezTo>
                <a:lnTo>
                  <a:pt x="152400" y="43666"/>
                </a:lnTo>
                <a:cubicBezTo>
                  <a:pt x="148828" y="40094"/>
                  <a:pt x="143976" y="38100"/>
                  <a:pt x="138916" y="38100"/>
                </a:cubicBezTo>
                <a:lnTo>
                  <a:pt x="123825" y="38100"/>
                </a:lnTo>
                <a:lnTo>
                  <a:pt x="123825" y="28575"/>
                </a:lnTo>
                <a:cubicBezTo>
                  <a:pt x="123825" y="18068"/>
                  <a:pt x="115282" y="9525"/>
                  <a:pt x="104775" y="9525"/>
                </a:cubicBezTo>
                <a:lnTo>
                  <a:pt x="19050" y="9525"/>
                </a:lnTo>
                <a:close/>
                <a:moveTo>
                  <a:pt x="152400" y="70634"/>
                </a:moveTo>
                <a:lnTo>
                  <a:pt x="152400" y="85725"/>
                </a:lnTo>
                <a:lnTo>
                  <a:pt x="123825" y="85725"/>
                </a:lnTo>
                <a:lnTo>
                  <a:pt x="123825" y="57150"/>
                </a:lnTo>
                <a:lnTo>
                  <a:pt x="138916" y="57150"/>
                </a:lnTo>
                <a:lnTo>
                  <a:pt x="152400" y="70634"/>
                </a:lnTo>
                <a:close/>
                <a:moveTo>
                  <a:pt x="45244" y="114300"/>
                </a:moveTo>
                <a:cubicBezTo>
                  <a:pt x="51815" y="114300"/>
                  <a:pt x="57150" y="119635"/>
                  <a:pt x="57150" y="126206"/>
                </a:cubicBezTo>
                <a:cubicBezTo>
                  <a:pt x="57150" y="132777"/>
                  <a:pt x="51815" y="138113"/>
                  <a:pt x="45244" y="138113"/>
                </a:cubicBezTo>
                <a:cubicBezTo>
                  <a:pt x="38673" y="138113"/>
                  <a:pt x="33338" y="132777"/>
                  <a:pt x="33338" y="126206"/>
                </a:cubicBezTo>
                <a:cubicBezTo>
                  <a:pt x="33338" y="119635"/>
                  <a:pt x="38673" y="114300"/>
                  <a:pt x="45244" y="114300"/>
                </a:cubicBezTo>
                <a:close/>
                <a:moveTo>
                  <a:pt x="114300" y="126206"/>
                </a:moveTo>
                <a:cubicBezTo>
                  <a:pt x="114300" y="119635"/>
                  <a:pt x="119635" y="114300"/>
                  <a:pt x="126206" y="114300"/>
                </a:cubicBezTo>
                <a:cubicBezTo>
                  <a:pt x="132777" y="114300"/>
                  <a:pt x="138113" y="119635"/>
                  <a:pt x="138113" y="126206"/>
                </a:cubicBezTo>
                <a:cubicBezTo>
                  <a:pt x="138113" y="132777"/>
                  <a:pt x="132777" y="138113"/>
                  <a:pt x="126206" y="138113"/>
                </a:cubicBezTo>
                <a:cubicBezTo>
                  <a:pt x="119635" y="138113"/>
                  <a:pt x="114300" y="132777"/>
                  <a:pt x="114300" y="126206"/>
                </a:cubicBezTo>
                <a:close/>
                <a:moveTo>
                  <a:pt x="52388" y="40481"/>
                </a:moveTo>
                <a:cubicBezTo>
                  <a:pt x="52388" y="37862"/>
                  <a:pt x="54531" y="35719"/>
                  <a:pt x="57150" y="35719"/>
                </a:cubicBezTo>
                <a:lnTo>
                  <a:pt x="66675" y="35719"/>
                </a:lnTo>
                <a:cubicBezTo>
                  <a:pt x="69294" y="35719"/>
                  <a:pt x="71438" y="37862"/>
                  <a:pt x="71438" y="40481"/>
                </a:cubicBezTo>
                <a:lnTo>
                  <a:pt x="71438" y="52388"/>
                </a:lnTo>
                <a:lnTo>
                  <a:pt x="83344" y="52388"/>
                </a:lnTo>
                <a:cubicBezTo>
                  <a:pt x="85963" y="52388"/>
                  <a:pt x="88106" y="54531"/>
                  <a:pt x="88106" y="57150"/>
                </a:cubicBezTo>
                <a:lnTo>
                  <a:pt x="88106" y="66675"/>
                </a:lnTo>
                <a:cubicBezTo>
                  <a:pt x="88106" y="69294"/>
                  <a:pt x="85963" y="71438"/>
                  <a:pt x="83344" y="71438"/>
                </a:cubicBezTo>
                <a:lnTo>
                  <a:pt x="71438" y="71438"/>
                </a:lnTo>
                <a:lnTo>
                  <a:pt x="71438" y="83344"/>
                </a:lnTo>
                <a:cubicBezTo>
                  <a:pt x="71438" y="85963"/>
                  <a:pt x="69294" y="88106"/>
                  <a:pt x="66675" y="88106"/>
                </a:cubicBezTo>
                <a:lnTo>
                  <a:pt x="57150" y="88106"/>
                </a:lnTo>
                <a:cubicBezTo>
                  <a:pt x="54531" y="88106"/>
                  <a:pt x="52388" y="85963"/>
                  <a:pt x="52388" y="83344"/>
                </a:cubicBezTo>
                <a:lnTo>
                  <a:pt x="52388" y="71438"/>
                </a:lnTo>
                <a:lnTo>
                  <a:pt x="40481" y="71438"/>
                </a:lnTo>
                <a:cubicBezTo>
                  <a:pt x="37862" y="71438"/>
                  <a:pt x="35719" y="69294"/>
                  <a:pt x="35719" y="66675"/>
                </a:cubicBezTo>
                <a:lnTo>
                  <a:pt x="35719" y="57150"/>
                </a:lnTo>
                <a:cubicBezTo>
                  <a:pt x="35719" y="54531"/>
                  <a:pt x="37862" y="52388"/>
                  <a:pt x="40481" y="52388"/>
                </a:cubicBezTo>
                <a:lnTo>
                  <a:pt x="52388" y="52388"/>
                </a:lnTo>
                <a:lnTo>
                  <a:pt x="52388" y="40481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79" name="Text 77"/>
          <p:cNvSpPr/>
          <p:nvPr/>
        </p:nvSpPr>
        <p:spPr>
          <a:xfrm>
            <a:off x="10035480" y="3552825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Seek care if symptoms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768780" y="5329238"/>
            <a:ext cx="1885950" cy="9525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81" name="Text 79"/>
          <p:cNvSpPr/>
          <p:nvPr/>
        </p:nvSpPr>
        <p:spPr>
          <a:xfrm>
            <a:off x="9740205" y="5448300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conditions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309563" y="5905500"/>
            <a:ext cx="384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347663" y="6286500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Levels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170313" y="5905500"/>
            <a:ext cx="384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208413" y="6286500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Groups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031063" y="5905500"/>
            <a:ext cx="384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069163" y="6286500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Conditions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85765" cy="648798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0399285" y="570519"/>
            <a:ext cx="1171441" cy="72089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704044" y="5190386"/>
            <a:ext cx="585721" cy="585721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0443" y="360443"/>
            <a:ext cx="11633313" cy="36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4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 &amp; Reliability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443" y="792976"/>
            <a:ext cx="901109" cy="45055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4621" y="1018253"/>
            <a:ext cx="5001153" cy="288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Infrastructure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4621" y="1486829"/>
            <a:ext cx="4893020" cy="183826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84843" y="1667051"/>
            <a:ext cx="432532" cy="43253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799734" y="1793206"/>
            <a:ext cx="202749" cy="180222"/>
          </a:xfrm>
          <a:custGeom>
            <a:avLst/>
            <a:gdLst/>
            <a:ahLst/>
            <a:cxnLst/>
            <a:rect l="l" t="t" r="r" b="b"/>
            <a:pathLst>
              <a:path w="202749" h="180222">
                <a:moveTo>
                  <a:pt x="30940" y="4048"/>
                </a:moveTo>
                <a:cubicBezTo>
                  <a:pt x="26963" y="1619"/>
                  <a:pt x="21753" y="2922"/>
                  <a:pt x="19325" y="6899"/>
                </a:cubicBezTo>
                <a:cubicBezTo>
                  <a:pt x="10595" y="21331"/>
                  <a:pt x="5597" y="38262"/>
                  <a:pt x="5597" y="56319"/>
                </a:cubicBezTo>
                <a:cubicBezTo>
                  <a:pt x="5597" y="74377"/>
                  <a:pt x="10595" y="91308"/>
                  <a:pt x="19325" y="105739"/>
                </a:cubicBezTo>
                <a:cubicBezTo>
                  <a:pt x="21753" y="109717"/>
                  <a:pt x="26928" y="111019"/>
                  <a:pt x="30940" y="108591"/>
                </a:cubicBezTo>
                <a:cubicBezTo>
                  <a:pt x="34953" y="106162"/>
                  <a:pt x="36220" y="100988"/>
                  <a:pt x="33792" y="96975"/>
                </a:cubicBezTo>
                <a:cubicBezTo>
                  <a:pt x="26646" y="85148"/>
                  <a:pt x="22528" y="71209"/>
                  <a:pt x="22528" y="56319"/>
                </a:cubicBezTo>
                <a:cubicBezTo>
                  <a:pt x="22528" y="41430"/>
                  <a:pt x="26646" y="27491"/>
                  <a:pt x="33827" y="15629"/>
                </a:cubicBezTo>
                <a:cubicBezTo>
                  <a:pt x="36256" y="11651"/>
                  <a:pt x="34953" y="6442"/>
                  <a:pt x="30976" y="4013"/>
                </a:cubicBezTo>
                <a:close/>
                <a:moveTo>
                  <a:pt x="171774" y="4048"/>
                </a:moveTo>
                <a:cubicBezTo>
                  <a:pt x="167796" y="6477"/>
                  <a:pt x="166494" y="11651"/>
                  <a:pt x="168923" y="15664"/>
                </a:cubicBezTo>
                <a:cubicBezTo>
                  <a:pt x="176103" y="27526"/>
                  <a:pt x="180222" y="41465"/>
                  <a:pt x="180222" y="56354"/>
                </a:cubicBezTo>
                <a:cubicBezTo>
                  <a:pt x="180222" y="71244"/>
                  <a:pt x="176103" y="85183"/>
                  <a:pt x="168923" y="97045"/>
                </a:cubicBezTo>
                <a:cubicBezTo>
                  <a:pt x="166494" y="101023"/>
                  <a:pt x="167796" y="106232"/>
                  <a:pt x="171774" y="108661"/>
                </a:cubicBezTo>
                <a:cubicBezTo>
                  <a:pt x="175751" y="111090"/>
                  <a:pt x="180961" y="109787"/>
                  <a:pt x="183390" y="105810"/>
                </a:cubicBezTo>
                <a:cubicBezTo>
                  <a:pt x="192119" y="91378"/>
                  <a:pt x="197118" y="74447"/>
                  <a:pt x="197118" y="56390"/>
                </a:cubicBezTo>
                <a:cubicBezTo>
                  <a:pt x="197118" y="38332"/>
                  <a:pt x="192119" y="21331"/>
                  <a:pt x="183390" y="6899"/>
                </a:cubicBezTo>
                <a:cubicBezTo>
                  <a:pt x="180961" y="2922"/>
                  <a:pt x="175787" y="1619"/>
                  <a:pt x="171774" y="4048"/>
                </a:cubicBezTo>
                <a:close/>
                <a:moveTo>
                  <a:pt x="112639" y="75820"/>
                </a:moveTo>
                <a:cubicBezTo>
                  <a:pt x="119362" y="71913"/>
                  <a:pt x="123902" y="64662"/>
                  <a:pt x="123902" y="56319"/>
                </a:cubicBezTo>
                <a:cubicBezTo>
                  <a:pt x="123902" y="43894"/>
                  <a:pt x="113800" y="33792"/>
                  <a:pt x="101375" y="33792"/>
                </a:cubicBezTo>
                <a:cubicBezTo>
                  <a:pt x="88949" y="33792"/>
                  <a:pt x="78847" y="43894"/>
                  <a:pt x="78847" y="56319"/>
                </a:cubicBezTo>
                <a:cubicBezTo>
                  <a:pt x="78847" y="64662"/>
                  <a:pt x="83388" y="71948"/>
                  <a:pt x="90111" y="75820"/>
                </a:cubicBezTo>
                <a:lnTo>
                  <a:pt x="90111" y="168958"/>
                </a:lnTo>
                <a:cubicBezTo>
                  <a:pt x="90111" y="175188"/>
                  <a:pt x="95144" y="180222"/>
                  <a:pt x="101375" y="180222"/>
                </a:cubicBezTo>
                <a:cubicBezTo>
                  <a:pt x="107605" y="180222"/>
                  <a:pt x="112639" y="175188"/>
                  <a:pt x="112639" y="168958"/>
                </a:cubicBezTo>
                <a:lnTo>
                  <a:pt x="112639" y="75820"/>
                </a:lnTo>
                <a:close/>
                <a:moveTo>
                  <a:pt x="63430" y="32032"/>
                </a:moveTo>
                <a:cubicBezTo>
                  <a:pt x="65964" y="28089"/>
                  <a:pt x="64802" y="22880"/>
                  <a:pt x="60895" y="20345"/>
                </a:cubicBezTo>
                <a:cubicBezTo>
                  <a:pt x="56988" y="17811"/>
                  <a:pt x="51743" y="18973"/>
                  <a:pt x="49209" y="22880"/>
                </a:cubicBezTo>
                <a:cubicBezTo>
                  <a:pt x="43014" y="32524"/>
                  <a:pt x="39424" y="43999"/>
                  <a:pt x="39424" y="56319"/>
                </a:cubicBezTo>
                <a:cubicBezTo>
                  <a:pt x="39424" y="68639"/>
                  <a:pt x="43014" y="80114"/>
                  <a:pt x="49209" y="89759"/>
                </a:cubicBezTo>
                <a:cubicBezTo>
                  <a:pt x="51743" y="93701"/>
                  <a:pt x="56953" y="94828"/>
                  <a:pt x="60895" y="92293"/>
                </a:cubicBezTo>
                <a:cubicBezTo>
                  <a:pt x="64838" y="89759"/>
                  <a:pt x="65964" y="84549"/>
                  <a:pt x="63430" y="80607"/>
                </a:cubicBezTo>
                <a:cubicBezTo>
                  <a:pt x="58924" y="73602"/>
                  <a:pt x="56319" y="65260"/>
                  <a:pt x="56319" y="56319"/>
                </a:cubicBezTo>
                <a:cubicBezTo>
                  <a:pt x="56319" y="47379"/>
                  <a:pt x="58924" y="39036"/>
                  <a:pt x="63430" y="32032"/>
                </a:cubicBezTo>
                <a:close/>
                <a:moveTo>
                  <a:pt x="153540" y="22880"/>
                </a:moveTo>
                <a:cubicBezTo>
                  <a:pt x="151006" y="18937"/>
                  <a:pt x="145797" y="17811"/>
                  <a:pt x="141854" y="20345"/>
                </a:cubicBezTo>
                <a:cubicBezTo>
                  <a:pt x="137912" y="22880"/>
                  <a:pt x="136785" y="28089"/>
                  <a:pt x="139320" y="32032"/>
                </a:cubicBezTo>
                <a:cubicBezTo>
                  <a:pt x="143825" y="39036"/>
                  <a:pt x="146430" y="47379"/>
                  <a:pt x="146430" y="56319"/>
                </a:cubicBezTo>
                <a:cubicBezTo>
                  <a:pt x="146430" y="65260"/>
                  <a:pt x="143825" y="73602"/>
                  <a:pt x="139320" y="80607"/>
                </a:cubicBezTo>
                <a:cubicBezTo>
                  <a:pt x="136785" y="84549"/>
                  <a:pt x="137947" y="89759"/>
                  <a:pt x="141854" y="92293"/>
                </a:cubicBezTo>
                <a:cubicBezTo>
                  <a:pt x="145761" y="94828"/>
                  <a:pt x="151006" y="93666"/>
                  <a:pt x="153540" y="89759"/>
                </a:cubicBezTo>
                <a:cubicBezTo>
                  <a:pt x="159736" y="80114"/>
                  <a:pt x="163326" y="68639"/>
                  <a:pt x="163326" y="56319"/>
                </a:cubicBezTo>
                <a:cubicBezTo>
                  <a:pt x="163326" y="43999"/>
                  <a:pt x="159736" y="32524"/>
                  <a:pt x="153540" y="22880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11" name="Text 9"/>
          <p:cNvSpPr/>
          <p:nvPr/>
        </p:nvSpPr>
        <p:spPr>
          <a:xfrm>
            <a:off x="1225508" y="1667051"/>
            <a:ext cx="1793206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CPCB Stations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5508" y="1919361"/>
            <a:ext cx="177518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Pollution Control 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4843" y="2207716"/>
            <a:ext cx="459565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300+ monitoring stations across India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4843" y="2460027"/>
            <a:ext cx="459565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Continuous real-time data collection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4843" y="2712337"/>
            <a:ext cx="459565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Government-certified calibration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4843" y="2964647"/>
            <a:ext cx="459565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Hourly pollutant measurements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4621" y="3469268"/>
            <a:ext cx="4893020" cy="1766173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84843" y="3649490"/>
            <a:ext cx="432532" cy="432532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9734" y="3775645"/>
            <a:ext cx="202749" cy="180222"/>
          </a:xfrm>
          <a:custGeom>
            <a:avLst/>
            <a:gdLst/>
            <a:ahLst/>
            <a:cxnLst/>
            <a:rect l="l" t="t" r="r" b="b"/>
            <a:pathLst>
              <a:path w="202749" h="180222">
                <a:moveTo>
                  <a:pt x="112639" y="0"/>
                </a:moveTo>
                <a:cubicBezTo>
                  <a:pt x="100213" y="0"/>
                  <a:pt x="90111" y="10102"/>
                  <a:pt x="90111" y="22528"/>
                </a:cubicBezTo>
                <a:lnTo>
                  <a:pt x="90111" y="33792"/>
                </a:lnTo>
                <a:lnTo>
                  <a:pt x="73215" y="33792"/>
                </a:lnTo>
                <a:lnTo>
                  <a:pt x="73215" y="8448"/>
                </a:lnTo>
                <a:cubicBezTo>
                  <a:pt x="73215" y="3766"/>
                  <a:pt x="69449" y="0"/>
                  <a:pt x="64767" y="0"/>
                </a:cubicBezTo>
                <a:cubicBezTo>
                  <a:pt x="60086" y="0"/>
                  <a:pt x="56319" y="3766"/>
                  <a:pt x="56319" y="8448"/>
                </a:cubicBezTo>
                <a:lnTo>
                  <a:pt x="56319" y="33792"/>
                </a:lnTo>
                <a:lnTo>
                  <a:pt x="33792" y="33792"/>
                </a:lnTo>
                <a:lnTo>
                  <a:pt x="33792" y="8448"/>
                </a:lnTo>
                <a:cubicBezTo>
                  <a:pt x="33792" y="3766"/>
                  <a:pt x="30025" y="0"/>
                  <a:pt x="25344" y="0"/>
                </a:cubicBezTo>
                <a:cubicBezTo>
                  <a:pt x="20662" y="0"/>
                  <a:pt x="16896" y="3766"/>
                  <a:pt x="16896" y="8448"/>
                </a:cubicBezTo>
                <a:lnTo>
                  <a:pt x="16896" y="34496"/>
                </a:lnTo>
                <a:cubicBezTo>
                  <a:pt x="7181" y="36995"/>
                  <a:pt x="0" y="45830"/>
                  <a:pt x="0" y="56319"/>
                </a:cubicBezTo>
                <a:lnTo>
                  <a:pt x="0" y="157694"/>
                </a:lnTo>
                <a:cubicBezTo>
                  <a:pt x="0" y="170119"/>
                  <a:pt x="10102" y="180222"/>
                  <a:pt x="22528" y="180222"/>
                </a:cubicBezTo>
                <a:lnTo>
                  <a:pt x="180222" y="180222"/>
                </a:lnTo>
                <a:cubicBezTo>
                  <a:pt x="192647" y="180222"/>
                  <a:pt x="202749" y="170119"/>
                  <a:pt x="202749" y="157694"/>
                </a:cubicBezTo>
                <a:lnTo>
                  <a:pt x="202749" y="90111"/>
                </a:lnTo>
                <a:cubicBezTo>
                  <a:pt x="202749" y="77685"/>
                  <a:pt x="192647" y="67583"/>
                  <a:pt x="180222" y="67583"/>
                </a:cubicBezTo>
                <a:lnTo>
                  <a:pt x="157694" y="67583"/>
                </a:lnTo>
                <a:lnTo>
                  <a:pt x="157694" y="22528"/>
                </a:lnTo>
                <a:cubicBezTo>
                  <a:pt x="157694" y="10102"/>
                  <a:pt x="147592" y="0"/>
                  <a:pt x="135166" y="0"/>
                </a:cubicBezTo>
                <a:lnTo>
                  <a:pt x="112639" y="0"/>
                </a:lnTo>
                <a:close/>
                <a:moveTo>
                  <a:pt x="135166" y="39424"/>
                </a:moveTo>
                <a:lnTo>
                  <a:pt x="135166" y="50687"/>
                </a:lnTo>
                <a:cubicBezTo>
                  <a:pt x="135166" y="53785"/>
                  <a:pt x="132632" y="56319"/>
                  <a:pt x="129534" y="56319"/>
                </a:cubicBezTo>
                <a:lnTo>
                  <a:pt x="118271" y="56319"/>
                </a:lnTo>
                <a:cubicBezTo>
                  <a:pt x="115173" y="56319"/>
                  <a:pt x="112639" y="53785"/>
                  <a:pt x="112639" y="50687"/>
                </a:cubicBezTo>
                <a:lnTo>
                  <a:pt x="112639" y="39424"/>
                </a:lnTo>
                <a:cubicBezTo>
                  <a:pt x="112639" y="36326"/>
                  <a:pt x="115173" y="33792"/>
                  <a:pt x="118271" y="33792"/>
                </a:cubicBezTo>
                <a:lnTo>
                  <a:pt x="129534" y="33792"/>
                </a:lnTo>
                <a:cubicBezTo>
                  <a:pt x="132632" y="33792"/>
                  <a:pt x="135166" y="36326"/>
                  <a:pt x="135166" y="39424"/>
                </a:cubicBezTo>
                <a:close/>
                <a:moveTo>
                  <a:pt x="129534" y="67583"/>
                </a:moveTo>
                <a:cubicBezTo>
                  <a:pt x="132632" y="67583"/>
                  <a:pt x="135166" y="70118"/>
                  <a:pt x="135166" y="73215"/>
                </a:cubicBezTo>
                <a:lnTo>
                  <a:pt x="135166" y="84479"/>
                </a:lnTo>
                <a:cubicBezTo>
                  <a:pt x="135166" y="87576"/>
                  <a:pt x="132632" y="90111"/>
                  <a:pt x="129534" y="90111"/>
                </a:cubicBezTo>
                <a:lnTo>
                  <a:pt x="118271" y="90111"/>
                </a:lnTo>
                <a:cubicBezTo>
                  <a:pt x="115173" y="90111"/>
                  <a:pt x="112639" y="87576"/>
                  <a:pt x="112639" y="84479"/>
                </a:cubicBezTo>
                <a:lnTo>
                  <a:pt x="112639" y="73215"/>
                </a:lnTo>
                <a:cubicBezTo>
                  <a:pt x="112639" y="70118"/>
                  <a:pt x="115173" y="67583"/>
                  <a:pt x="118271" y="67583"/>
                </a:cubicBezTo>
                <a:lnTo>
                  <a:pt x="129534" y="67583"/>
                </a:lnTo>
                <a:close/>
                <a:moveTo>
                  <a:pt x="135166" y="107007"/>
                </a:moveTo>
                <a:lnTo>
                  <a:pt x="135166" y="118271"/>
                </a:lnTo>
                <a:cubicBezTo>
                  <a:pt x="135166" y="121368"/>
                  <a:pt x="132632" y="123902"/>
                  <a:pt x="129534" y="123902"/>
                </a:cubicBezTo>
                <a:lnTo>
                  <a:pt x="118271" y="123902"/>
                </a:lnTo>
                <a:cubicBezTo>
                  <a:pt x="115173" y="123902"/>
                  <a:pt x="112639" y="121368"/>
                  <a:pt x="112639" y="118271"/>
                </a:cubicBezTo>
                <a:lnTo>
                  <a:pt x="112639" y="107007"/>
                </a:lnTo>
                <a:cubicBezTo>
                  <a:pt x="112639" y="103909"/>
                  <a:pt x="115173" y="101375"/>
                  <a:pt x="118271" y="101375"/>
                </a:cubicBezTo>
                <a:lnTo>
                  <a:pt x="129534" y="101375"/>
                </a:lnTo>
                <a:cubicBezTo>
                  <a:pt x="132632" y="101375"/>
                  <a:pt x="135166" y="103909"/>
                  <a:pt x="135166" y="107007"/>
                </a:cubicBezTo>
                <a:close/>
                <a:moveTo>
                  <a:pt x="174590" y="101375"/>
                </a:moveTo>
                <a:cubicBezTo>
                  <a:pt x="177687" y="101375"/>
                  <a:pt x="180222" y="103909"/>
                  <a:pt x="180222" y="107007"/>
                </a:cubicBezTo>
                <a:lnTo>
                  <a:pt x="180222" y="118271"/>
                </a:lnTo>
                <a:cubicBezTo>
                  <a:pt x="180222" y="121368"/>
                  <a:pt x="177687" y="123902"/>
                  <a:pt x="174590" y="123902"/>
                </a:cubicBezTo>
                <a:lnTo>
                  <a:pt x="163326" y="123902"/>
                </a:lnTo>
                <a:cubicBezTo>
                  <a:pt x="160228" y="123902"/>
                  <a:pt x="157694" y="121368"/>
                  <a:pt x="157694" y="118271"/>
                </a:cubicBezTo>
                <a:lnTo>
                  <a:pt x="157694" y="107007"/>
                </a:lnTo>
                <a:cubicBezTo>
                  <a:pt x="157694" y="103909"/>
                  <a:pt x="160228" y="101375"/>
                  <a:pt x="163326" y="101375"/>
                </a:cubicBezTo>
                <a:lnTo>
                  <a:pt x="174590" y="101375"/>
                </a:lnTo>
                <a:close/>
                <a:moveTo>
                  <a:pt x="90111" y="107007"/>
                </a:moveTo>
                <a:lnTo>
                  <a:pt x="90111" y="118271"/>
                </a:lnTo>
                <a:cubicBezTo>
                  <a:pt x="90111" y="121368"/>
                  <a:pt x="87576" y="123902"/>
                  <a:pt x="84479" y="123902"/>
                </a:cubicBezTo>
                <a:lnTo>
                  <a:pt x="73215" y="123902"/>
                </a:lnTo>
                <a:cubicBezTo>
                  <a:pt x="70118" y="123902"/>
                  <a:pt x="67583" y="121368"/>
                  <a:pt x="67583" y="118271"/>
                </a:cubicBezTo>
                <a:lnTo>
                  <a:pt x="67583" y="107007"/>
                </a:lnTo>
                <a:cubicBezTo>
                  <a:pt x="67583" y="103909"/>
                  <a:pt x="70118" y="101375"/>
                  <a:pt x="73215" y="101375"/>
                </a:cubicBezTo>
                <a:lnTo>
                  <a:pt x="84479" y="101375"/>
                </a:lnTo>
                <a:cubicBezTo>
                  <a:pt x="87576" y="101375"/>
                  <a:pt x="90111" y="103909"/>
                  <a:pt x="90111" y="107007"/>
                </a:cubicBezTo>
                <a:close/>
                <a:moveTo>
                  <a:pt x="84479" y="67583"/>
                </a:moveTo>
                <a:cubicBezTo>
                  <a:pt x="87576" y="67583"/>
                  <a:pt x="90111" y="70118"/>
                  <a:pt x="90111" y="73215"/>
                </a:cubicBezTo>
                <a:lnTo>
                  <a:pt x="90111" y="84479"/>
                </a:lnTo>
                <a:cubicBezTo>
                  <a:pt x="90111" y="87576"/>
                  <a:pt x="87576" y="90111"/>
                  <a:pt x="84479" y="90111"/>
                </a:cubicBezTo>
                <a:lnTo>
                  <a:pt x="73215" y="90111"/>
                </a:lnTo>
                <a:cubicBezTo>
                  <a:pt x="70118" y="90111"/>
                  <a:pt x="67583" y="87576"/>
                  <a:pt x="67583" y="84479"/>
                </a:cubicBezTo>
                <a:lnTo>
                  <a:pt x="67583" y="73215"/>
                </a:lnTo>
                <a:cubicBezTo>
                  <a:pt x="67583" y="70118"/>
                  <a:pt x="70118" y="67583"/>
                  <a:pt x="73215" y="67583"/>
                </a:cubicBezTo>
                <a:lnTo>
                  <a:pt x="84479" y="67583"/>
                </a:lnTo>
                <a:close/>
                <a:moveTo>
                  <a:pt x="45055" y="107007"/>
                </a:moveTo>
                <a:lnTo>
                  <a:pt x="45055" y="118271"/>
                </a:lnTo>
                <a:cubicBezTo>
                  <a:pt x="45055" y="121368"/>
                  <a:pt x="42521" y="123902"/>
                  <a:pt x="39424" y="123902"/>
                </a:cubicBezTo>
                <a:lnTo>
                  <a:pt x="28160" y="123902"/>
                </a:lnTo>
                <a:cubicBezTo>
                  <a:pt x="25062" y="123902"/>
                  <a:pt x="22528" y="121368"/>
                  <a:pt x="22528" y="118271"/>
                </a:cubicBezTo>
                <a:lnTo>
                  <a:pt x="22528" y="107007"/>
                </a:lnTo>
                <a:cubicBezTo>
                  <a:pt x="22528" y="103909"/>
                  <a:pt x="25062" y="101375"/>
                  <a:pt x="28160" y="101375"/>
                </a:cubicBezTo>
                <a:lnTo>
                  <a:pt x="39424" y="101375"/>
                </a:lnTo>
                <a:cubicBezTo>
                  <a:pt x="42521" y="101375"/>
                  <a:pt x="45055" y="103909"/>
                  <a:pt x="45055" y="107007"/>
                </a:cubicBezTo>
                <a:close/>
                <a:moveTo>
                  <a:pt x="39424" y="67583"/>
                </a:moveTo>
                <a:cubicBezTo>
                  <a:pt x="42521" y="67583"/>
                  <a:pt x="45055" y="70118"/>
                  <a:pt x="45055" y="73215"/>
                </a:cubicBezTo>
                <a:lnTo>
                  <a:pt x="45055" y="84479"/>
                </a:lnTo>
                <a:cubicBezTo>
                  <a:pt x="45055" y="87576"/>
                  <a:pt x="42521" y="90111"/>
                  <a:pt x="39424" y="90111"/>
                </a:cubicBezTo>
                <a:lnTo>
                  <a:pt x="28160" y="90111"/>
                </a:lnTo>
                <a:cubicBezTo>
                  <a:pt x="25062" y="90111"/>
                  <a:pt x="22528" y="87576"/>
                  <a:pt x="22528" y="84479"/>
                </a:cubicBezTo>
                <a:lnTo>
                  <a:pt x="22528" y="73215"/>
                </a:lnTo>
                <a:cubicBezTo>
                  <a:pt x="22528" y="70118"/>
                  <a:pt x="25062" y="67583"/>
                  <a:pt x="28160" y="67583"/>
                </a:cubicBezTo>
                <a:lnTo>
                  <a:pt x="39424" y="67583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508" y="3649490"/>
            <a:ext cx="1531885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City Coverage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508" y="3901800"/>
            <a:ext cx="1513863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feeds available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798" y="4190155"/>
            <a:ext cx="153188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Delhi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304" y="4406421"/>
            <a:ext cx="152287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Live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82513" y="4190155"/>
            <a:ext cx="153188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Mumbai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87019" y="4406421"/>
            <a:ext cx="152287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Live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16228" y="4190155"/>
            <a:ext cx="153188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20734" y="4406421"/>
            <a:ext cx="152287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Live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8798" y="4658732"/>
            <a:ext cx="153188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Chennai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304" y="4874998"/>
            <a:ext cx="152287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Live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182513" y="4658732"/>
            <a:ext cx="153188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Kolkata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87019" y="4874998"/>
            <a:ext cx="152287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Live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16228" y="4658732"/>
            <a:ext cx="1531885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20734" y="4874998"/>
            <a:ext cx="1522874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dirty="0">
                <a:solidFill>
                  <a:srgbClr val="CC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 Live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4621" y="6010395"/>
            <a:ext cx="4893020" cy="18022"/>
          </a:xfrm>
          <a:prstGeom prst="roundRect">
            <a:avLst>
              <a:gd name="adj" fmla="val 0"/>
            </a:avLst>
          </a:prstGeom>
          <a:solidFill>
            <a:srgbClr val="F5F1E6"/>
          </a:solidFill>
          <a:ln/>
        </p:spPr>
      </p:sp>
      <p:sp>
        <p:nvSpPr>
          <p:cNvPr id="35" name="Shape 33"/>
          <p:cNvSpPr/>
          <p:nvPr/>
        </p:nvSpPr>
        <p:spPr>
          <a:xfrm>
            <a:off x="522643" y="6190616"/>
            <a:ext cx="126155" cy="126155"/>
          </a:xfrm>
          <a:custGeom>
            <a:avLst/>
            <a:gdLst/>
            <a:ahLst/>
            <a:cxnLst/>
            <a:rect l="l" t="t" r="r" b="b"/>
            <a:pathLst>
              <a:path w="126155" h="126155">
                <a:moveTo>
                  <a:pt x="63078" y="0"/>
                </a:moveTo>
                <a:cubicBezTo>
                  <a:pt x="64211" y="0"/>
                  <a:pt x="65344" y="246"/>
                  <a:pt x="66379" y="715"/>
                </a:cubicBezTo>
                <a:lnTo>
                  <a:pt x="112800" y="20402"/>
                </a:lnTo>
                <a:cubicBezTo>
                  <a:pt x="118221" y="22693"/>
                  <a:pt x="122262" y="28040"/>
                  <a:pt x="122238" y="34496"/>
                </a:cubicBezTo>
                <a:cubicBezTo>
                  <a:pt x="122114" y="58938"/>
                  <a:pt x="112061" y="103659"/>
                  <a:pt x="69607" y="123987"/>
                </a:cubicBezTo>
                <a:cubicBezTo>
                  <a:pt x="65492" y="125958"/>
                  <a:pt x="60712" y="125958"/>
                  <a:pt x="56597" y="123987"/>
                </a:cubicBezTo>
                <a:cubicBezTo>
                  <a:pt x="14119" y="103659"/>
                  <a:pt x="4090" y="58938"/>
                  <a:pt x="3967" y="34496"/>
                </a:cubicBezTo>
                <a:cubicBezTo>
                  <a:pt x="3942" y="28040"/>
                  <a:pt x="7983" y="22693"/>
                  <a:pt x="13404" y="20402"/>
                </a:cubicBezTo>
                <a:lnTo>
                  <a:pt x="59801" y="715"/>
                </a:lnTo>
                <a:cubicBezTo>
                  <a:pt x="60835" y="246"/>
                  <a:pt x="61944" y="0"/>
                  <a:pt x="63078" y="0"/>
                </a:cubicBezTo>
                <a:close/>
                <a:moveTo>
                  <a:pt x="63078" y="16459"/>
                </a:moveTo>
                <a:lnTo>
                  <a:pt x="63078" y="109622"/>
                </a:lnTo>
                <a:cubicBezTo>
                  <a:pt x="97080" y="93163"/>
                  <a:pt x="106222" y="56696"/>
                  <a:pt x="106443" y="34865"/>
                </a:cubicBezTo>
                <a:lnTo>
                  <a:pt x="63078" y="16484"/>
                </a:lnTo>
                <a:lnTo>
                  <a:pt x="63078" y="16484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36" name="Text 34"/>
          <p:cNvSpPr/>
          <p:nvPr/>
        </p:nvSpPr>
        <p:spPr>
          <a:xfrm>
            <a:off x="717970" y="6163583"/>
            <a:ext cx="4742749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F5F1E6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data undergoes quality assurance validation before display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82476" y="1018253"/>
            <a:ext cx="6235672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51" b="1" dirty="0">
                <a:solidFill>
                  <a:srgbClr val="F5F1E6"/>
                </a:solidFill>
                <a:highlight>
                  <a:srgbClr val="CC0000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▶ </a:t>
            </a:r>
            <a:pPr>
              <a:lnSpc>
                <a:spcPct val="120000"/>
              </a:lnSpc>
            </a:pPr>
            <a:r>
              <a:rPr lang="en-US" sz="1419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Assurance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00498" y="1414741"/>
            <a:ext cx="36044" cy="133364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5862697" y="1522874"/>
            <a:ext cx="291058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Process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62697" y="1811228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Automated outlier detection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62697" y="2027494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Cross-station verification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62697" y="2243761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Historical pattern matching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62697" y="2460027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Manual expert review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828471" y="1414741"/>
            <a:ext cx="36044" cy="133364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8990671" y="1522874"/>
            <a:ext cx="291058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Calibration Standards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90671" y="1811228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Weekly instrument calibration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90671" y="2027494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NIST-traceable standards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90671" y="2243761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Inter-laboratory comparison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90671" y="2460027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ISO 9001 certified processes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00498" y="2856514"/>
            <a:ext cx="36044" cy="133364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5862697" y="2964647"/>
            <a:ext cx="291058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Frequency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862697" y="3253002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Real-time: Every 15 minutes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862697" y="3469268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Hourly averages displayed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62697" y="3685534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Daily summaries at midnight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62697" y="3901800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Historical data: 3+ years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828471" y="2856514"/>
            <a:ext cx="36044" cy="133364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8990671" y="2964647"/>
            <a:ext cx="2910581" cy="21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Accuracy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990671" y="3253002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PM2.5: ±10% accuracy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990671" y="3469268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PM10: ±8% accuracy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990671" y="3685534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Gases: ±5% accuracy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990671" y="3901800"/>
            <a:ext cx="2901570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3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99.7% uptime reliability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682476" y="4334333"/>
            <a:ext cx="6145561" cy="165804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5895363" y="4559610"/>
            <a:ext cx="141925" cy="162200"/>
          </a:xfrm>
          <a:custGeom>
            <a:avLst/>
            <a:gdLst/>
            <a:ahLst/>
            <a:cxnLst/>
            <a:rect l="l" t="t" r="r" b="b"/>
            <a:pathLst>
              <a:path w="141925" h="162200">
                <a:moveTo>
                  <a:pt x="141925" y="65197"/>
                </a:moveTo>
                <a:cubicBezTo>
                  <a:pt x="137236" y="68301"/>
                  <a:pt x="131850" y="70804"/>
                  <a:pt x="126243" y="72800"/>
                </a:cubicBezTo>
                <a:cubicBezTo>
                  <a:pt x="111354" y="78122"/>
                  <a:pt x="91807" y="81100"/>
                  <a:pt x="70962" y="81100"/>
                </a:cubicBezTo>
                <a:cubicBezTo>
                  <a:pt x="50117" y="81100"/>
                  <a:pt x="30539" y="78090"/>
                  <a:pt x="15681" y="72800"/>
                </a:cubicBezTo>
                <a:cubicBezTo>
                  <a:pt x="10106" y="70804"/>
                  <a:pt x="4689" y="68301"/>
                  <a:pt x="0" y="65197"/>
                </a:cubicBezTo>
                <a:lnTo>
                  <a:pt x="0" y="91237"/>
                </a:lnTo>
                <a:cubicBezTo>
                  <a:pt x="0" y="105240"/>
                  <a:pt x="31775" y="116581"/>
                  <a:pt x="70962" y="116581"/>
                </a:cubicBezTo>
                <a:cubicBezTo>
                  <a:pt x="110150" y="116581"/>
                  <a:pt x="141925" y="105240"/>
                  <a:pt x="141925" y="91237"/>
                </a:cubicBezTo>
                <a:lnTo>
                  <a:pt x="141925" y="65197"/>
                </a:lnTo>
                <a:close/>
                <a:moveTo>
                  <a:pt x="141925" y="40550"/>
                </a:moveTo>
                <a:lnTo>
                  <a:pt x="141925" y="25344"/>
                </a:lnTo>
                <a:cubicBezTo>
                  <a:pt x="141925" y="11341"/>
                  <a:pt x="110150" y="0"/>
                  <a:pt x="70962" y="0"/>
                </a:cubicBezTo>
                <a:cubicBezTo>
                  <a:pt x="31775" y="0"/>
                  <a:pt x="0" y="11341"/>
                  <a:pt x="0" y="25344"/>
                </a:cubicBezTo>
                <a:lnTo>
                  <a:pt x="0" y="40550"/>
                </a:lnTo>
                <a:cubicBezTo>
                  <a:pt x="0" y="54552"/>
                  <a:pt x="31775" y="65894"/>
                  <a:pt x="70962" y="65894"/>
                </a:cubicBezTo>
                <a:cubicBezTo>
                  <a:pt x="110150" y="65894"/>
                  <a:pt x="141925" y="54552"/>
                  <a:pt x="141925" y="40550"/>
                </a:cubicBezTo>
                <a:close/>
                <a:moveTo>
                  <a:pt x="126243" y="123487"/>
                </a:moveTo>
                <a:cubicBezTo>
                  <a:pt x="111385" y="128778"/>
                  <a:pt x="91839" y="131787"/>
                  <a:pt x="70962" y="131787"/>
                </a:cubicBezTo>
                <a:cubicBezTo>
                  <a:pt x="50085" y="131787"/>
                  <a:pt x="30539" y="128778"/>
                  <a:pt x="15681" y="123487"/>
                </a:cubicBezTo>
                <a:cubicBezTo>
                  <a:pt x="10106" y="121491"/>
                  <a:pt x="4689" y="118989"/>
                  <a:pt x="0" y="115884"/>
                </a:cubicBezTo>
                <a:lnTo>
                  <a:pt x="0" y="136856"/>
                </a:lnTo>
                <a:cubicBezTo>
                  <a:pt x="0" y="150858"/>
                  <a:pt x="31775" y="162200"/>
                  <a:pt x="70962" y="162200"/>
                </a:cubicBezTo>
                <a:cubicBezTo>
                  <a:pt x="110150" y="162200"/>
                  <a:pt x="141925" y="150858"/>
                  <a:pt x="141925" y="136856"/>
                </a:cubicBezTo>
                <a:lnTo>
                  <a:pt x="141925" y="115884"/>
                </a:lnTo>
                <a:cubicBezTo>
                  <a:pt x="137236" y="118989"/>
                  <a:pt x="131850" y="121491"/>
                  <a:pt x="126243" y="123487"/>
                </a:cubicBez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6069952" y="4514554"/>
            <a:ext cx="5658962" cy="25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Pipeline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49329" y="4911042"/>
            <a:ext cx="504621" cy="50462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6411529" y="5073242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81663" y="0"/>
                </a:moveTo>
                <a:cubicBezTo>
                  <a:pt x="136081" y="0"/>
                  <a:pt x="180222" y="44140"/>
                  <a:pt x="180222" y="98559"/>
                </a:cubicBezTo>
                <a:cubicBezTo>
                  <a:pt x="180222" y="103240"/>
                  <a:pt x="176455" y="107007"/>
                  <a:pt x="171774" y="107007"/>
                </a:cubicBezTo>
                <a:cubicBezTo>
                  <a:pt x="167092" y="107007"/>
                  <a:pt x="163326" y="103240"/>
                  <a:pt x="163326" y="98559"/>
                </a:cubicBezTo>
                <a:cubicBezTo>
                  <a:pt x="163326" y="53468"/>
                  <a:pt x="126754" y="16896"/>
                  <a:pt x="81663" y="16896"/>
                </a:cubicBezTo>
                <a:cubicBezTo>
                  <a:pt x="76981" y="16896"/>
                  <a:pt x="73215" y="13129"/>
                  <a:pt x="73215" y="8448"/>
                </a:cubicBezTo>
                <a:cubicBezTo>
                  <a:pt x="73215" y="3766"/>
                  <a:pt x="76981" y="0"/>
                  <a:pt x="81663" y="0"/>
                </a:cubicBezTo>
                <a:close/>
                <a:moveTo>
                  <a:pt x="73215" y="42239"/>
                </a:moveTo>
                <a:cubicBezTo>
                  <a:pt x="73215" y="37558"/>
                  <a:pt x="76981" y="33792"/>
                  <a:pt x="81663" y="33792"/>
                </a:cubicBezTo>
                <a:cubicBezTo>
                  <a:pt x="117426" y="33792"/>
                  <a:pt x="146430" y="62796"/>
                  <a:pt x="146430" y="98559"/>
                </a:cubicBezTo>
                <a:cubicBezTo>
                  <a:pt x="146430" y="103240"/>
                  <a:pt x="142664" y="107007"/>
                  <a:pt x="137982" y="107007"/>
                </a:cubicBezTo>
                <a:cubicBezTo>
                  <a:pt x="133301" y="107007"/>
                  <a:pt x="129534" y="103240"/>
                  <a:pt x="129534" y="98559"/>
                </a:cubicBezTo>
                <a:cubicBezTo>
                  <a:pt x="129534" y="72124"/>
                  <a:pt x="108098" y="50687"/>
                  <a:pt x="81663" y="50687"/>
                </a:cubicBezTo>
                <a:cubicBezTo>
                  <a:pt x="76981" y="50687"/>
                  <a:pt x="73215" y="46921"/>
                  <a:pt x="73215" y="42239"/>
                </a:cubicBezTo>
                <a:close/>
                <a:moveTo>
                  <a:pt x="9293" y="50230"/>
                </a:moveTo>
                <a:cubicBezTo>
                  <a:pt x="12390" y="43929"/>
                  <a:pt x="20697" y="43225"/>
                  <a:pt x="25660" y="48188"/>
                </a:cubicBezTo>
                <a:lnTo>
                  <a:pt x="70892" y="93420"/>
                </a:lnTo>
                <a:lnTo>
                  <a:pt x="82156" y="82156"/>
                </a:lnTo>
                <a:cubicBezTo>
                  <a:pt x="86556" y="77756"/>
                  <a:pt x="93701" y="77756"/>
                  <a:pt x="98101" y="82156"/>
                </a:cubicBezTo>
                <a:cubicBezTo>
                  <a:pt x="102501" y="86556"/>
                  <a:pt x="102501" y="93701"/>
                  <a:pt x="98101" y="98101"/>
                </a:cubicBezTo>
                <a:lnTo>
                  <a:pt x="86837" y="109365"/>
                </a:lnTo>
                <a:lnTo>
                  <a:pt x="132069" y="154596"/>
                </a:lnTo>
                <a:cubicBezTo>
                  <a:pt x="137032" y="159560"/>
                  <a:pt x="136293" y="167831"/>
                  <a:pt x="130027" y="170964"/>
                </a:cubicBezTo>
                <a:cubicBezTo>
                  <a:pt x="117989" y="176913"/>
                  <a:pt x="104472" y="180257"/>
                  <a:pt x="90146" y="180257"/>
                </a:cubicBezTo>
                <a:cubicBezTo>
                  <a:pt x="40374" y="180257"/>
                  <a:pt x="35" y="139918"/>
                  <a:pt x="35" y="90146"/>
                </a:cubicBezTo>
                <a:cubicBezTo>
                  <a:pt x="35" y="75820"/>
                  <a:pt x="3379" y="62268"/>
                  <a:pt x="9328" y="50265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67" name="Text 65"/>
          <p:cNvSpPr/>
          <p:nvPr/>
        </p:nvSpPr>
        <p:spPr>
          <a:xfrm>
            <a:off x="5831159" y="5487752"/>
            <a:ext cx="134265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835664" y="5667973"/>
            <a:ext cx="1333641" cy="14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1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sensor data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163110" y="5271486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176913" y="98066"/>
                </a:moveTo>
                <a:cubicBezTo>
                  <a:pt x="181313" y="93666"/>
                  <a:pt x="181313" y="86521"/>
                  <a:pt x="176913" y="82121"/>
                </a:cubicBezTo>
                <a:lnTo>
                  <a:pt x="120594" y="25801"/>
                </a:lnTo>
                <a:cubicBezTo>
                  <a:pt x="116194" y="21401"/>
                  <a:pt x="109048" y="21401"/>
                  <a:pt x="104648" y="25801"/>
                </a:cubicBezTo>
                <a:cubicBezTo>
                  <a:pt x="100248" y="30201"/>
                  <a:pt x="100248" y="37347"/>
                  <a:pt x="104648" y="41747"/>
                </a:cubicBezTo>
                <a:lnTo>
                  <a:pt x="141749" y="78847"/>
                </a:lnTo>
                <a:lnTo>
                  <a:pt x="11264" y="78847"/>
                </a:lnTo>
                <a:cubicBezTo>
                  <a:pt x="5034" y="78847"/>
                  <a:pt x="0" y="83881"/>
                  <a:pt x="0" y="90111"/>
                </a:cubicBezTo>
                <a:cubicBezTo>
                  <a:pt x="0" y="96341"/>
                  <a:pt x="5034" y="101375"/>
                  <a:pt x="11264" y="101375"/>
                </a:cubicBezTo>
                <a:lnTo>
                  <a:pt x="141749" y="101375"/>
                </a:lnTo>
                <a:lnTo>
                  <a:pt x="104648" y="138475"/>
                </a:lnTo>
                <a:cubicBezTo>
                  <a:pt x="100248" y="142875"/>
                  <a:pt x="100248" y="150021"/>
                  <a:pt x="104648" y="154420"/>
                </a:cubicBezTo>
                <a:cubicBezTo>
                  <a:pt x="109048" y="158820"/>
                  <a:pt x="116194" y="158820"/>
                  <a:pt x="120594" y="154420"/>
                </a:cubicBezTo>
                <a:lnTo>
                  <a:pt x="176913" y="98101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7752491" y="4911042"/>
            <a:ext cx="504621" cy="50462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7914691" y="5073242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11264" y="22528"/>
                </a:moveTo>
                <a:cubicBezTo>
                  <a:pt x="6723" y="22528"/>
                  <a:pt x="2605" y="25273"/>
                  <a:pt x="845" y="29497"/>
                </a:cubicBezTo>
                <a:cubicBezTo>
                  <a:pt x="-915" y="33721"/>
                  <a:pt x="70" y="38544"/>
                  <a:pt x="3309" y="41747"/>
                </a:cubicBezTo>
                <a:lnTo>
                  <a:pt x="67583" y="106056"/>
                </a:lnTo>
                <a:lnTo>
                  <a:pt x="67583" y="146430"/>
                </a:lnTo>
                <a:cubicBezTo>
                  <a:pt x="67583" y="149422"/>
                  <a:pt x="68780" y="152273"/>
                  <a:pt x="70892" y="154385"/>
                </a:cubicBezTo>
                <a:lnTo>
                  <a:pt x="93420" y="176913"/>
                </a:lnTo>
                <a:cubicBezTo>
                  <a:pt x="96658" y="180151"/>
                  <a:pt x="101480" y="181102"/>
                  <a:pt x="105704" y="179342"/>
                </a:cubicBezTo>
                <a:cubicBezTo>
                  <a:pt x="109928" y="177582"/>
                  <a:pt x="112639" y="173499"/>
                  <a:pt x="112639" y="168958"/>
                </a:cubicBezTo>
                <a:lnTo>
                  <a:pt x="112639" y="106056"/>
                </a:lnTo>
                <a:lnTo>
                  <a:pt x="176913" y="41782"/>
                </a:lnTo>
                <a:cubicBezTo>
                  <a:pt x="180151" y="38544"/>
                  <a:pt x="181102" y="33721"/>
                  <a:pt x="179342" y="29497"/>
                </a:cubicBezTo>
                <a:cubicBezTo>
                  <a:pt x="177582" y="25273"/>
                  <a:pt x="173499" y="22528"/>
                  <a:pt x="168958" y="22528"/>
                </a:cubicBezTo>
                <a:lnTo>
                  <a:pt x="11264" y="22528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72" name="Text 70"/>
          <p:cNvSpPr/>
          <p:nvPr/>
        </p:nvSpPr>
        <p:spPr>
          <a:xfrm>
            <a:off x="7334320" y="5487752"/>
            <a:ext cx="134265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338826" y="5667973"/>
            <a:ext cx="1333641" cy="14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1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checks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666412" y="5271486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176913" y="98066"/>
                </a:moveTo>
                <a:cubicBezTo>
                  <a:pt x="181313" y="93666"/>
                  <a:pt x="181313" y="86521"/>
                  <a:pt x="176913" y="82121"/>
                </a:cubicBezTo>
                <a:lnTo>
                  <a:pt x="120594" y="25801"/>
                </a:lnTo>
                <a:cubicBezTo>
                  <a:pt x="116194" y="21401"/>
                  <a:pt x="109048" y="21401"/>
                  <a:pt x="104648" y="25801"/>
                </a:cubicBezTo>
                <a:cubicBezTo>
                  <a:pt x="100248" y="30201"/>
                  <a:pt x="100248" y="37347"/>
                  <a:pt x="104648" y="41747"/>
                </a:cubicBezTo>
                <a:lnTo>
                  <a:pt x="141749" y="78847"/>
                </a:lnTo>
                <a:lnTo>
                  <a:pt x="11264" y="78847"/>
                </a:lnTo>
                <a:cubicBezTo>
                  <a:pt x="5034" y="78847"/>
                  <a:pt x="0" y="83881"/>
                  <a:pt x="0" y="90111"/>
                </a:cubicBezTo>
                <a:cubicBezTo>
                  <a:pt x="0" y="96341"/>
                  <a:pt x="5034" y="101375"/>
                  <a:pt x="11264" y="101375"/>
                </a:cubicBezTo>
                <a:lnTo>
                  <a:pt x="141749" y="101375"/>
                </a:lnTo>
                <a:lnTo>
                  <a:pt x="104648" y="138475"/>
                </a:lnTo>
                <a:cubicBezTo>
                  <a:pt x="100248" y="142875"/>
                  <a:pt x="100248" y="150021"/>
                  <a:pt x="104648" y="154420"/>
                </a:cubicBezTo>
                <a:cubicBezTo>
                  <a:pt x="109048" y="158820"/>
                  <a:pt x="116194" y="158820"/>
                  <a:pt x="120594" y="154420"/>
                </a:cubicBezTo>
                <a:lnTo>
                  <a:pt x="176913" y="98101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9255794" y="4911042"/>
            <a:ext cx="504621" cy="50462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9417993" y="5073242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42239" y="19712"/>
                </a:moveTo>
                <a:cubicBezTo>
                  <a:pt x="42239" y="8835"/>
                  <a:pt x="51075" y="0"/>
                  <a:pt x="61951" y="0"/>
                </a:cubicBezTo>
                <a:lnTo>
                  <a:pt x="70399" y="0"/>
                </a:lnTo>
                <a:cubicBezTo>
                  <a:pt x="76629" y="0"/>
                  <a:pt x="81663" y="5034"/>
                  <a:pt x="81663" y="11264"/>
                </a:cubicBezTo>
                <a:lnTo>
                  <a:pt x="81663" y="168958"/>
                </a:lnTo>
                <a:cubicBezTo>
                  <a:pt x="81663" y="175188"/>
                  <a:pt x="76629" y="180222"/>
                  <a:pt x="70399" y="180222"/>
                </a:cubicBezTo>
                <a:lnTo>
                  <a:pt x="59135" y="180222"/>
                </a:lnTo>
                <a:cubicBezTo>
                  <a:pt x="48646" y="180222"/>
                  <a:pt x="39811" y="173041"/>
                  <a:pt x="37312" y="163326"/>
                </a:cubicBezTo>
                <a:cubicBezTo>
                  <a:pt x="37065" y="163326"/>
                  <a:pt x="36854" y="163326"/>
                  <a:pt x="36608" y="163326"/>
                </a:cubicBezTo>
                <a:cubicBezTo>
                  <a:pt x="21049" y="163326"/>
                  <a:pt x="8448" y="150725"/>
                  <a:pt x="8448" y="135166"/>
                </a:cubicBezTo>
                <a:cubicBezTo>
                  <a:pt x="8448" y="128830"/>
                  <a:pt x="10560" y="122987"/>
                  <a:pt x="14080" y="118271"/>
                </a:cubicBezTo>
                <a:cubicBezTo>
                  <a:pt x="7251" y="113131"/>
                  <a:pt x="2816" y="104965"/>
                  <a:pt x="2816" y="95743"/>
                </a:cubicBezTo>
                <a:cubicBezTo>
                  <a:pt x="2816" y="84866"/>
                  <a:pt x="9011" y="75397"/>
                  <a:pt x="18022" y="70716"/>
                </a:cubicBezTo>
                <a:cubicBezTo>
                  <a:pt x="15523" y="66492"/>
                  <a:pt x="14080" y="61564"/>
                  <a:pt x="14080" y="56319"/>
                </a:cubicBezTo>
                <a:cubicBezTo>
                  <a:pt x="14080" y="40761"/>
                  <a:pt x="26681" y="28160"/>
                  <a:pt x="42239" y="28160"/>
                </a:cubicBezTo>
                <a:lnTo>
                  <a:pt x="42239" y="19712"/>
                </a:lnTo>
                <a:close/>
                <a:moveTo>
                  <a:pt x="137982" y="19712"/>
                </a:moveTo>
                <a:lnTo>
                  <a:pt x="137982" y="28160"/>
                </a:lnTo>
                <a:cubicBezTo>
                  <a:pt x="153540" y="28160"/>
                  <a:pt x="166142" y="40761"/>
                  <a:pt x="166142" y="56319"/>
                </a:cubicBezTo>
                <a:cubicBezTo>
                  <a:pt x="166142" y="61599"/>
                  <a:pt x="164699" y="66527"/>
                  <a:pt x="162200" y="70716"/>
                </a:cubicBezTo>
                <a:cubicBezTo>
                  <a:pt x="171246" y="75397"/>
                  <a:pt x="177406" y="84831"/>
                  <a:pt x="177406" y="95743"/>
                </a:cubicBezTo>
                <a:cubicBezTo>
                  <a:pt x="177406" y="104965"/>
                  <a:pt x="172971" y="113131"/>
                  <a:pt x="166142" y="118271"/>
                </a:cubicBezTo>
                <a:cubicBezTo>
                  <a:pt x="169662" y="122987"/>
                  <a:pt x="171774" y="128830"/>
                  <a:pt x="171774" y="135166"/>
                </a:cubicBezTo>
                <a:cubicBezTo>
                  <a:pt x="171774" y="150725"/>
                  <a:pt x="159172" y="163326"/>
                  <a:pt x="143614" y="163326"/>
                </a:cubicBezTo>
                <a:cubicBezTo>
                  <a:pt x="143368" y="163326"/>
                  <a:pt x="143157" y="163326"/>
                  <a:pt x="142910" y="163326"/>
                </a:cubicBezTo>
                <a:cubicBezTo>
                  <a:pt x="140411" y="173041"/>
                  <a:pt x="131576" y="180222"/>
                  <a:pt x="121086" y="180222"/>
                </a:cubicBezTo>
                <a:lnTo>
                  <a:pt x="109823" y="180222"/>
                </a:lnTo>
                <a:cubicBezTo>
                  <a:pt x="103592" y="180222"/>
                  <a:pt x="98559" y="175188"/>
                  <a:pt x="98559" y="168958"/>
                </a:cubicBezTo>
                <a:lnTo>
                  <a:pt x="98559" y="11264"/>
                </a:lnTo>
                <a:cubicBezTo>
                  <a:pt x="98559" y="5034"/>
                  <a:pt x="103592" y="0"/>
                  <a:pt x="109823" y="0"/>
                </a:cubicBezTo>
                <a:lnTo>
                  <a:pt x="118271" y="0"/>
                </a:lnTo>
                <a:cubicBezTo>
                  <a:pt x="129147" y="0"/>
                  <a:pt x="137982" y="8835"/>
                  <a:pt x="137982" y="19712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77" name="Text 75"/>
          <p:cNvSpPr/>
          <p:nvPr/>
        </p:nvSpPr>
        <p:spPr>
          <a:xfrm>
            <a:off x="8837623" y="5487752"/>
            <a:ext cx="134265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Processing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842129" y="5667973"/>
            <a:ext cx="1333641" cy="14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1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models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0169574" y="5271486"/>
            <a:ext cx="180222" cy="180222"/>
          </a:xfrm>
          <a:custGeom>
            <a:avLst/>
            <a:gdLst/>
            <a:ahLst/>
            <a:cxnLst/>
            <a:rect l="l" t="t" r="r" b="b"/>
            <a:pathLst>
              <a:path w="180222" h="180222">
                <a:moveTo>
                  <a:pt x="176913" y="98066"/>
                </a:moveTo>
                <a:cubicBezTo>
                  <a:pt x="181313" y="93666"/>
                  <a:pt x="181313" y="86521"/>
                  <a:pt x="176913" y="82121"/>
                </a:cubicBezTo>
                <a:lnTo>
                  <a:pt x="120594" y="25801"/>
                </a:lnTo>
                <a:cubicBezTo>
                  <a:pt x="116194" y="21401"/>
                  <a:pt x="109048" y="21401"/>
                  <a:pt x="104648" y="25801"/>
                </a:cubicBezTo>
                <a:cubicBezTo>
                  <a:pt x="100248" y="30201"/>
                  <a:pt x="100248" y="37347"/>
                  <a:pt x="104648" y="41747"/>
                </a:cubicBezTo>
                <a:lnTo>
                  <a:pt x="141749" y="78847"/>
                </a:lnTo>
                <a:lnTo>
                  <a:pt x="11264" y="78847"/>
                </a:lnTo>
                <a:cubicBezTo>
                  <a:pt x="5034" y="78847"/>
                  <a:pt x="0" y="83881"/>
                  <a:pt x="0" y="90111"/>
                </a:cubicBezTo>
                <a:cubicBezTo>
                  <a:pt x="0" y="96341"/>
                  <a:pt x="5034" y="101375"/>
                  <a:pt x="11264" y="101375"/>
                </a:cubicBezTo>
                <a:lnTo>
                  <a:pt x="141749" y="101375"/>
                </a:lnTo>
                <a:lnTo>
                  <a:pt x="104648" y="138475"/>
                </a:lnTo>
                <a:cubicBezTo>
                  <a:pt x="100248" y="142875"/>
                  <a:pt x="100248" y="150021"/>
                  <a:pt x="104648" y="154420"/>
                </a:cubicBezTo>
                <a:cubicBezTo>
                  <a:pt x="109048" y="158820"/>
                  <a:pt x="116194" y="158820"/>
                  <a:pt x="120594" y="154420"/>
                </a:cubicBezTo>
                <a:lnTo>
                  <a:pt x="176913" y="98101"/>
                </a:lnTo>
                <a:close/>
              </a:path>
            </a:pathLst>
          </a:custGeom>
          <a:solidFill>
            <a:srgbClr val="CC00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758956" y="4911042"/>
            <a:ext cx="504621" cy="504621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81" name="Shape 79"/>
          <p:cNvSpPr/>
          <p:nvPr/>
        </p:nvSpPr>
        <p:spPr>
          <a:xfrm>
            <a:off x="10943683" y="5073242"/>
            <a:ext cx="135166" cy="180222"/>
          </a:xfrm>
          <a:custGeom>
            <a:avLst/>
            <a:gdLst/>
            <a:ahLst/>
            <a:cxnLst/>
            <a:rect l="l" t="t" r="r" b="b"/>
            <a:pathLst>
              <a:path w="135166" h="180222">
                <a:moveTo>
                  <a:pt x="5632" y="22528"/>
                </a:moveTo>
                <a:cubicBezTo>
                  <a:pt x="5632" y="10102"/>
                  <a:pt x="15734" y="0"/>
                  <a:pt x="28160" y="0"/>
                </a:cubicBezTo>
                <a:lnTo>
                  <a:pt x="107007" y="0"/>
                </a:lnTo>
                <a:cubicBezTo>
                  <a:pt x="119432" y="0"/>
                  <a:pt x="129534" y="10102"/>
                  <a:pt x="129534" y="22528"/>
                </a:cubicBezTo>
                <a:lnTo>
                  <a:pt x="129534" y="157694"/>
                </a:lnTo>
                <a:cubicBezTo>
                  <a:pt x="129534" y="170119"/>
                  <a:pt x="119432" y="180222"/>
                  <a:pt x="107007" y="180222"/>
                </a:cubicBezTo>
                <a:lnTo>
                  <a:pt x="28160" y="180222"/>
                </a:lnTo>
                <a:cubicBezTo>
                  <a:pt x="15734" y="180222"/>
                  <a:pt x="5632" y="170119"/>
                  <a:pt x="5632" y="157694"/>
                </a:cubicBezTo>
                <a:lnTo>
                  <a:pt x="5632" y="22528"/>
                </a:lnTo>
                <a:close/>
                <a:moveTo>
                  <a:pt x="28160" y="22528"/>
                </a:moveTo>
                <a:lnTo>
                  <a:pt x="28160" y="129534"/>
                </a:lnTo>
                <a:lnTo>
                  <a:pt x="107007" y="129534"/>
                </a:lnTo>
                <a:lnTo>
                  <a:pt x="107007" y="22528"/>
                </a:lnTo>
                <a:lnTo>
                  <a:pt x="28160" y="22528"/>
                </a:lnTo>
                <a:close/>
                <a:moveTo>
                  <a:pt x="67583" y="166142"/>
                </a:moveTo>
                <a:cubicBezTo>
                  <a:pt x="73813" y="166142"/>
                  <a:pt x="78847" y="161108"/>
                  <a:pt x="78847" y="154878"/>
                </a:cubicBezTo>
                <a:cubicBezTo>
                  <a:pt x="78847" y="148648"/>
                  <a:pt x="73813" y="143614"/>
                  <a:pt x="67583" y="143614"/>
                </a:cubicBezTo>
                <a:cubicBezTo>
                  <a:pt x="61353" y="143614"/>
                  <a:pt x="56319" y="148648"/>
                  <a:pt x="56319" y="154878"/>
                </a:cubicBezTo>
                <a:cubicBezTo>
                  <a:pt x="56319" y="161108"/>
                  <a:pt x="61353" y="166142"/>
                  <a:pt x="67583" y="166142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82" name="Text 80"/>
          <p:cNvSpPr/>
          <p:nvPr/>
        </p:nvSpPr>
        <p:spPr>
          <a:xfrm>
            <a:off x="10340785" y="5487752"/>
            <a:ext cx="1342652" cy="180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3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345290" y="5667973"/>
            <a:ext cx="1333641" cy="14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1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5682476" y="6136550"/>
            <a:ext cx="6145561" cy="720887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85" name="Shape 83"/>
          <p:cNvSpPr/>
          <p:nvPr/>
        </p:nvSpPr>
        <p:spPr>
          <a:xfrm>
            <a:off x="5844675" y="6316772"/>
            <a:ext cx="144177" cy="144177"/>
          </a:xfrm>
          <a:custGeom>
            <a:avLst/>
            <a:gdLst/>
            <a:ahLst/>
            <a:cxnLst/>
            <a:rect l="l" t="t" r="r" b="b"/>
            <a:pathLst>
              <a:path w="144177" h="144177">
                <a:moveTo>
                  <a:pt x="72089" y="144177"/>
                </a:moveTo>
                <a:cubicBezTo>
                  <a:pt x="111876" y="144177"/>
                  <a:pt x="144177" y="111876"/>
                  <a:pt x="144177" y="72089"/>
                </a:cubicBezTo>
                <a:cubicBezTo>
                  <a:pt x="144177" y="32302"/>
                  <a:pt x="111876" y="0"/>
                  <a:pt x="72089" y="0"/>
                </a:cubicBezTo>
                <a:cubicBezTo>
                  <a:pt x="32302" y="0"/>
                  <a:pt x="0" y="32302"/>
                  <a:pt x="0" y="72089"/>
                </a:cubicBezTo>
                <a:cubicBezTo>
                  <a:pt x="0" y="111876"/>
                  <a:pt x="32302" y="144177"/>
                  <a:pt x="72089" y="144177"/>
                </a:cubicBezTo>
                <a:close/>
                <a:moveTo>
                  <a:pt x="95855" y="59896"/>
                </a:moveTo>
                <a:lnTo>
                  <a:pt x="73328" y="95940"/>
                </a:lnTo>
                <a:cubicBezTo>
                  <a:pt x="72145" y="97827"/>
                  <a:pt x="70118" y="99009"/>
                  <a:pt x="67893" y="99122"/>
                </a:cubicBezTo>
                <a:cubicBezTo>
                  <a:pt x="65668" y="99235"/>
                  <a:pt x="63528" y="98221"/>
                  <a:pt x="62205" y="96419"/>
                </a:cubicBezTo>
                <a:lnTo>
                  <a:pt x="48688" y="78396"/>
                </a:lnTo>
                <a:cubicBezTo>
                  <a:pt x="46435" y="75412"/>
                  <a:pt x="47055" y="71188"/>
                  <a:pt x="50040" y="68935"/>
                </a:cubicBezTo>
                <a:cubicBezTo>
                  <a:pt x="53025" y="66682"/>
                  <a:pt x="57249" y="67302"/>
                  <a:pt x="59501" y="70286"/>
                </a:cubicBezTo>
                <a:lnTo>
                  <a:pt x="67104" y="80424"/>
                </a:lnTo>
                <a:lnTo>
                  <a:pt x="84394" y="52743"/>
                </a:lnTo>
                <a:cubicBezTo>
                  <a:pt x="86366" y="49589"/>
                  <a:pt x="90533" y="48604"/>
                  <a:pt x="93715" y="50603"/>
                </a:cubicBezTo>
                <a:cubicBezTo>
                  <a:pt x="96897" y="52602"/>
                  <a:pt x="97855" y="56742"/>
                  <a:pt x="95855" y="59924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86" name="Text 84"/>
          <p:cNvSpPr/>
          <p:nvPr/>
        </p:nvSpPr>
        <p:spPr>
          <a:xfrm>
            <a:off x="6058024" y="6280727"/>
            <a:ext cx="5697924" cy="432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5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AQI calculations follow CPCB/NAAQS standards. Data integrity maintained through redundant backup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94303"/>
          </a:xfrm>
          <a:prstGeom prst="roundRect">
            <a:avLst>
              <a:gd name="adj" fmla="val 0"/>
            </a:avLst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764384" y="762405"/>
            <a:ext cx="1415480" cy="11323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308822" y="1698576"/>
            <a:ext cx="754923" cy="754923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566693" y="4781622"/>
            <a:ext cx="943653" cy="94365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47894" y="-33028"/>
            <a:ext cx="4501226" cy="56619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102680" y="117957"/>
            <a:ext cx="3991653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spc="446" kern="0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Control of Your Air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32888" y="759641"/>
            <a:ext cx="7530353" cy="70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5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Breathe Smarter,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32888" y="1618365"/>
            <a:ext cx="7530353" cy="70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58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Healthier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54411" y="2552582"/>
            <a:ext cx="1887307" cy="56619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417817" y="2835678"/>
            <a:ext cx="7360495" cy="7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3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Empowering 1.4 billion Indians with real-time air quality intelligence, AI-driven forecasts, and personalized health protection.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8537" y="3873697"/>
            <a:ext cx="181181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79311" y="4402142"/>
            <a:ext cx="167026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Cities Monitored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3337" y="3873697"/>
            <a:ext cx="181181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64111" y="4402142"/>
            <a:ext cx="167026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Protection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78137" y="3873697"/>
            <a:ext cx="1811814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48911" y="4402142"/>
            <a:ext cx="1670266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7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Lives Protected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0689" y="4968334"/>
            <a:ext cx="3151802" cy="109463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50967" y="5194811"/>
            <a:ext cx="2491245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6" b="1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 the App Today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54769" y="5610019"/>
            <a:ext cx="169858" cy="226477"/>
          </a:xfrm>
          <a:custGeom>
            <a:avLst/>
            <a:gdLst/>
            <a:ahLst/>
            <a:cxnLst/>
            <a:rect l="l" t="t" r="r" b="b"/>
            <a:pathLst>
              <a:path w="169858" h="226477">
                <a:moveTo>
                  <a:pt x="141150" y="118856"/>
                </a:moveTo>
                <a:cubicBezTo>
                  <a:pt x="141061" y="102622"/>
                  <a:pt x="148404" y="90370"/>
                  <a:pt x="163267" y="81346"/>
                </a:cubicBezTo>
                <a:cubicBezTo>
                  <a:pt x="154951" y="69447"/>
                  <a:pt x="142388" y="62900"/>
                  <a:pt x="125801" y="61618"/>
                </a:cubicBezTo>
                <a:cubicBezTo>
                  <a:pt x="110098" y="60379"/>
                  <a:pt x="92935" y="70774"/>
                  <a:pt x="86654" y="70774"/>
                </a:cubicBezTo>
                <a:cubicBezTo>
                  <a:pt x="80019" y="70774"/>
                  <a:pt x="64802" y="62060"/>
                  <a:pt x="52859" y="62060"/>
                </a:cubicBezTo>
                <a:cubicBezTo>
                  <a:pt x="28177" y="62458"/>
                  <a:pt x="1946" y="81744"/>
                  <a:pt x="1946" y="120979"/>
                </a:cubicBezTo>
                <a:cubicBezTo>
                  <a:pt x="1946" y="132569"/>
                  <a:pt x="4070" y="144556"/>
                  <a:pt x="8316" y="156897"/>
                </a:cubicBezTo>
                <a:cubicBezTo>
                  <a:pt x="13978" y="173131"/>
                  <a:pt x="34414" y="212941"/>
                  <a:pt x="55735" y="212278"/>
                </a:cubicBezTo>
                <a:cubicBezTo>
                  <a:pt x="66881" y="212012"/>
                  <a:pt x="74755" y="204360"/>
                  <a:pt x="89264" y="204360"/>
                </a:cubicBezTo>
                <a:cubicBezTo>
                  <a:pt x="103330" y="204360"/>
                  <a:pt x="110629" y="212278"/>
                  <a:pt x="123058" y="212278"/>
                </a:cubicBezTo>
                <a:cubicBezTo>
                  <a:pt x="144556" y="211968"/>
                  <a:pt x="163046" y="175785"/>
                  <a:pt x="168442" y="159507"/>
                </a:cubicBezTo>
                <a:cubicBezTo>
                  <a:pt x="139602" y="145927"/>
                  <a:pt x="141150" y="119697"/>
                  <a:pt x="141150" y="118856"/>
                </a:cubicBezTo>
                <a:close/>
                <a:moveTo>
                  <a:pt x="116114" y="46224"/>
                </a:moveTo>
                <a:cubicBezTo>
                  <a:pt x="128189" y="31893"/>
                  <a:pt x="127084" y="18844"/>
                  <a:pt x="126730" y="14155"/>
                </a:cubicBezTo>
                <a:cubicBezTo>
                  <a:pt x="116069" y="14774"/>
                  <a:pt x="103728" y="21409"/>
                  <a:pt x="96695" y="29592"/>
                </a:cubicBezTo>
                <a:cubicBezTo>
                  <a:pt x="88954" y="38351"/>
                  <a:pt x="84398" y="49188"/>
                  <a:pt x="85371" y="61396"/>
                </a:cubicBezTo>
                <a:cubicBezTo>
                  <a:pt x="96916" y="62281"/>
                  <a:pt x="107444" y="56354"/>
                  <a:pt x="116114" y="46224"/>
                </a:cubicBez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8992" y="5610019"/>
            <a:ext cx="745486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Store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397" y="5610019"/>
            <a:ext cx="198167" cy="226477"/>
          </a:xfrm>
          <a:custGeom>
            <a:avLst/>
            <a:gdLst/>
            <a:ahLst/>
            <a:cxnLst/>
            <a:rect l="l" t="t" r="r" b="b"/>
            <a:pathLst>
              <a:path w="198167" h="226477">
                <a:moveTo>
                  <a:pt x="129870" y="103640"/>
                </a:moveTo>
                <a:lnTo>
                  <a:pt x="32246" y="5750"/>
                </a:lnTo>
                <a:lnTo>
                  <a:pt x="156455" y="77055"/>
                </a:lnTo>
                <a:lnTo>
                  <a:pt x="129870" y="103640"/>
                </a:lnTo>
                <a:close/>
                <a:moveTo>
                  <a:pt x="6768" y="0"/>
                </a:moveTo>
                <a:cubicBezTo>
                  <a:pt x="1017" y="3008"/>
                  <a:pt x="-2831" y="8493"/>
                  <a:pt x="-2831" y="15615"/>
                </a:cubicBezTo>
                <a:lnTo>
                  <a:pt x="-2831" y="210818"/>
                </a:lnTo>
                <a:cubicBezTo>
                  <a:pt x="-2831" y="217940"/>
                  <a:pt x="1017" y="223425"/>
                  <a:pt x="6768" y="226433"/>
                </a:cubicBezTo>
                <a:lnTo>
                  <a:pt x="120272" y="113194"/>
                </a:lnTo>
                <a:lnTo>
                  <a:pt x="6768" y="0"/>
                </a:lnTo>
                <a:close/>
                <a:moveTo>
                  <a:pt x="194850" y="99791"/>
                </a:moveTo>
                <a:lnTo>
                  <a:pt x="168796" y="84708"/>
                </a:lnTo>
                <a:lnTo>
                  <a:pt x="139734" y="113238"/>
                </a:lnTo>
                <a:lnTo>
                  <a:pt x="168796" y="141769"/>
                </a:lnTo>
                <a:lnTo>
                  <a:pt x="195380" y="126685"/>
                </a:lnTo>
                <a:cubicBezTo>
                  <a:pt x="203343" y="120360"/>
                  <a:pt x="203343" y="106117"/>
                  <a:pt x="194850" y="99791"/>
                </a:cubicBezTo>
                <a:close/>
                <a:moveTo>
                  <a:pt x="32246" y="220726"/>
                </a:moveTo>
                <a:lnTo>
                  <a:pt x="156455" y="149422"/>
                </a:lnTo>
                <a:lnTo>
                  <a:pt x="129870" y="122837"/>
                </a:lnTo>
                <a:lnTo>
                  <a:pt x="32246" y="220726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3" name="Text 21"/>
          <p:cNvSpPr/>
          <p:nvPr/>
        </p:nvSpPr>
        <p:spPr>
          <a:xfrm>
            <a:off x="6469775" y="5610019"/>
            <a:ext cx="868161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F5F1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Play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52084" y="6402687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14155" y="18873"/>
                </a:moveTo>
                <a:cubicBezTo>
                  <a:pt x="6340" y="18873"/>
                  <a:pt x="0" y="25213"/>
                  <a:pt x="0" y="33028"/>
                </a:cubicBezTo>
                <a:cubicBezTo>
                  <a:pt x="0" y="37481"/>
                  <a:pt x="2094" y="41668"/>
                  <a:pt x="5662" y="44352"/>
                </a:cubicBezTo>
                <a:lnTo>
                  <a:pt x="66999" y="90355"/>
                </a:lnTo>
                <a:cubicBezTo>
                  <a:pt x="72042" y="94129"/>
                  <a:pt x="78942" y="94129"/>
                  <a:pt x="83985" y="90355"/>
                </a:cubicBezTo>
                <a:lnTo>
                  <a:pt x="145323" y="44352"/>
                </a:lnTo>
                <a:cubicBezTo>
                  <a:pt x="148891" y="41668"/>
                  <a:pt x="150985" y="37481"/>
                  <a:pt x="150985" y="33028"/>
                </a:cubicBezTo>
                <a:cubicBezTo>
                  <a:pt x="150985" y="25213"/>
                  <a:pt x="144644" y="18873"/>
                  <a:pt x="136830" y="18873"/>
                </a:cubicBezTo>
                <a:lnTo>
                  <a:pt x="14155" y="18873"/>
                </a:lnTo>
                <a:close/>
                <a:moveTo>
                  <a:pt x="0" y="57799"/>
                </a:moveTo>
                <a:lnTo>
                  <a:pt x="0" y="113238"/>
                </a:lnTo>
                <a:cubicBezTo>
                  <a:pt x="0" y="123648"/>
                  <a:pt x="8463" y="132111"/>
                  <a:pt x="18873" y="132111"/>
                </a:cubicBezTo>
                <a:lnTo>
                  <a:pt x="132111" y="132111"/>
                </a:lnTo>
                <a:cubicBezTo>
                  <a:pt x="142521" y="132111"/>
                  <a:pt x="150985" y="123648"/>
                  <a:pt x="150985" y="113238"/>
                </a:cubicBezTo>
                <a:lnTo>
                  <a:pt x="150985" y="57799"/>
                </a:lnTo>
                <a:lnTo>
                  <a:pt x="92478" y="101679"/>
                </a:lnTo>
                <a:cubicBezTo>
                  <a:pt x="82422" y="109228"/>
                  <a:pt x="68562" y="109228"/>
                  <a:pt x="58507" y="101679"/>
                </a:cubicBezTo>
                <a:lnTo>
                  <a:pt x="0" y="57799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5" name="Text 23"/>
          <p:cNvSpPr/>
          <p:nvPr/>
        </p:nvSpPr>
        <p:spPr>
          <a:xfrm>
            <a:off x="5240288" y="6364941"/>
            <a:ext cx="196332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contact@airqualityindia.org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84637" y="6704656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103772" y="82570"/>
                </a:moveTo>
                <a:lnTo>
                  <a:pt x="47478" y="82570"/>
                </a:lnTo>
                <a:cubicBezTo>
                  <a:pt x="48333" y="101590"/>
                  <a:pt x="52550" y="119107"/>
                  <a:pt x="58536" y="131935"/>
                </a:cubicBezTo>
                <a:cubicBezTo>
                  <a:pt x="61898" y="139159"/>
                  <a:pt x="65525" y="144261"/>
                  <a:pt x="68887" y="147387"/>
                </a:cubicBezTo>
                <a:cubicBezTo>
                  <a:pt x="72189" y="150483"/>
                  <a:pt x="74460" y="150985"/>
                  <a:pt x="75640" y="150985"/>
                </a:cubicBezTo>
                <a:cubicBezTo>
                  <a:pt x="76819" y="150985"/>
                  <a:pt x="79090" y="150483"/>
                  <a:pt x="82393" y="147387"/>
                </a:cubicBezTo>
                <a:cubicBezTo>
                  <a:pt x="85754" y="144261"/>
                  <a:pt x="89382" y="139130"/>
                  <a:pt x="92743" y="131935"/>
                </a:cubicBezTo>
                <a:cubicBezTo>
                  <a:pt x="98730" y="119107"/>
                  <a:pt x="102947" y="101590"/>
                  <a:pt x="103802" y="82570"/>
                </a:cubicBezTo>
                <a:close/>
                <a:moveTo>
                  <a:pt x="47448" y="68415"/>
                </a:moveTo>
                <a:lnTo>
                  <a:pt x="103743" y="68415"/>
                </a:lnTo>
                <a:cubicBezTo>
                  <a:pt x="102917" y="49394"/>
                  <a:pt x="98700" y="31878"/>
                  <a:pt x="92714" y="19050"/>
                </a:cubicBezTo>
                <a:cubicBezTo>
                  <a:pt x="89352" y="11855"/>
                  <a:pt x="85725" y="6724"/>
                  <a:pt x="82363" y="3598"/>
                </a:cubicBezTo>
                <a:cubicBezTo>
                  <a:pt x="79060" y="501"/>
                  <a:pt x="76790" y="0"/>
                  <a:pt x="75610" y="0"/>
                </a:cubicBezTo>
                <a:cubicBezTo>
                  <a:pt x="74431" y="0"/>
                  <a:pt x="72160" y="501"/>
                  <a:pt x="68857" y="3598"/>
                </a:cubicBezTo>
                <a:cubicBezTo>
                  <a:pt x="65495" y="6724"/>
                  <a:pt x="61868" y="11855"/>
                  <a:pt x="58507" y="19050"/>
                </a:cubicBezTo>
                <a:cubicBezTo>
                  <a:pt x="52520" y="31878"/>
                  <a:pt x="48303" y="49394"/>
                  <a:pt x="47448" y="68415"/>
                </a:cubicBezTo>
                <a:close/>
                <a:moveTo>
                  <a:pt x="33293" y="68415"/>
                </a:moveTo>
                <a:cubicBezTo>
                  <a:pt x="34325" y="43172"/>
                  <a:pt x="40842" y="19728"/>
                  <a:pt x="50367" y="4335"/>
                </a:cubicBezTo>
                <a:cubicBezTo>
                  <a:pt x="23208" y="13948"/>
                  <a:pt x="3214" y="38690"/>
                  <a:pt x="442" y="68415"/>
                </a:cubicBezTo>
                <a:lnTo>
                  <a:pt x="33293" y="68415"/>
                </a:lnTo>
                <a:close/>
                <a:moveTo>
                  <a:pt x="442" y="82570"/>
                </a:moveTo>
                <a:cubicBezTo>
                  <a:pt x="3214" y="112295"/>
                  <a:pt x="23208" y="137036"/>
                  <a:pt x="50367" y="146650"/>
                </a:cubicBezTo>
                <a:cubicBezTo>
                  <a:pt x="40842" y="131256"/>
                  <a:pt x="34325" y="107812"/>
                  <a:pt x="33293" y="82570"/>
                </a:cubicBezTo>
                <a:lnTo>
                  <a:pt x="442" y="82570"/>
                </a:lnTo>
                <a:close/>
                <a:moveTo>
                  <a:pt x="117927" y="82570"/>
                </a:moveTo>
                <a:cubicBezTo>
                  <a:pt x="116895" y="107812"/>
                  <a:pt x="110378" y="131256"/>
                  <a:pt x="100853" y="146650"/>
                </a:cubicBezTo>
                <a:cubicBezTo>
                  <a:pt x="128012" y="137007"/>
                  <a:pt x="148006" y="112295"/>
                  <a:pt x="150778" y="82570"/>
                </a:cubicBezTo>
                <a:lnTo>
                  <a:pt x="117927" y="82570"/>
                </a:lnTo>
                <a:close/>
                <a:moveTo>
                  <a:pt x="150778" y="68415"/>
                </a:moveTo>
                <a:cubicBezTo>
                  <a:pt x="148006" y="38690"/>
                  <a:pt x="128012" y="13948"/>
                  <a:pt x="100853" y="4335"/>
                </a:cubicBezTo>
                <a:cubicBezTo>
                  <a:pt x="110378" y="19728"/>
                  <a:pt x="116895" y="43172"/>
                  <a:pt x="117927" y="68415"/>
                </a:cubicBezTo>
                <a:lnTo>
                  <a:pt x="150778" y="68415"/>
                </a:lnTo>
                <a:close/>
              </a:path>
            </a:pathLst>
          </a:custGeom>
          <a:solidFill>
            <a:srgbClr val="F5F1E6"/>
          </a:solidFill>
          <a:ln/>
        </p:spPr>
      </p:sp>
      <p:sp>
        <p:nvSpPr>
          <p:cNvPr id="27" name="Text 25"/>
          <p:cNvSpPr/>
          <p:nvPr/>
        </p:nvSpPr>
        <p:spPr>
          <a:xfrm>
            <a:off x="5240288" y="6666910"/>
            <a:ext cx="1963325" cy="226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89" dirty="0">
                <a:solidFill>
                  <a:srgbClr val="F5F1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www.airqualityindia.org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85589" y="5992198"/>
            <a:ext cx="146266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5F1E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© 2026 Air Quality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Air Quality Monitoring for India</dc:title>
  <dc:subject>AI-Powered Air Quality Monitoring for India</dc:subject>
  <dc:creator>Kimi</dc:creator>
  <cp:lastModifiedBy>Kimi</cp:lastModifiedBy>
  <cp:revision>1</cp:revision>
  <dcterms:created xsi:type="dcterms:W3CDTF">2026-06-18T04:22:24Z</dcterms:created>
  <dcterms:modified xsi:type="dcterms:W3CDTF">2026-06-18T04:22:24Z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{"Label":"AI-Powered Air Quality Monitoring for India","ContentProducer":"001191110108MACG2KBH8F10000","ProduceID":"19ed8f16-92b2-8f57-8000-0000aaae7755","ReservedCode1":"","ContentPropagator":"001191110108MACG2KBH8F20000","PropagateID":"19ed8f16-92b2-8f57-8000-0000aaae7755","ReservedCode2":""}</vt:lpwstr>
  </property>
</Properties>
</file>